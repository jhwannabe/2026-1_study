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524" r:id="rId3"/>
    <p:sldId id="551" r:id="rId4"/>
    <p:sldId id="569" r:id="rId5"/>
    <p:sldId id="479" r:id="rId6"/>
  </p:sldIdLst>
  <p:sldSz cx="12192000" cy="6858000"/>
  <p:notesSz cx="6858000" cy="9144000"/>
  <p:embeddedFontLst>
    <p:embeddedFont>
      <p:font typeface="KoPub돋움체 Bold" panose="00000800000000000000" pitchFamily="2" charset="-127"/>
      <p:bold r:id="rId8"/>
    </p:embeddedFont>
    <p:embeddedFont>
      <p:font typeface="KoPub돋움체 Medium" panose="00000600000000000000" pitchFamily="2" charset="-127"/>
      <p:regular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69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427D-18AB-FB27-8FFC-A0B6FFCD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EBBC08-1943-2DBE-075E-E8FCBA7F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942D80-8618-D7E3-0C44-FD1E178E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43CCB-D6EA-6323-E4F9-E92A51F7D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69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Results of 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&amp; AEC</a:t>
            </a:r>
            <a:r>
              <a:rPr lang="ko-KR" altLang="en-US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Study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2026. 05. 29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Train/Valid Loss</a:t>
            </a:r>
            <a:r>
              <a:rPr lang="ko-KR" altLang="en-US" dirty="0"/>
              <a:t>가 증가하고</a:t>
            </a:r>
            <a:r>
              <a:rPr lang="en-US" altLang="ko-KR" dirty="0"/>
              <a:t>, AUC</a:t>
            </a:r>
            <a:r>
              <a:rPr lang="ko-KR" altLang="en-US" dirty="0"/>
              <a:t>가 감소하는 문제 미해결</a:t>
            </a:r>
            <a:endParaRPr lang="en-US" altLang="ko-KR" dirty="0"/>
          </a:p>
          <a:p>
            <a:r>
              <a:rPr lang="en-US" altLang="ko-KR" dirty="0"/>
              <a:t>AEC Data</a:t>
            </a:r>
            <a:r>
              <a:rPr lang="ko-KR" altLang="en-US" dirty="0"/>
              <a:t> </a:t>
            </a:r>
            <a:r>
              <a:rPr lang="en-US" altLang="ko-KR" dirty="0"/>
              <a:t>Preprocessing</a:t>
            </a:r>
          </a:p>
          <a:p>
            <a:pPr lvl="1"/>
            <a:r>
              <a:rPr lang="en-US" altLang="ko-KR" dirty="0"/>
              <a:t>Raw Data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(point</a:t>
            </a:r>
            <a:r>
              <a:rPr lang="ko-KR" altLang="en-US" dirty="0"/>
              <a:t>별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+ Normalized (point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ko-KR" altLang="en-US" dirty="0" err="1"/>
              <a:t>환자별</a:t>
            </a:r>
            <a:r>
              <a:rPr lang="ko-KR" altLang="en-US" dirty="0"/>
              <a:t>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Normalized (</a:t>
            </a:r>
            <a:r>
              <a:rPr lang="ko-KR" altLang="en-US" dirty="0" err="1"/>
              <a:t>환자별</a:t>
            </a:r>
            <a:r>
              <a:rPr lang="ko-KR" altLang="en-US" dirty="0"/>
              <a:t> 정규화</a:t>
            </a:r>
            <a:r>
              <a:rPr lang="en-US" altLang="ko-KR" dirty="0"/>
              <a:t>)</a:t>
            </a:r>
            <a:r>
              <a:rPr lang="ko-KR" altLang="en-US" dirty="0"/>
              <a:t>만 제외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Train/Valid Loss </a:t>
            </a:r>
            <a:r>
              <a:rPr lang="ko-KR" altLang="en-US" dirty="0"/>
              <a:t>증가</a:t>
            </a:r>
            <a:r>
              <a:rPr lang="en-US" altLang="ko-KR" dirty="0"/>
              <a:t>, AUC </a:t>
            </a:r>
            <a:r>
              <a:rPr lang="ko-KR" altLang="en-US" dirty="0"/>
              <a:t>감소 문제 해결 </a:t>
            </a:r>
            <a:r>
              <a:rPr lang="en-US" altLang="ko-KR" dirty="0"/>
              <a:t>(LR=1e-3 </a:t>
            </a:r>
            <a:r>
              <a:rPr lang="ko-KR" altLang="en-US" dirty="0"/>
              <a:t>→ </a:t>
            </a:r>
            <a:r>
              <a:rPr lang="en-US" altLang="ko-KR" dirty="0"/>
              <a:t>1e-5)</a:t>
            </a:r>
          </a:p>
          <a:p>
            <a:r>
              <a:rPr lang="en-US" altLang="ko-KR" dirty="0"/>
              <a:t>AEC Data</a:t>
            </a:r>
            <a:r>
              <a:rPr lang="ko-KR" altLang="en-US" dirty="0"/>
              <a:t> </a:t>
            </a:r>
            <a:r>
              <a:rPr lang="en-US" altLang="ko-KR" dirty="0"/>
              <a:t>Preprocessing</a:t>
            </a:r>
          </a:p>
          <a:p>
            <a:pPr lvl="1"/>
            <a:r>
              <a:rPr lang="en-US" altLang="ko-KR" dirty="0"/>
              <a:t>Raw Data</a:t>
            </a:r>
          </a:p>
          <a:p>
            <a:pPr lvl="1"/>
            <a:r>
              <a:rPr lang="en-US" altLang="ko-KR" b="1" dirty="0"/>
              <a:t>Normalized (</a:t>
            </a:r>
            <a:r>
              <a:rPr lang="ko-KR" altLang="en-US" b="1" dirty="0" err="1"/>
              <a:t>환자별</a:t>
            </a:r>
            <a:r>
              <a:rPr lang="ko-KR" altLang="en-US" b="1" dirty="0"/>
              <a:t> 정규화</a:t>
            </a:r>
            <a:r>
              <a:rPr lang="en-US" altLang="ko-KR" b="1" dirty="0"/>
              <a:t>)</a:t>
            </a:r>
            <a:endParaRPr lang="en-US" altLang="ko-KR" dirty="0"/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(point</a:t>
            </a:r>
            <a:r>
              <a:rPr lang="ko-KR" altLang="en-US" dirty="0"/>
              <a:t>별 정규화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StandardScaler</a:t>
            </a:r>
            <a:r>
              <a:rPr lang="en-US" altLang="ko-KR" dirty="0"/>
              <a:t> + Normalized (point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ko-KR" altLang="en-US" dirty="0" err="1"/>
              <a:t>환자별</a:t>
            </a:r>
            <a:r>
              <a:rPr lang="ko-KR" altLang="en-US" dirty="0"/>
              <a:t> 정규화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CC32-5641-0D56-4EE1-F5AE4629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1A162-FB10-71F8-2866-5300F3B8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E6304-7EF9-ED4D-337C-C884932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31FB97D-BA7A-DBC7-BB95-5B9D0B5C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LR=1e-3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LR=1e-5</a:t>
            </a:r>
          </a:p>
          <a:p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144050E-3C32-05C7-2F1F-5BF80EBFDBE5}"/>
              </a:ext>
            </a:extLst>
          </p:cNvPr>
          <p:cNvGrpSpPr/>
          <p:nvPr/>
        </p:nvGrpSpPr>
        <p:grpSpPr>
          <a:xfrm>
            <a:off x="1776000" y="1429810"/>
            <a:ext cx="8640000" cy="4990017"/>
            <a:chOff x="1837507" y="1429810"/>
            <a:chExt cx="8640000" cy="499001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361EBFA-B032-BCEB-0244-3804A0418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243"/>
            <a:stretch>
              <a:fillRect/>
            </a:stretch>
          </p:blipFill>
          <p:spPr>
            <a:xfrm>
              <a:off x="1837507" y="4040778"/>
              <a:ext cx="8640000" cy="237904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C1F76F2-7F9F-2ED4-E56F-E3607787B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330"/>
            <a:stretch>
              <a:fillRect/>
            </a:stretch>
          </p:blipFill>
          <p:spPr>
            <a:xfrm>
              <a:off x="1837507" y="1429810"/>
              <a:ext cx="8640000" cy="2376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651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3400</TotalTime>
  <Words>303</Words>
  <Application>Microsoft Office PowerPoint</Application>
  <PresentationFormat>와이드스크린</PresentationFormat>
  <Paragraphs>49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KoPub돋움체 Medium</vt:lpstr>
      <vt:lpstr>Arial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326</cp:revision>
  <dcterms:created xsi:type="dcterms:W3CDTF">2026-04-09T07:05:16Z</dcterms:created>
  <dcterms:modified xsi:type="dcterms:W3CDTF">2026-06-01T02:12:43Z</dcterms:modified>
</cp:coreProperties>
</file>