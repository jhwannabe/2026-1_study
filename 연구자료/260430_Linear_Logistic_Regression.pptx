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3" r:id="rId11"/>
    <p:sldId id="404" r:id="rId12"/>
    <p:sldId id="424" r:id="rId13"/>
    <p:sldId id="425" r:id="rId14"/>
    <p:sldId id="426" r:id="rId15"/>
    <p:sldId id="369" r:id="rId16"/>
    <p:sldId id="355" r:id="rId17"/>
    <p:sldId id="417" r:id="rId18"/>
    <p:sldId id="427" r:id="rId19"/>
    <p:sldId id="429" r:id="rId20"/>
    <p:sldId id="397" r:id="rId21"/>
    <p:sldId id="398" r:id="rId22"/>
    <p:sldId id="390" r:id="rId23"/>
    <p:sldId id="391" r:id="rId24"/>
    <p:sldId id="419" r:id="rId25"/>
    <p:sldId id="430" r:id="rId26"/>
    <p:sldId id="431" r:id="rId27"/>
    <p:sldId id="420" r:id="rId28"/>
    <p:sldId id="421" r:id="rId29"/>
    <p:sldId id="384" r:id="rId30"/>
    <p:sldId id="422" r:id="rId31"/>
    <p:sldId id="432" r:id="rId32"/>
    <p:sldId id="433" r:id="rId33"/>
    <p:sldId id="423" r:id="rId34"/>
    <p:sldId id="405" r:id="rId35"/>
    <p:sldId id="434" r:id="rId36"/>
    <p:sldId id="435" r:id="rId37"/>
    <p:sldId id="436" r:id="rId38"/>
    <p:sldId id="437" r:id="rId39"/>
    <p:sldId id="399" r:id="rId40"/>
    <p:sldId id="345" r:id="rId41"/>
  </p:sldIdLst>
  <p:sldSz cx="12192000" cy="6858000"/>
  <p:notesSz cx="6858000" cy="9144000"/>
  <p:embeddedFontLst>
    <p:embeddedFont>
      <p:font typeface="KoPubWorld돋움체 Bold" panose="020B0600000101010101" charset="-127"/>
      <p:bold r:id="rId43"/>
    </p:embeddedFont>
    <p:embeddedFont>
      <p:font typeface="KoPubWorld돋움체 Medium" panose="020B0600000101010101" charset="-127"/>
      <p:regular r:id="rId44"/>
    </p:embeddedFont>
    <p:embeddedFont>
      <p:font typeface="KoPub돋움체 Bold" panose="020B0600000101010101" charset="-127"/>
      <p:bold r:id="rId45"/>
    </p:embeddedFont>
    <p:embeddedFont>
      <p:font typeface="KoPub돋움체 Medium" panose="020B0600000101010101" charset="-127"/>
      <p:regular r:id="rId46"/>
    </p:embeddedFont>
    <p:embeddedFont>
      <p:font typeface="맑은 고딕" panose="020B0503020000020004" pitchFamily="50" charset="-127"/>
      <p:regular r:id="rId47"/>
      <p:bold r:id="rId4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3"/>
            <p14:sldId id="404"/>
            <p14:sldId id="424"/>
            <p14:sldId id="425"/>
            <p14:sldId id="426"/>
            <p14:sldId id="369"/>
            <p14:sldId id="355"/>
            <p14:sldId id="417"/>
            <p14:sldId id="427"/>
            <p14:sldId id="429"/>
            <p14:sldId id="397"/>
            <p14:sldId id="398"/>
            <p14:sldId id="390"/>
            <p14:sldId id="391"/>
            <p14:sldId id="419"/>
            <p14:sldId id="430"/>
            <p14:sldId id="431"/>
            <p14:sldId id="420"/>
            <p14:sldId id="421"/>
            <p14:sldId id="384"/>
            <p14:sldId id="422"/>
            <p14:sldId id="432"/>
            <p14:sldId id="433"/>
            <p14:sldId id="423"/>
            <p14:sldId id="405"/>
            <p14:sldId id="434"/>
            <p14:sldId id="435"/>
            <p14:sldId id="436"/>
            <p14:sldId id="437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91" d="100"/>
          <a:sy n="91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74AFAB52-6487-4651-9B79-2F181DBD8D0A}"/>
    <pc:docChg chg="addSld delSld modSld sldOrd">
      <pc:chgData name="janghoon jun" userId="056a5883350c2f5e" providerId="LiveId" clId="{74AFAB52-6487-4651-9B79-2F181DBD8D0A}" dt="2026-04-23T06:03:44.517" v="116"/>
      <pc:docMkLst>
        <pc:docMk/>
      </pc:docMkLst>
      <pc:sldChg chg="modSp">
        <pc:chgData name="janghoon jun" userId="056a5883350c2f5e" providerId="LiveId" clId="{74AFAB52-6487-4651-9B79-2F181DBD8D0A}" dt="2026-04-23T04:33:29.886" v="1"/>
        <pc:sldMkLst>
          <pc:docMk/>
          <pc:sldMk cId="3042847678" sldId="355"/>
        </pc:sldMkLst>
        <pc:graphicFrameChg chg="mod">
          <ac:chgData name="janghoon jun" userId="056a5883350c2f5e" providerId="LiveId" clId="{74AFAB52-6487-4651-9B79-2F181DBD8D0A}" dt="2026-04-23T04:33:29.886" v="1"/>
          <ac:graphicFrameMkLst>
            <pc:docMk/>
            <pc:sldMk cId="3042847678" sldId="355"/>
            <ac:graphicFrameMk id="8" creationId="{3649AB2B-068A-41A4-9569-D888FFBE35F3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  <pc:spChg chg="add mod">
          <ac:chgData name="janghoon jun" userId="056a5883350c2f5e" providerId="LiveId" clId="{74AFAB52-6487-4651-9B79-2F181DBD8D0A}" dt="2026-04-23T04:50:55.939" v="17"/>
          <ac:spMkLst>
            <pc:docMk/>
            <pc:sldMk cId="1785302506" sldId="384"/>
            <ac:spMk id="9" creationId="{A8A31DB4-74F8-99BD-8C54-8965D199945F}"/>
          </ac:spMkLst>
        </pc:spChg>
        <pc:graphicFrameChg chg="add mod">
          <ac:chgData name="janghoon jun" userId="056a5883350c2f5e" providerId="LiveId" clId="{74AFAB52-6487-4651-9B79-2F181DBD8D0A}" dt="2026-04-23T04:50:55.939" v="17"/>
          <ac:graphicFrameMkLst>
            <pc:docMk/>
            <pc:sldMk cId="1785302506" sldId="384"/>
            <ac:graphicFrameMk id="6" creationId="{449A8616-0BBF-393C-F264-102EB2DE8C23}"/>
          </ac:graphicFrameMkLst>
        </pc:graphicFrameChg>
      </pc:sldChg>
      <pc:sldChg chg="addSp modSp">
        <pc:chgData name="janghoon jun" userId="056a5883350c2f5e" providerId="LiveId" clId="{74AFAB52-6487-4651-9B79-2F181DBD8D0A}" dt="2026-04-23T04:46:19.098" v="15"/>
        <pc:sldMkLst>
          <pc:docMk/>
          <pc:sldMk cId="1047168083" sldId="391"/>
        </pc:sldMkLst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8" creationId="{84A053AA-276C-91F0-E133-71F75BB9D47E}"/>
          </ac:spMkLst>
        </pc:spChg>
        <pc:spChg chg="add mod">
          <ac:chgData name="janghoon jun" userId="056a5883350c2f5e" providerId="LiveId" clId="{74AFAB52-6487-4651-9B79-2F181DBD8D0A}" dt="2026-04-23T04:43:19.617" v="13"/>
          <ac:spMkLst>
            <pc:docMk/>
            <pc:sldMk cId="1047168083" sldId="391"/>
            <ac:spMk id="13" creationId="{F1991196-0B56-3DBE-CD44-995DAEF96C3D}"/>
          </ac:spMkLst>
        </pc:spChg>
        <pc:graphicFrameChg chg="add mod">
          <ac:chgData name="janghoon jun" userId="056a5883350c2f5e" providerId="LiveId" clId="{74AFAB52-6487-4651-9B79-2F181DBD8D0A}" dt="2026-04-23T04:46:19.098" v="15"/>
          <ac:graphicFrameMkLst>
            <pc:docMk/>
            <pc:sldMk cId="1047168083" sldId="391"/>
            <ac:graphicFrameMk id="14" creationId="{67ED52CC-D33E-5A69-7988-C4AFDD527EC3}"/>
          </ac:graphicFrameMkLst>
        </pc:graphicFrame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0" creationId="{732D5664-492E-BFBB-E390-1378B0AE8742}"/>
          </ac:picMkLst>
        </pc:pic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2" creationId="{D9EF556A-F928-C17A-585F-2FA9CA53D843}"/>
          </ac:picMkLst>
        </pc:picChg>
      </pc:sldChg>
      <pc:sldChg chg="addSp modSp ord">
        <pc:chgData name="janghoon jun" userId="056a5883350c2f5e" providerId="LiveId" clId="{74AFAB52-6487-4651-9B79-2F181DBD8D0A}" dt="2026-04-23T05:33:25.772" v="86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3T05:33:25.772" v="86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ord">
        <pc:chgData name="janghoon jun" userId="056a5883350c2f5e" providerId="LiveId" clId="{74AFAB52-6487-4651-9B79-2F181DBD8D0A}" dt="2026-04-23T05:19:05.503" v="51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3T05:19:05.503" v="51"/>
          <ac:spMkLst>
            <pc:docMk/>
            <pc:sldMk cId="1327445754" sldId="403"/>
            <ac:spMk id="11" creationId="{2F49DB3D-7569-41CE-98E6-0D040C938EC9}"/>
          </ac:spMkLst>
        </pc:spChg>
      </pc:sldChg>
      <pc:sldChg chg="addSp ord">
        <pc:chgData name="janghoon jun" userId="056a5883350c2f5e" providerId="LiveId" clId="{74AFAB52-6487-4651-9B79-2F181DBD8D0A}" dt="2026-04-23T05:18:42.085" v="49"/>
        <pc:sldMkLst>
          <pc:docMk/>
          <pc:sldMk cId="79559792" sldId="404"/>
        </pc:sldMkLst>
        <pc:picChg chg="add">
          <ac:chgData name="janghoon jun" userId="056a5883350c2f5e" providerId="LiveId" clId="{74AFAB52-6487-4651-9B79-2F181DBD8D0A}" dt="2026-04-23T05:16:07.774" v="43"/>
          <ac:picMkLst>
            <pc:docMk/>
            <pc:sldMk cId="79559792" sldId="404"/>
            <ac:picMk id="6" creationId="{E0F76B1F-ACFD-F8B9-7EB7-7F91F47F3EB9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</pc:sldChg>
      <pc:sldChg chg="addSp modSp add">
        <pc:chgData name="janghoon jun" userId="056a5883350c2f5e" providerId="LiveId" clId="{74AFAB52-6487-4651-9B79-2F181DBD8D0A}" dt="2026-04-23T04:35:26.921" v="6"/>
        <pc:sldMkLst>
          <pc:docMk/>
          <pc:sldMk cId="3676489374" sldId="417"/>
        </pc:sldMkLst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5" creationId="{4C9684D0-6B99-1180-BF76-12BB17EF2C68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6" creationId="{34822450-56D6-3C68-EC35-67694DCE4E74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7" creationId="{AC04B9AC-8772-8B96-7F03-E1EF4382D9AE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8" creationId="{83C401FB-FA8A-2F8D-50D3-DDBA228454E0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2" creationId="{FE07F3C3-F812-DBB2-745F-F80D6E7A19B1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3" creationId="{A1D05AAE-DD22-4C4B-0372-40E57D60574B}"/>
          </ac:spMkLst>
        </pc:spChg>
        <pc:picChg chg="add mod">
          <ac:chgData name="janghoon jun" userId="056a5883350c2f5e" providerId="LiveId" clId="{74AFAB52-6487-4651-9B79-2F181DBD8D0A}" dt="2026-04-23T04:34:50.464" v="5"/>
          <ac:picMkLst>
            <pc:docMk/>
            <pc:sldMk cId="3676489374" sldId="417"/>
            <ac:picMk id="3" creationId="{81973C61-AA1B-00DF-5FC3-AEE5ECE2C1D5}"/>
          </ac:picMkLst>
        </pc:picChg>
      </pc:sldChg>
      <pc:sldChg chg="addSp modSp add">
        <pc:chgData name="janghoon jun" userId="056a5883350c2f5e" providerId="LiveId" clId="{74AFAB52-6487-4651-9B79-2F181DBD8D0A}" dt="2026-04-23T05:26:15.564" v="72"/>
        <pc:sldMkLst>
          <pc:docMk/>
          <pc:sldMk cId="547293721" sldId="419"/>
        </pc:sldMkLst>
        <pc:spChg chg="mod">
          <ac:chgData name="janghoon jun" userId="056a5883350c2f5e" providerId="LiveId" clId="{74AFAB52-6487-4651-9B79-2F181DBD8D0A}" dt="2026-04-23T05:26:15.564" v="72"/>
          <ac:spMkLst>
            <pc:docMk/>
            <pc:sldMk cId="547293721" sldId="419"/>
            <ac:spMk id="3" creationId="{367681B0-02D1-D323-2098-6BC583C0F342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6" creationId="{AE86DF03-11BB-9F3C-7425-DF380FE33C5C}"/>
          </ac:spMkLst>
        </pc:spChg>
        <pc:graphicFrameChg chg="add mod">
          <ac:chgData name="janghoon jun" userId="056a5883350c2f5e" providerId="LiveId" clId="{74AFAB52-6487-4651-9B79-2F181DBD8D0A}" dt="2026-04-23T04:45:37.540" v="14"/>
          <ac:graphicFrameMkLst>
            <pc:docMk/>
            <pc:sldMk cId="547293721" sldId="419"/>
            <ac:graphicFrameMk id="5" creationId="{50E6AAC0-F358-4B19-9CE3-93F4BA13BB1D}"/>
          </ac:graphicFrameMkLst>
        </pc:graphicFrame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8" creationId="{01922D40-4E57-A870-E95F-274DC9593DE0}"/>
          </ac:picMkLst>
        </pc:picChg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7921919" sldId="421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modSp add">
        <pc:chgData name="janghoon jun" userId="056a5883350c2f5e" providerId="LiveId" clId="{74AFAB52-6487-4651-9B79-2F181DBD8D0A}" dt="2026-04-23T05:08:28.471" v="37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3T05:06:52.319" v="30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3T05:06:57.396" v="31"/>
          <ac:spMkLst>
            <pc:docMk/>
            <pc:sldMk cId="1183344318" sldId="424"/>
            <ac:spMk id="47" creationId="{5732E968-2554-EB9D-16F9-8131E5A09DCB}"/>
          </ac:spMkLst>
        </pc:spChg>
        <pc:spChg chg="mod">
          <ac:chgData name="janghoon jun" userId="056a5883350c2f5e" providerId="LiveId" clId="{74AFAB52-6487-4651-9B79-2F181DBD8D0A}" dt="2026-04-23T05:07:02.374" v="32"/>
          <ac:spMkLst>
            <pc:docMk/>
            <pc:sldMk cId="1183344318" sldId="424"/>
            <ac:spMk id="50" creationId="{05208522-6278-D741-9B2F-262FBDEFC690}"/>
          </ac:spMkLst>
        </pc:spChg>
        <pc:spChg chg="mod">
          <ac:chgData name="janghoon jun" userId="056a5883350c2f5e" providerId="LiveId" clId="{74AFAB52-6487-4651-9B79-2F181DBD8D0A}" dt="2026-04-23T05:07:06.294" v="33"/>
          <ac:spMkLst>
            <pc:docMk/>
            <pc:sldMk cId="1183344318" sldId="424"/>
            <ac:spMk id="53" creationId="{4D59BBC4-D670-C230-0E3D-6E9A8CC1071C}"/>
          </ac:spMkLst>
        </pc:spChg>
        <pc:spChg chg="mod">
          <ac:chgData name="janghoon jun" userId="056a5883350c2f5e" providerId="LiveId" clId="{74AFAB52-6487-4651-9B79-2F181DBD8D0A}" dt="2026-04-23T05:07:11.726" v="34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3T05:08:28.471" v="37"/>
          <ac:spMkLst>
            <pc:docMk/>
            <pc:sldMk cId="1183344318" sldId="424"/>
            <ac:spMk id="61" creationId="{6D2F29C0-3430-B09B-78DB-3454E73F31E6}"/>
          </ac:spMkLst>
        </pc:spChg>
        <pc:graphicFrameChg chg="mod">
          <ac:chgData name="janghoon jun" userId="056a5883350c2f5e" providerId="LiveId" clId="{74AFAB52-6487-4651-9B79-2F181DBD8D0A}" dt="2026-04-23T05:07:50.392" v="35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ord">
        <pc:chgData name="janghoon jun" userId="056a5883350c2f5e" providerId="LiveId" clId="{74AFAB52-6487-4651-9B79-2F181DBD8D0A}" dt="2026-04-23T05:10:30.524" v="41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3T05:10:30.524" v="41"/>
          <ac:spMkLst>
            <pc:docMk/>
            <pc:sldMk cId="3567372362" sldId="425"/>
            <ac:spMk id="11" creationId="{4925A88E-9A76-1866-300E-75B3BD583781}"/>
          </ac:spMkLst>
        </pc:spChg>
      </pc:sldChg>
      <pc:sldChg chg="addSp add ord">
        <pc:chgData name="janghoon jun" userId="056a5883350c2f5e" providerId="LiveId" clId="{74AFAB52-6487-4651-9B79-2F181DBD8D0A}" dt="2026-04-23T05:18:43.630" v="50"/>
        <pc:sldMkLst>
          <pc:docMk/>
          <pc:sldMk cId="2035619833" sldId="426"/>
        </pc:sldMkLst>
        <pc:picChg chg="add">
          <ac:chgData name="janghoon jun" userId="056a5883350c2f5e" providerId="LiveId" clId="{74AFAB52-6487-4651-9B79-2F181DBD8D0A}" dt="2026-04-23T05:17:25.589" v="47"/>
          <ac:picMkLst>
            <pc:docMk/>
            <pc:sldMk cId="2035619833" sldId="426"/>
            <ac:picMk id="7" creationId="{F4CEE441-38AF-6F6C-F259-1C70D50A04DC}"/>
          </ac:picMkLst>
        </pc:picChg>
        <pc:picChg chg="add">
          <ac:chgData name="janghoon jun" userId="056a5883350c2f5e" providerId="LiveId" clId="{74AFAB52-6487-4651-9B79-2F181DBD8D0A}" dt="2026-04-23T05:17:56.648" v="4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modSp add ord">
        <pc:chgData name="janghoon jun" userId="056a5883350c2f5e" providerId="LiveId" clId="{74AFAB52-6487-4651-9B79-2F181DBD8D0A}" dt="2026-04-23T05:22:22.222" v="59"/>
        <pc:sldMkLst>
          <pc:docMk/>
          <pc:sldMk cId="3896853274" sldId="427"/>
        </pc:sldMkLst>
        <pc:graphicFrameChg chg="mod">
          <ac:chgData name="janghoon jun" userId="056a5883350c2f5e" providerId="LiveId" clId="{74AFAB52-6487-4651-9B79-2F181DBD8D0A}" dt="2026-04-23T05:21:58.202" v="5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">
          <ac:chgData name="janghoon jun" userId="056a5883350c2f5e" providerId="LiveId" clId="{74AFAB52-6487-4651-9B79-2F181DBD8D0A}" dt="2026-04-23T05:20:34.915" v="53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ord modCm">
        <pc:chgData name="janghoon jun" userId="056a5883350c2f5e" providerId="LiveId" clId="{74AFAB52-6487-4651-9B79-2F181DBD8D0A}" dt="2026-04-23T05:53:44.401" v="108"/>
        <pc:sldMkLst>
          <pc:docMk/>
          <pc:sldMk cId="2959586648" sldId="429"/>
        </pc:sldMkLst>
        <pc:spChg chg="mod">
          <ac:chgData name="janghoon jun" userId="056a5883350c2f5e" providerId="LiveId" clId="{74AFAB52-6487-4651-9B79-2F181DBD8D0A}" dt="2026-04-23T05:25:25.602" v="71"/>
          <ac:spMkLst>
            <pc:docMk/>
            <pc:sldMk cId="2959586648" sldId="429"/>
            <ac:spMk id="13" creationId="{384C69F6-FC22-F7F9-5B8D-069C48FEF9F2}"/>
          </ac:spMkLst>
        </pc:spChg>
        <pc:picChg chg="add">
          <ac:chgData name="janghoon jun" userId="056a5883350c2f5e" providerId="LiveId" clId="{74AFAB52-6487-4651-9B79-2F181DBD8D0A}" dt="2026-04-23T05:24:20.940" v="67"/>
          <ac:picMkLst>
            <pc:docMk/>
            <pc:sldMk cId="2959586648" sldId="429"/>
            <ac:picMk id="10" creationId="{7BF96678-64E9-7310-CE38-2362C5926BC2}"/>
          </ac:picMkLst>
        </pc:picChg>
      </pc:sldChg>
      <pc:sldChg chg="addSp modSp add">
        <pc:chgData name="janghoon jun" userId="056a5883350c2f5e" providerId="LiveId" clId="{74AFAB52-6487-4651-9B79-2F181DBD8D0A}" dt="2026-04-23T05:27:44.787" v="79"/>
        <pc:sldMkLst>
          <pc:docMk/>
          <pc:sldMk cId="2349903612" sldId="430"/>
        </pc:sldMkLst>
        <pc:graphicFrameChg chg="mod">
          <ac:chgData name="janghoon jun" userId="056a5883350c2f5e" providerId="LiveId" clId="{74AFAB52-6487-4651-9B79-2F181DBD8D0A}" dt="2026-04-23T05:27:37.533" v="78"/>
          <ac:graphicFrameMkLst>
            <pc:docMk/>
            <pc:sldMk cId="2349903612" sldId="430"/>
            <ac:graphicFrameMk id="14" creationId="{78D7AE0F-53A2-31AC-D9B9-9FE6CC6C5B0E}"/>
          </ac:graphicFrameMkLst>
        </pc:graphicFrame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3" creationId="{552E7177-C455-7B7A-6A5F-A2E23BE08E4D}"/>
          </ac:picMkLst>
        </pc:pic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5" creationId="{AF2DD5C6-0B9B-B2AD-123C-1498A0FBBEF1}"/>
          </ac:picMkLst>
        </pc:picChg>
      </pc:sldChg>
      <pc:sldChg chg="addSp modSp add">
        <pc:chgData name="janghoon jun" userId="056a5883350c2f5e" providerId="LiveId" clId="{74AFAB52-6487-4651-9B79-2F181DBD8D0A}" dt="2026-04-23T05:30:06.132" v="82"/>
        <pc:sldMkLst>
          <pc:docMk/>
          <pc:sldMk cId="3899760896" sldId="431"/>
        </pc:sldMkLst>
        <pc:graphicFrameChg chg="mod">
          <ac:chgData name="janghoon jun" userId="056a5883350c2f5e" providerId="LiveId" clId="{74AFAB52-6487-4651-9B79-2F181DBD8D0A}" dt="2026-04-23T05:29:56.931" v="81"/>
          <ac:graphicFrameMkLst>
            <pc:docMk/>
            <pc:sldMk cId="3899760896" sldId="431"/>
            <ac:graphicFrameMk id="5" creationId="{7B119F95-E3E8-D36D-AC89-9012804306DA}"/>
          </ac:graphicFrameMkLst>
        </pc:graphicFrameChg>
        <pc:picChg chg="add mod">
          <ac:chgData name="janghoon jun" userId="056a5883350c2f5e" providerId="LiveId" clId="{74AFAB52-6487-4651-9B79-2F181DBD8D0A}" dt="2026-04-23T05:30:06.132" v="82"/>
          <ac:picMkLst>
            <pc:docMk/>
            <pc:sldMk cId="3899760896" sldId="431"/>
            <ac:picMk id="7" creationId="{211022FC-C84A-26A4-97C3-8C21320C9035}"/>
          </ac:picMkLst>
        </pc:picChg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</pc:docChg>
  </pc:docChgLst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17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512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C3EA7-A598-8F5D-837D-6EC551DC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4D1BA7-9B98-21D1-222D-EC65DE89B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FFCE0E-4C46-6EC2-916D-7984E0CF1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7C60D6-CA25-C30C-20FD-4750FEF05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232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1598-858D-3E51-A013-2B3763CD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F4065B-C9CA-E306-4CD1-FD16A30A5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EA47DE-6319-EE37-A8BB-20CC5DAE1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51F9-08B6-8F25-731C-DA110080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950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ECB1-A04F-46FA-3FC2-ADC8058C8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720AB-E13E-D83D-6F4D-39DB2190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43EFA-F769-FCA7-38C6-FB554A52D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0A08-11BE-36BF-706C-75EDEF4EA8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8197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0672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5DB92-17F9-E82D-00C2-909FD4663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AE9C98-EA01-9D0C-4F5C-6CA9A7F61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E9E6D3-90EB-6FEA-9B3B-3CC758E91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4986E-1037-D6DB-D933-786F60A51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4217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D6E7-737D-D882-4FD8-E3B2E17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AE05C8-13C7-EDB6-E5B6-625678527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14C7AF-A844-0436-DDBC-089CAC19D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28F305-ABA0-767B-12CB-F0A32D2DC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8815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761D-F717-10D4-EDA3-2B9F9D0D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D7B16-76B9-1F3C-59B4-559B252C1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D4BBB6-5072-83D4-6313-D6EC36314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B13D8-2FEE-11F7-FBBE-9128C6FFE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16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BB85-D33F-7374-F67A-C8C9B6A69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5D622B-815A-2180-79F1-12D5E2BE6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1B4D4A-E9F3-B71F-2A59-1962C49C75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EEE48-2199-BC00-7EFD-75C3AC72C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937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6245-DB9A-F47F-B14D-0B353890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E06F2-0A71-D07E-F1A3-2FF464C7E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A2ADC-24A1-8673-9D45-E11229EDE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33A2E1-D5E5-BE03-303E-F5545C46D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2109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9E3B-3D2F-9DC3-D40B-07AAB67B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061D2B-F2C6-2703-8A04-C3C36FC06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E12116-01AE-737B-BF1F-EBA70485F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A9BAEA-192D-7A89-D611-378392EF7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7185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B58D9-1E7B-8D02-EE5C-019730E1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4AE8D9-C875-820E-D04A-0F4946ED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96155-5604-4EC0-A2C2-2D30699D9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4AA-74F0-521C-8EB2-F497FBCA4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56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6686-73B2-2FD0-2673-9BDC1D000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6E402-2092-EAE6-7523-59B91FCA5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1DA056-7B31-0AD2-6183-A7204872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0613D-FA93-BE9D-A284-99E622409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67418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2B747-2D87-F7A2-C407-F3311E8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00FD61-2A70-74E2-0184-B7390E65D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85EB6D-4E31-26AC-D723-885CB48FF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4AB6C-0325-A5BA-827A-95D35852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2528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A02B-016D-8A41-BC8B-A0A34E71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F15B9-4ABD-0637-A623-39A417F3F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8B715-9B1A-70E2-85E5-EFA65E52F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D98EF-B398-3C8B-2875-782FFD182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326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CFDFA-9BED-DED7-91DA-C0756141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FD1FDF-043F-A493-897D-C0166A0E4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012544-F95D-EEF9-F5C9-385D8A4E0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43907-6542-B02B-2659-B7A165B09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443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A5AC7-FD01-10F0-9F67-F2596330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E8D0B2-F3E8-5268-2B9F-7BFA45D34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1D7D7-9E32-F38F-A6E6-5C444D77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89128D-7B41-E0EC-FBD6-939A7D1B4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589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2026. 04. 30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b="1" dirty="0"/>
              <a:t>Linear &amp; Logistic Regression (</a:t>
            </a:r>
            <a:r>
              <a:rPr lang="ko-KR" altLang="en-US" b="1" dirty="0" err="1"/>
              <a:t>단변량</a:t>
            </a:r>
            <a:r>
              <a:rPr lang="en-US" altLang="ko-KR" b="1" dirty="0"/>
              <a:t>, </a:t>
            </a:r>
            <a:r>
              <a:rPr lang="ko-KR" altLang="en-US" b="1" dirty="0" err="1"/>
              <a:t>다변량</a:t>
            </a:r>
            <a:r>
              <a:rPr lang="en-US" altLang="ko-KR" b="1" dirty="0"/>
              <a:t>)</a:t>
            </a:r>
          </a:p>
          <a:p>
            <a:r>
              <a:rPr lang="en-US" altLang="ko-KR" b="1" dirty="0"/>
              <a:t>Multivariable Analysis (</a:t>
            </a:r>
            <a:r>
              <a:rPr lang="ko-KR" altLang="en-US" b="1" dirty="0"/>
              <a:t>심화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</a:t>
            </a:r>
            <a:r>
              <a:rPr lang="ko-KR" altLang="en-US" dirty="0"/>
              <a:t> 데이터를 추가하여 </a:t>
            </a:r>
            <a:r>
              <a:rPr lang="en-US" altLang="ko-KR" dirty="0"/>
              <a:t>Regression </a:t>
            </a:r>
            <a:r>
              <a:rPr lang="ko-KR" altLang="en-US" dirty="0"/>
              <a:t>분석 진행</a:t>
            </a:r>
            <a:endParaRPr lang="en-US" altLang="ko-KR" dirty="0"/>
          </a:p>
          <a:p>
            <a:r>
              <a:rPr lang="en-US" altLang="ko-KR" dirty="0"/>
              <a:t>AEC Feature </a:t>
            </a:r>
            <a:r>
              <a:rPr lang="ko-KR" altLang="en-US" dirty="0"/>
              <a:t>비교 </a:t>
            </a:r>
            <a:r>
              <a:rPr lang="en-US" altLang="ko-KR" dirty="0"/>
              <a:t>(</a:t>
            </a:r>
            <a:r>
              <a:rPr lang="ko-KR" altLang="en-US" dirty="0"/>
              <a:t>이전 연구</a:t>
            </a:r>
            <a:r>
              <a:rPr lang="en-US" altLang="ko-KR" dirty="0"/>
              <a:t>, </a:t>
            </a:r>
            <a:r>
              <a:rPr lang="ko-KR" altLang="en-US" dirty="0"/>
              <a:t>모든 케이스 확인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강남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B8A9B4-0370-4CA4-9AF7-A25EA9F5BC67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1,67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665명 (39.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1,00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(60.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7A62C207-1358-4540-BAF7-886B262642A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47224A-B980-4279-B627-9DE525993057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F80006-189B-46B5-B51D-3D8BBBB8A175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31종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(93.3%)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4B6BE63E-0123-4F18-8E59-967505038D69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BA79CE8-F960-47A9-AC4D-67BD17CA8306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4F43EC-9CF1-44BF-9E3E-4BF33DCA13C3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14 ~ 299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1DC6C060-CEA6-4E72-A09E-83151C02FBFB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173FB4F-2768-4C0B-9D08-4D1348DEB512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BFA46C-0E8B-4078-B998-CFCF1C15E333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122.5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(±30.4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278036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1,00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400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1,67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.9 %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1,673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</a:t>
            </a:r>
            <a:r>
              <a:rPr lang="ko-KR" altLang="en-US" dirty="0"/>
              <a:t> 제거 </a:t>
            </a:r>
            <a:r>
              <a:rPr lang="en-US" altLang="ko-KR" dirty="0"/>
              <a:t>: 2,023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2,023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1,673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데이터 추가 </a:t>
            </a:r>
            <a:r>
              <a:rPr lang="en-US" altLang="ko-KR" dirty="0"/>
              <a:t>: 1,421</a:t>
            </a:r>
          </a:p>
        </p:txBody>
      </p:sp>
    </p:spTree>
    <p:extLst>
      <p:ext uri="{BB962C8B-B14F-4D97-AF65-F5344CB8AC3E}">
        <p14:creationId xmlns:p14="http://schemas.microsoft.com/office/powerpoint/2010/main" val="132744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0F76B1F-ACFD-F8B9-7EB7-7F91F47F3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9B646-F084-4AEA-BEEF-1A6E6900A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89FDA-A353-493A-B9D5-D8613A24B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55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신촌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E3AF0F8-8A3D-9AE6-728E-3F5519570389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637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632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FA7CA55E-15DC-9D15-13B8-8A14AAC56E5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1880D5B-0F7C-4470-AA10-C6A33AA4198D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208522-6278-D741-9B2F-262FBDEFC690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46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종 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|  100 </a:t>
              </a:r>
              <a:r>
                <a:rPr lang="en-US" altLang="ko-KR" sz="1600" b="1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kVp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(75.3%)</a:t>
              </a: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7FA5140B-7E90-34EC-DBE2-FFF673BDF000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EEF341-5712-B06D-4E32-C100545D2439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D59BBC4-D670-C230-0E3D-6E9A8CC1071C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29 ~ 279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7EC843AF-ADFB-C9DF-BB2F-72BE02FB9E0F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089480E-2BC3-C771-0EC1-613CBF8B14EA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AEC52FB-84B6-559A-4886-34A0FC2877A8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126.25 (±30.82)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49832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317 / 1,269 = 25.0 %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17591-5C0D-5A51-134D-715536A90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A5533-F6F1-F9CD-797E-C2FA290BE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C364F1-27A3-AB98-D76B-9096583CD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925A88E-9A76-1866-300E-75B3BD583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1,269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2,257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2,257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데이터 추가 </a:t>
            </a:r>
            <a:r>
              <a:rPr lang="en-US" altLang="ko-KR"/>
              <a:t>: 1,295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67372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85EAB18-FCD9-0D20-39A8-0352ED13A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C1F4BBC-90CD-A9A8-90E9-192C692B7D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CEE441-38AF-6F6C-F259-1C70D50A0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09" y="1811405"/>
            <a:ext cx="4279275" cy="35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649AB2B-068A-41A4-9569-D888FFBE3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822373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0.3664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0.3039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0.3578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skewness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0.2968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kurtosis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0.3310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0.2616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0.2463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0.3228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dominant_freq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0.2455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p90_p10_ratio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0.3183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069512A-1034-4976-1550-EAA8B67F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0137-B53A-78B6-3CD1-F4ED5EC4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5A0E5-74F3-A6A3-81D3-7E9386247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85846-9678-CF75-A62A-DE875558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3" name="Picture 6" descr="18_correlation_matrix.png">
            <a:extLst>
              <a:ext uri="{FF2B5EF4-FFF2-40B4-BE49-F238E27FC236}">
                <a16:creationId xmlns:a16="http://schemas.microsoft.com/office/drawing/2014/main" id="{81973C61-AA1B-00DF-5FC3-AEE5ECE2C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66" y="1307772"/>
            <a:ext cx="5871117" cy="4937536"/>
          </a:xfrm>
          <a:prstGeom prst="rect">
            <a:avLst/>
          </a:prstGeom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C9684D0-6B99-1180-BF76-12BB17EF2C68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22450-56D6-3C68-EC35-67694DCE4E74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4B9AC-8772-8B96-7F03-E1EF4382D9AE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83C401FB-FA8A-2F8D-50D3-DDBA228454E0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7F3C3-F812-DBB2-745F-F80D6E7A19B1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05AAE-DD22-4C4B-0372-40E57D60574B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6489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54047D0-AF13-B2B0-3AD7-EC4D64CA5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1BF661B-644B-B413-5A1F-111F1F8F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258328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0.2442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0.2125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0.2042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0.1995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slope_max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0.1470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0.2288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zero_crossing_rate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0.2236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0.2172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0.1227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0D4F-4F07-D04C-64D2-EA610AE52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BF96678-64E9-7310-CE38-2362C5926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34" y="1307772"/>
            <a:ext cx="5766579" cy="49392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D8D3C6D-12ED-FA03-C6F3-5DAD5653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262DA-A8E8-B536-2970-E7E0B8C3B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34FA492C-0DD5-AF48-928F-236A05625832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7259D6-502E-DDDC-8DB7-ABE175B43598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FB2F96-2728-06BD-9210-029EEE2495C2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E364434A-6B7E-0BBE-580C-2C5B1A7D5ECA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4B12F-9B04-136A-485D-28AB7F391A28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C69F6-FC22-F7F9-5B8D-069C48FEF9F2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9586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Univariate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7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F1991196-0B56-3DBE-CD44-995DAEF96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A053AA-276C-91F0-E133-71F75BB9D4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0" name="Picture 8" descr="07_linear_univariate_r2.png">
            <a:extLst>
              <a:ext uri="{FF2B5EF4-FFF2-40B4-BE49-F238E27FC236}">
                <a16:creationId xmlns:a16="http://schemas.microsoft.com/office/drawing/2014/main" id="{732D5664-492E-BFBB-E390-1378B0AE8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7"/>
            <a:ext cx="5699562" cy="2323023"/>
          </a:xfrm>
          <a:prstGeom prst="rect">
            <a:avLst/>
          </a:prstGeom>
        </p:spPr>
      </p:pic>
      <p:pic>
        <p:nvPicPr>
          <p:cNvPr id="12" name="Picture 10" descr="06_linear_forest.png">
            <a:extLst>
              <a:ext uri="{FF2B5EF4-FFF2-40B4-BE49-F238E27FC236}">
                <a16:creationId xmlns:a16="http://schemas.microsoft.com/office/drawing/2014/main" id="{D9EF556A-F928-C17A-585F-2FA9CA53D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2" y="4101527"/>
            <a:ext cx="6013038" cy="2323023"/>
          </a:xfrm>
          <a:prstGeom prst="rect">
            <a:avLst/>
          </a:prstGeom>
        </p:spPr>
      </p:pic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7ED52CC-D33E-5A69-7988-C4AFDD527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434012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168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9A0E4-4528-FC77-03A6-2E3D76B44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B6059A-25F8-EA87-18B4-618C26C3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7681B0-02D1-D323-2098-6BC583C0F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65F31-626B-B160-358F-0E1558B3E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0E6AAC0-F358-4B19-9CE3-93F4BA13B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202539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86DF03-11BB-9F3C-7425-DF380FE33C5C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  <p:pic>
        <p:nvPicPr>
          <p:cNvPr id="8" name="Picture 8" descr="11_logistic_forest.png">
            <a:extLst>
              <a:ext uri="{FF2B5EF4-FFF2-40B4-BE49-F238E27FC236}">
                <a16:creationId xmlns:a16="http://schemas.microsoft.com/office/drawing/2014/main" id="{01922D40-4E57-A870-E95F-274DC9593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70"/>
            <a:ext cx="5486400" cy="237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93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22BA2-AC0D-774E-E251-38BDEDD9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07_linear_univariate_r2.png">
            <a:extLst>
              <a:ext uri="{FF2B5EF4-FFF2-40B4-BE49-F238E27FC236}">
                <a16:creationId xmlns:a16="http://schemas.microsoft.com/office/drawing/2014/main" id="{552E7177-C455-7B7A-6A5F-A2E23BE08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6"/>
            <a:ext cx="5699562" cy="2323023"/>
          </a:xfrm>
          <a:prstGeom prst="rect">
            <a:avLst/>
          </a:prstGeom>
        </p:spPr>
      </p:pic>
      <p:pic>
        <p:nvPicPr>
          <p:cNvPr id="5" name="Picture 10" descr="06_linear_forest.png">
            <a:extLst>
              <a:ext uri="{FF2B5EF4-FFF2-40B4-BE49-F238E27FC236}">
                <a16:creationId xmlns:a16="http://schemas.microsoft.com/office/drawing/2014/main" id="{AF2DD5C6-0B9B-B2AD-123C-1498A0FBB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12" y="4101526"/>
            <a:ext cx="6013038" cy="2323023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CA7E6BF-D608-61CE-80B1-8DC1EEAA6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7DBE7C-0456-55AD-ED77-2D3D4543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B3555-72D5-2506-2F26-995291A96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54CFD-0E0D-729C-2E1C-0C50B6B401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78D7AE0F-53A2-31AC-D9B9-9FE6CC6C5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60105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9903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813E-DB4D-AF29-D1AC-ADF12B8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1_logistic_forest.png">
            <a:extLst>
              <a:ext uri="{FF2B5EF4-FFF2-40B4-BE49-F238E27FC236}">
                <a16:creationId xmlns:a16="http://schemas.microsoft.com/office/drawing/2014/main" id="{211022FC-C84A-26A4-97C3-8C21320C9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69"/>
            <a:ext cx="5486400" cy="237740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C7B2F77-C95E-9FB4-3CD7-D4BB21138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5A5383-39B5-E8B4-13B5-6BA134F5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AEC14-AEE3-28E5-55CE-951C6072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B119F95-E3E8-D36D-AC89-901280430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160731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38F5A2-255A-EAFC-708F-830EA94F6548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760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2C15-0464-5B58-1DF0-E5F02C03B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78C8-7E01-B204-A2C6-A7A89B7A8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A47C3-775A-C51F-B8C3-4496044ED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1368D-4361-95BD-BD52-3304B729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9A8616-0BBF-393C-F264-102EB2DE8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358084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8A31DB4-74F8-99BD-8C54-8965D199945F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79D0-8FB0-CCBA-899D-A506150A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142FDB3-914E-A10D-F32E-771001FF7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E290C-248E-FE5E-4A97-471798F5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721414-7466-5650-BAC8-D758D5070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E586C-F83A-1851-207B-D8D49D7F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99A663-B3CC-B714-E6F9-499E8573A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683335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1DBFA0A-83E4-4F16-8464-20769B02D75A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+15.4%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+3.8%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569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6146-F6C5-FFE5-6D90-7F5207882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F0658-B463-5F2A-9A90-96F01E75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9F982-16DC-61DE-5BCD-C239074A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C5E98-D667-C816-1D6B-12FD9CD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B1BB24-C14C-5EA9-3753-52F08462A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2470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75B638D-DBC6-B8BE-F7CC-8FDD84F2B8AE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lang="el-GR" altLang="ko-KR" sz="1000" i="1" dirty="0">
                <a:solidFill>
                  <a:schemeClr val="accent2"/>
                </a:solidFill>
              </a:rPr>
              <a:t>β</a:t>
            </a:r>
            <a:r>
              <a:rPr sz="1000" i="1" dirty="0">
                <a:solidFill>
                  <a:schemeClr val="accent2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10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8E98-C897-7001-0B80-0A17F0B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12_case_metrics_bar.png">
            <a:extLst>
              <a:ext uri="{FF2B5EF4-FFF2-40B4-BE49-F238E27FC236}">
                <a16:creationId xmlns:a16="http://schemas.microsoft.com/office/drawing/2014/main" id="{3CFBF344-A77E-61E0-8A5A-E2E2B6A0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2778021-0612-8A4E-78A5-DDA23C1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3B44F3-0831-E2E6-F27D-8F9F9C47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4DB38-04A1-140F-26F5-EF697334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CE963-4A5C-2307-31E4-57C078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127861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A5A128-A194-4E5F-ACEF-30B3E6B5196F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+5.3%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+7.7%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16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054-555B-4B05-DD8F-D83D8487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08364-0DA0-F96A-04D4-8FDD928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4B45EA-279F-152C-D434-8555DC90F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318B1-CDA5-5344-DFAE-2FA165AF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9F47A15-E389-2EE8-9912-A33B798E3B05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637E24C-80FA-B7C1-7F9A-1585CA12D13D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EACBE6-D3A6-5631-5C4A-37B17B8199B8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D278BE-2939-A140-95D1-C7B1675A82D8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0.7514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87DABCD7-4336-E07B-7F55-27928E031AAF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87E2A8-F60D-2C0A-3D81-B79D5BDA9995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6024FB-2645-582F-93F5-16A5DBF82F15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[0.7258 – 0.7775]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3D2B0F40-185A-E9AC-5AC3-2431ABDBB7A2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C3C66E-CEF0-6110-680E-9998A5F03F3B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F9244F-FBB3-25C7-6EA3-541E8BD7119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0.7350</a:t>
              </a: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05CEC35F-70AA-7B03-9F4B-3FC1821FAD56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A261BF-B7FA-C0AB-B04E-83E43FA4E0F4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CAC3040-B8F5-C550-7BBB-18662F7B5384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0.6520</a:t>
              </a: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853DBD02-12E1-A458-5544-9226CC8F7FC6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FD56FE-D663-EF0C-CA7D-EC3BA87C6010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46A120-C481-F4C5-EFD9-6AB79B80231D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0.3989 / 0.8868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493CC514-F525-6D20-63F5-A11AC31E6A77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CBC363-9499-7E94-1694-380EA7881920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91DDF2B-35A1-CF06-B6AD-94F9E36D309E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0.2135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74C3EF3-0935-826A-B417-0D31D506C774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04CB2AEB-4DC2-EB2F-42C7-3FEE6A0C3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09357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p=0.601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Picture 28" descr="10_logistic_confusion.png">
            <a:extLst>
              <a:ext uri="{FF2B5EF4-FFF2-40B4-BE49-F238E27FC236}">
                <a16:creationId xmlns:a16="http://schemas.microsoft.com/office/drawing/2014/main" id="{583066E9-21CC-D3FD-183A-4F691F15D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83776"/>
            <a:ext cx="3422864" cy="254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75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612403"/>
            <a:ext cx="5486400" cy="2777067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96520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4190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45F0D73-93A0-4946-B4BA-3EEAA4935A8D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+15.2%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+4.9%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04D7-9D95-DC70-35E7-BC361CD12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8" descr="10_logistic_confusion.png">
            <a:extLst>
              <a:ext uri="{FF2B5EF4-FFF2-40B4-BE49-F238E27FC236}">
                <a16:creationId xmlns:a16="http://schemas.microsoft.com/office/drawing/2014/main" id="{DE9F1DF5-E762-D36C-B819-A343CF944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25" y="3583776"/>
            <a:ext cx="3461459" cy="254238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AE6D8E-AF1D-A548-D946-375E9254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78CE6-CB47-DFEF-6339-F152D83CC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ECB5C5-9C83-9314-FA8D-BFA87A11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47E0F5-C52B-9243-2900-D8B10DF07C33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C96F7109-CD29-312C-3805-13C1D654A54C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6B8225-F8DD-0C5D-8ED3-62E1435CB96A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0F5455-1542-5B75-BF52-D00DE81AF527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0.7</a:t>
              </a:r>
              <a:r>
                <a:rPr lang="en-US" sz="1700" b="1" i="0" dirty="0">
                  <a:solidFill>
                    <a:srgbClr val="FFFFFF"/>
                  </a:solidFill>
                </a:rPr>
                <a:t>170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B2E53AC-9FD8-9067-A23C-820665F3D2EB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F5FF38-CFC6-004D-1A77-BDC9546015EB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E00485-8856-23F4-1102-3EF54F037A73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[0.</a:t>
              </a:r>
              <a:r>
                <a:rPr lang="en-US" sz="1700" b="1" i="0" dirty="0">
                  <a:solidFill>
                    <a:srgbClr val="FFFFFF"/>
                  </a:solidFill>
                </a:rPr>
                <a:t>6850</a:t>
              </a:r>
              <a:r>
                <a:rPr sz="1700" b="1" i="0" dirty="0">
                  <a:solidFill>
                    <a:srgbClr val="FFFFFF"/>
                  </a:solidFill>
                </a:rPr>
                <a:t> – 0.7</a:t>
              </a:r>
              <a:r>
                <a:rPr lang="en-US" sz="1700" b="1" i="0" dirty="0">
                  <a:solidFill>
                    <a:srgbClr val="FFFFFF"/>
                  </a:solidFill>
                </a:rPr>
                <a:t>487</a:t>
              </a:r>
              <a:r>
                <a:rPr sz="1700" b="1" i="0" dirty="0">
                  <a:solidFill>
                    <a:srgbClr val="FFFFFF"/>
                  </a:solidFill>
                </a:rPr>
                <a:t>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CB9F921F-8132-3853-8CBE-80F19097D31D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BE7A29-BB4D-0416-9DC6-F84F10D35A1E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9E3B2D4-B131-5D48-3CEE-823DEF3197B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6940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8294CC62-1854-3F02-E799-DEB08AF221DE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508EA9A-C3B2-9306-F6F1-AC8989413DB6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18F117-99D3-2E5C-D929-D400CB66DC1C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0.6</a:t>
              </a:r>
              <a:r>
                <a:rPr lang="en-US" sz="1700" b="1" i="0" dirty="0">
                  <a:solidFill>
                    <a:srgbClr val="FFFFFF"/>
                  </a:solidFill>
                </a:rPr>
                <a:t>324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0AC746FD-E352-ADD8-2DAA-43BC3B819022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37CE1B8-2B16-3EDD-709D-CE3EB1D6528A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96207-BFFC-7740-7790-09CE450971FC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0.3</a:t>
              </a:r>
              <a:r>
                <a:rPr lang="en-US" sz="1700" b="1" i="0" dirty="0">
                  <a:solidFill>
                    <a:srgbClr val="FFFFFF"/>
                  </a:solidFill>
                </a:rPr>
                <a:t>860</a:t>
              </a:r>
              <a:r>
                <a:rPr sz="1700" b="1" i="0" dirty="0">
                  <a:solidFill>
                    <a:srgbClr val="FFFFFF"/>
                  </a:solidFill>
                </a:rPr>
                <a:t> / 0.86</a:t>
              </a:r>
              <a:r>
                <a:rPr lang="en-US" sz="1700" b="1" i="0" dirty="0">
                  <a:solidFill>
                    <a:srgbClr val="FFFFFF"/>
                  </a:solidFill>
                </a:rPr>
                <a:t>12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D21C8FFF-D22E-66C4-9FA3-7C131ECBCFBA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6CFC95-30EB-6F5E-F3A7-626CDA6F1BB1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47537D-287A-836B-7A36-95B926BFFA54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1681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19AE23-1629-4CEC-59F3-4ACBC1E0D296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3A76AD0E-611F-DE73-5345-869AF07F9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84595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488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85521-6681-CD1E-F259-B7BD3419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3_case_auc_bar.png">
            <a:extLst>
              <a:ext uri="{FF2B5EF4-FFF2-40B4-BE49-F238E27FC236}">
                <a16:creationId xmlns:a16="http://schemas.microsoft.com/office/drawing/2014/main" id="{2AA11500-F8DA-3AEA-D9BE-F3024A95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612403"/>
            <a:ext cx="5486400" cy="27882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A064FC-D4FD-B112-A2F9-18EEF71EC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22CD35-01BA-C055-1065-99FC579BC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7738-2C68-25CA-38CA-FF4F12D4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61E140C2-30D8-84E7-4462-DB355F84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277592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6275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F3D8027-4E7E-4FA6-8079-6AD17C2111C2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+6.6%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+12.1%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324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A7B9-17F4-2071-1E3B-B4A0FF22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D00FC-F61D-BFDC-90E5-F908042C7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</a:t>
            </a:r>
            <a:r>
              <a:rPr lang="ko-KR" altLang="en-US"/>
              <a:t>병합 현황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0C4ADD-571C-4CA3-A67F-B66C131B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13003-AA7B-08A8-F747-0BFB1BDBA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7386F9-CEAC-8AD6-F986-7CC5ABAEB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63339"/>
            <a:ext cx="5387292" cy="27991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976A80-9761-A301-2A98-3CEC7134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665" y="1763339"/>
            <a:ext cx="5003639" cy="2545797"/>
          </a:xfrm>
          <a:prstGeom prst="rect">
            <a:avLst/>
          </a:prstGeom>
        </p:spPr>
      </p:pic>
      <p:sp>
        <p:nvSpPr>
          <p:cNvPr id="10" name="화살표: 왼쪽 9">
            <a:extLst>
              <a:ext uri="{FF2B5EF4-FFF2-40B4-BE49-F238E27FC236}">
                <a16:creationId xmlns:a16="http://schemas.microsoft.com/office/drawing/2014/main" id="{9CE5CD74-CC2B-3DB8-C37B-B06D124B24FD}"/>
              </a:ext>
            </a:extLst>
          </p:cNvPr>
          <p:cNvSpPr/>
          <p:nvPr/>
        </p:nvSpPr>
        <p:spPr>
          <a:xfrm>
            <a:off x="6058690" y="2856059"/>
            <a:ext cx="585577" cy="36035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D49BF-C23A-5C74-91FF-294DE5BB9DC6}"/>
              </a:ext>
            </a:extLst>
          </p:cNvPr>
          <p:cNvSpPr/>
          <p:nvPr/>
        </p:nvSpPr>
        <p:spPr>
          <a:xfrm>
            <a:off x="4507606" y="1725769"/>
            <a:ext cx="1387686" cy="2867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A9C69A-BC9E-3158-2906-F42B4EE922E5}"/>
              </a:ext>
            </a:extLst>
          </p:cNvPr>
          <p:cNvSpPr/>
          <p:nvPr/>
        </p:nvSpPr>
        <p:spPr>
          <a:xfrm>
            <a:off x="10844010" y="1763339"/>
            <a:ext cx="1003387" cy="25457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348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114E-B2FF-5818-CB8D-1DB297478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E2355-4048-EA0F-4FD6-16AEF5CF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병합 현황</a:t>
            </a:r>
            <a:endParaRPr lang="en-US" altLang="ko-KR" dirty="0"/>
          </a:p>
          <a:p>
            <a:pPr lvl="1"/>
            <a:r>
              <a:rPr lang="ko-KR" altLang="en-US" dirty="0"/>
              <a:t>강남 데이터</a:t>
            </a:r>
            <a:endParaRPr lang="en-US" altLang="ko-KR" dirty="0"/>
          </a:p>
          <a:p>
            <a:pPr lvl="2"/>
            <a:r>
              <a:rPr lang="en-US" altLang="ko-KR" dirty="0"/>
              <a:t>2,025</a:t>
            </a:r>
            <a:r>
              <a:rPr lang="ko-KR" altLang="en-US" dirty="0"/>
              <a:t>명 中 </a:t>
            </a:r>
            <a:r>
              <a:rPr lang="en-US" altLang="ko-KR" dirty="0"/>
              <a:t>383</a:t>
            </a:r>
            <a:r>
              <a:rPr lang="ko-KR" altLang="en-US" dirty="0"/>
              <a:t>명 </a:t>
            </a:r>
            <a:r>
              <a:rPr lang="en-US" altLang="ko-KR" dirty="0"/>
              <a:t>(18.9%)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데이터</a:t>
            </a:r>
            <a:endParaRPr lang="en-US" altLang="ko-KR" dirty="0"/>
          </a:p>
          <a:p>
            <a:pPr lvl="2"/>
            <a:r>
              <a:rPr lang="en-US" altLang="ko-KR" dirty="0"/>
              <a:t>2,257</a:t>
            </a:r>
            <a:r>
              <a:rPr lang="ko-KR" altLang="en-US" dirty="0"/>
              <a:t>명 中 </a:t>
            </a:r>
            <a:r>
              <a:rPr lang="en-US" altLang="ko-KR" dirty="0"/>
              <a:t>3</a:t>
            </a:r>
            <a:r>
              <a:rPr lang="ko-KR" altLang="en-US" dirty="0"/>
              <a:t>명 </a:t>
            </a:r>
            <a:r>
              <a:rPr lang="en-US" altLang="ko-KR" dirty="0"/>
              <a:t>(0.13%) 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</a:t>
            </a:r>
            <a:r>
              <a:rPr lang="ko-KR" altLang="en-US" dirty="0" err="1"/>
              <a:t>결측치는</a:t>
            </a:r>
            <a:r>
              <a:rPr lang="ko-KR" altLang="en-US" dirty="0"/>
              <a:t> 제외하지만</a:t>
            </a:r>
            <a:r>
              <a:rPr lang="en-US" altLang="ko-KR" dirty="0"/>
              <a:t>, </a:t>
            </a:r>
            <a:r>
              <a:rPr lang="ko-KR" altLang="en-US" dirty="0"/>
              <a:t>강남 </a:t>
            </a:r>
            <a:r>
              <a:rPr lang="ko-KR" altLang="en-US" dirty="0" err="1"/>
              <a:t>결측치는</a:t>
            </a:r>
            <a:r>
              <a:rPr lang="ko-KR" altLang="en-US" dirty="0"/>
              <a:t> 비율이 꽤 높음</a:t>
            </a:r>
            <a:endParaRPr lang="en-US" altLang="ko-KR" dirty="0"/>
          </a:p>
          <a:p>
            <a:pPr lvl="1"/>
            <a:r>
              <a:rPr lang="ko-KR" altLang="en-US" dirty="0"/>
              <a:t>강남 </a:t>
            </a:r>
            <a:r>
              <a:rPr lang="ko-KR" altLang="en-US" dirty="0" err="1"/>
              <a:t>결측치의</a:t>
            </a:r>
            <a:r>
              <a:rPr lang="ko-KR" altLang="en-US" dirty="0"/>
              <a:t> </a:t>
            </a:r>
            <a:r>
              <a:rPr lang="en-US" altLang="ko-KR" dirty="0"/>
              <a:t>92%</a:t>
            </a:r>
            <a:r>
              <a:rPr lang="ko-KR" altLang="en-US" dirty="0"/>
              <a:t>가 </a:t>
            </a:r>
            <a:r>
              <a:rPr lang="en-US" altLang="ko-KR" dirty="0"/>
              <a:t>BMI</a:t>
            </a:r>
            <a:r>
              <a:rPr lang="ko-KR" altLang="en-US" dirty="0"/>
              <a:t> 파일에서 병원 구분이 신촌으로 되어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2D737D-D466-5D4B-3B59-BE098732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0B83B-B820-DA13-4B87-1CDBCFC2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61093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3294</Words>
  <Application>Microsoft Office PowerPoint</Application>
  <PresentationFormat>와이드스크린</PresentationFormat>
  <Paragraphs>979</Paragraphs>
  <Slides>40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KoPubWorld돋움체 Medium</vt:lpstr>
      <vt:lpstr>KoPub돋움체 Bold</vt:lpstr>
      <vt:lpstr>KoPubWorld돋움체 Bold</vt:lpstr>
      <vt:lpstr>Arial</vt:lpstr>
      <vt:lpstr>맑은 고딕</vt:lpstr>
      <vt:lpstr>KoPub돋움체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Univariate Analysis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97</cp:revision>
  <dcterms:created xsi:type="dcterms:W3CDTF">2026-04-09T07:05:16Z</dcterms:created>
  <dcterms:modified xsi:type="dcterms:W3CDTF">2026-04-28T01:55:29Z</dcterms:modified>
</cp:coreProperties>
</file>