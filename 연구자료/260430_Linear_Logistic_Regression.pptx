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459" r:id="rId5"/>
    <p:sldId id="346" r:id="rId6"/>
    <p:sldId id="350" r:id="rId7"/>
    <p:sldId id="351" r:id="rId8"/>
    <p:sldId id="352" r:id="rId9"/>
    <p:sldId id="354" r:id="rId10"/>
    <p:sldId id="383" r:id="rId11"/>
    <p:sldId id="404" r:id="rId12"/>
    <p:sldId id="424" r:id="rId13"/>
    <p:sldId id="426" r:id="rId14"/>
    <p:sldId id="369" r:id="rId15"/>
    <p:sldId id="397" r:id="rId16"/>
    <p:sldId id="438" r:id="rId17"/>
    <p:sldId id="439" r:id="rId18"/>
    <p:sldId id="355" r:id="rId19"/>
    <p:sldId id="427" r:id="rId20"/>
    <p:sldId id="445" r:id="rId21"/>
    <p:sldId id="398" r:id="rId22"/>
    <p:sldId id="420" r:id="rId23"/>
    <p:sldId id="447" r:id="rId24"/>
    <p:sldId id="449" r:id="rId25"/>
    <p:sldId id="448" r:id="rId26"/>
    <p:sldId id="450" r:id="rId27"/>
    <p:sldId id="446" r:id="rId28"/>
    <p:sldId id="384" r:id="rId29"/>
    <p:sldId id="451" r:id="rId30"/>
    <p:sldId id="440" r:id="rId31"/>
    <p:sldId id="452" r:id="rId32"/>
    <p:sldId id="443" r:id="rId33"/>
    <p:sldId id="454" r:id="rId34"/>
    <p:sldId id="444" r:id="rId35"/>
    <p:sldId id="453" r:id="rId36"/>
    <p:sldId id="461" r:id="rId37"/>
    <p:sldId id="462" r:id="rId38"/>
    <p:sldId id="463" r:id="rId39"/>
    <p:sldId id="399" r:id="rId40"/>
    <p:sldId id="460" r:id="rId41"/>
    <p:sldId id="345" r:id="rId42"/>
  </p:sldIdLst>
  <p:sldSz cx="12192000" cy="6858000"/>
  <p:notesSz cx="6858000" cy="9144000"/>
  <p:embeddedFontLst>
    <p:embeddedFont>
      <p:font typeface="KoPubWorld돋움체 Bold" panose="020B0600000101010101" charset="-127"/>
      <p:bold r:id="rId44"/>
    </p:embeddedFont>
    <p:embeddedFont>
      <p:font typeface="KoPubWorld돋움체 Medium" panose="020B0600000101010101" charset="-127"/>
      <p:regular r:id="rId45"/>
    </p:embeddedFont>
    <p:embeddedFont>
      <p:font typeface="KoPub돋움체 Bold" panose="00000800000000000000" pitchFamily="2" charset="-127"/>
      <p:bold r:id="rId46"/>
    </p:embeddedFont>
    <p:embeddedFont>
      <p:font typeface="KoPub돋움체 Medium" panose="00000600000000000000" pitchFamily="2" charset="-127"/>
      <p:regular r:id="rId47"/>
    </p:embeddedFont>
    <p:embeddedFont>
      <p:font typeface="맑은 고딕" panose="020B0503020000020004" pitchFamily="50" charset="-127"/>
      <p:regular r:id="rId48"/>
      <p:bold r:id="rId4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258"/>
            <p14:sldId id="459"/>
            <p14:sldId id="346"/>
            <p14:sldId id="350"/>
            <p14:sldId id="351"/>
            <p14:sldId id="352"/>
            <p14:sldId id="354"/>
            <p14:sldId id="383"/>
            <p14:sldId id="404"/>
            <p14:sldId id="424"/>
            <p14:sldId id="426"/>
            <p14:sldId id="369"/>
            <p14:sldId id="397"/>
            <p14:sldId id="438"/>
            <p14:sldId id="439"/>
            <p14:sldId id="355"/>
            <p14:sldId id="427"/>
            <p14:sldId id="445"/>
            <p14:sldId id="398"/>
            <p14:sldId id="420"/>
            <p14:sldId id="447"/>
            <p14:sldId id="449"/>
            <p14:sldId id="448"/>
            <p14:sldId id="450"/>
            <p14:sldId id="446"/>
            <p14:sldId id="384"/>
            <p14:sldId id="451"/>
            <p14:sldId id="440"/>
            <p14:sldId id="452"/>
            <p14:sldId id="443"/>
            <p14:sldId id="454"/>
            <p14:sldId id="444"/>
            <p14:sldId id="453"/>
            <p14:sldId id="461"/>
            <p14:sldId id="462"/>
            <p14:sldId id="463"/>
            <p14:sldId id="399"/>
            <p14:sldId id="460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2185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  <pc:docChgLst>
    <pc:chgData name="janghoon jun" userId="056a5883350c2f5e" providerId="LiveId" clId="{74AFAB52-6487-4651-9B79-2F181DBD8D0A}"/>
    <pc:docChg chg="undo redo custSel addSld delSld modSld sldOrd modSection">
      <pc:chgData name="janghoon jun" userId="056a5883350c2f5e" providerId="LiveId" clId="{74AFAB52-6487-4651-9B79-2F181DBD8D0A}" dt="2026-04-30T01:49:05.467" v="3131" actId="20577"/>
      <pc:docMkLst>
        <pc:docMk/>
      </pc:docMkLst>
      <pc:sldChg chg="modSp mod">
        <pc:chgData name="janghoon jun" userId="056a5883350c2f5e" providerId="LiveId" clId="{74AFAB52-6487-4651-9B79-2F181DBD8D0A}" dt="2026-04-29T00:52:38.595" v="540" actId="20577"/>
        <pc:sldMkLst>
          <pc:docMk/>
          <pc:sldMk cId="3808511553" sldId="258"/>
        </pc:sldMkLst>
        <pc:spChg chg="mod">
          <ac:chgData name="janghoon jun" userId="056a5883350c2f5e" providerId="LiveId" clId="{74AFAB52-6487-4651-9B79-2F181DBD8D0A}" dt="2026-04-29T00:52:38.595" v="540" actId="20577"/>
          <ac:spMkLst>
            <pc:docMk/>
            <pc:sldMk cId="3808511553" sldId="258"/>
            <ac:spMk id="3" creationId="{A84C152F-6AC6-4EBB-8679-327588602FD5}"/>
          </ac:spMkLst>
        </pc:spChg>
      </pc:sldChg>
      <pc:sldChg chg="addSp delSp modSp mod">
        <pc:chgData name="janghoon jun" userId="056a5883350c2f5e" providerId="LiveId" clId="{74AFAB52-6487-4651-9B79-2F181DBD8D0A}" dt="2026-04-29T05:06:16.836" v="1272" actId="14100"/>
        <pc:sldMkLst>
          <pc:docMk/>
          <pc:sldMk cId="3042847678" sldId="355"/>
        </pc:sldMkLst>
        <pc:graphicFrameChg chg="del mod">
          <ac:chgData name="janghoon jun" userId="056a5883350c2f5e" providerId="LiveId" clId="{74AFAB52-6487-4651-9B79-2F181DBD8D0A}" dt="2026-04-29T05:06:02.806" v="1268" actId="478"/>
          <ac:graphicFrameMkLst>
            <pc:docMk/>
            <pc:sldMk cId="3042847678" sldId="355"/>
            <ac:graphicFrameMk id="8" creationId="{3649AB2B-068A-41A4-9569-D888FFBE35F3}"/>
          </ac:graphicFrameMkLst>
        </pc:graphicFrame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3" creationId="{151481C9-9D84-912C-1C87-DD8B1F5AD3B8}"/>
          </ac:picMkLst>
        </pc:picChg>
        <pc:picChg chg="del">
          <ac:chgData name="janghoon jun" userId="056a5883350c2f5e" providerId="LiveId" clId="{74AFAB52-6487-4651-9B79-2F181DBD8D0A}" dt="2026-04-29T05:06:03.484" v="1269" actId="478"/>
          <ac:picMkLst>
            <pc:docMk/>
            <pc:sldMk cId="3042847678" sldId="355"/>
            <ac:picMk id="5" creationId="{3069512A-1034-4976-1550-EAA8B67F6E5E}"/>
          </ac:picMkLst>
        </pc:picChg>
        <pc:picChg chg="add mod">
          <ac:chgData name="janghoon jun" userId="056a5883350c2f5e" providerId="LiveId" clId="{74AFAB52-6487-4651-9B79-2F181DBD8D0A}" dt="2026-04-29T05:06:16.836" v="1272" actId="14100"/>
          <ac:picMkLst>
            <pc:docMk/>
            <pc:sldMk cId="3042847678" sldId="355"/>
            <ac:picMk id="6" creationId="{E1D79CFF-0E3C-0AB0-818C-4B26ABBF9E26}"/>
          </ac:picMkLst>
        </pc:picChg>
      </pc:sldChg>
      <pc:sldChg chg="addSp delSp modSp mod">
        <pc:chgData name="janghoon jun" userId="056a5883350c2f5e" providerId="LiveId" clId="{74AFAB52-6487-4651-9B79-2F181DBD8D0A}" dt="2026-04-30T00:42:07.497" v="1851" actId="2711"/>
        <pc:sldMkLst>
          <pc:docMk/>
          <pc:sldMk cId="566521264" sldId="383"/>
        </pc:sldMkLst>
        <pc:spChg chg="mod">
          <ac:chgData name="janghoon jun" userId="056a5883350c2f5e" providerId="LiveId" clId="{74AFAB52-6487-4651-9B79-2F181DBD8D0A}" dt="2026-04-29T04:53:02.743" v="1143" actId="6549"/>
          <ac:spMkLst>
            <pc:docMk/>
            <pc:sldMk cId="566521264" sldId="383"/>
            <ac:spMk id="11" creationId="{2F49DB3D-7569-41CE-98E6-0D040C938EC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39" creationId="{BE12C57E-DDA6-448D-86BC-F1DC21EC5D54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0" creationId="{9341836B-E0D9-4AAE-A183-22EFDBEB5A9F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1" creationId="{FA0E5E16-BED6-4786-BA12-4B9DA00E5C69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2" creationId="{2BDD2FD2-D736-4432-A9D6-16A0A1C7E0A0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3" creationId="{393F3D5B-8095-49E6-98D3-E24267C25B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4" creationId="{43CA52CD-5E1B-4300-A6A1-8E0FB8D87ABE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5" creationId="{20A8A9A3-5B0C-4B19-B70F-63963F3E6EDA}"/>
          </ac:spMkLst>
        </pc:spChg>
        <pc:spChg chg="mod topLvl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6" creationId="{40535323-FE78-4A6C-BA8C-0B802F73AE17}"/>
          </ac:spMkLst>
        </pc:spChg>
        <pc:spChg chg="mod">
          <ac:chgData name="janghoon jun" userId="056a5883350c2f5e" providerId="LiveId" clId="{74AFAB52-6487-4651-9B79-2F181DBD8D0A}" dt="2026-04-29T04:52:50.478" v="1137" actId="164"/>
          <ac:spMkLst>
            <pc:docMk/>
            <pc:sldMk cId="566521264" sldId="383"/>
            <ac:spMk id="47" creationId="{DD5D9754-A87E-43AF-A4C5-5CF4B1571F89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8" creationId="{7A62C207-1358-4540-BAF7-886B262642A4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49" creationId="{D247224A-B980-4279-B627-9DE525993057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0" creationId="{3DF80006-189B-46B5-B51D-3D8BBBB8A175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1" creationId="{4B6BE63E-0123-4F18-8E59-967505038D69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2" creationId="{0BA79CE8-F960-47A9-AC4D-67BD17CA8306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3" creationId="{124F43EC-9CF1-44BF-9E3E-4BF33DCA13C3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4" creationId="{1DC6C060-CEA6-4E72-A09E-83151C02FBFB}"/>
          </ac:spMkLst>
        </pc:spChg>
        <pc:spChg chg="de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5" creationId="{0173FB4F-2768-4C0B-9D08-4D1348DEB512}"/>
          </ac:spMkLst>
        </pc:spChg>
        <pc:spChg chg="del mod topLvl">
          <ac:chgData name="janghoon jun" userId="056a5883350c2f5e" providerId="LiveId" clId="{74AFAB52-6487-4651-9B79-2F181DBD8D0A}" dt="2026-04-29T04:52:20.946" v="1133" actId="478"/>
          <ac:spMkLst>
            <pc:docMk/>
            <pc:sldMk cId="566521264" sldId="383"/>
            <ac:spMk id="56" creationId="{0EBFA46C-0E8B-4078-B998-CFCF1C15E333}"/>
          </ac:spMkLst>
        </pc:spChg>
        <pc:spChg chg="mod">
          <ac:chgData name="janghoon jun" userId="056a5883350c2f5e" providerId="LiveId" clId="{74AFAB52-6487-4651-9B79-2F181DBD8D0A}" dt="2026-04-29T01:29:47.884" v="1057" actId="20577"/>
          <ac:spMkLst>
            <pc:docMk/>
            <pc:sldMk cId="566521264" sldId="383"/>
            <ac:spMk id="61" creationId="{F8B5CF73-5AD1-47BB-9047-4C29B1832002}"/>
          </ac:spMkLst>
        </pc:spChg>
        <pc:grpChg chg="add mod">
          <ac:chgData name="janghoon jun" userId="056a5883350c2f5e" providerId="LiveId" clId="{74AFAB52-6487-4651-9B79-2F181DBD8D0A}" dt="2026-04-29T04:53:10.821" v="1144" actId="1076"/>
          <ac:grpSpMkLst>
            <pc:docMk/>
            <pc:sldMk cId="566521264" sldId="383"/>
            <ac:grpSpMk id="6" creationId="{134B4283-B221-6F97-DFAF-C89D8539DEF5}"/>
          </ac:grpSpMkLst>
        </pc:grpChg>
        <pc:graphicFrameChg chg="mod modGraphic">
          <ac:chgData name="janghoon jun" userId="056a5883350c2f5e" providerId="LiveId" clId="{74AFAB52-6487-4651-9B79-2F181DBD8D0A}" dt="2026-04-30T00:42:07.497" v="1851" actId="2711"/>
          <ac:graphicFrameMkLst>
            <pc:docMk/>
            <pc:sldMk cId="566521264" sldId="383"/>
            <ac:graphicFrameMk id="58" creationId="{482DE016-3F1C-4650-8969-98555872D4F0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53:43.308" v="2083" actId="20577"/>
        <pc:sldMkLst>
          <pc:docMk/>
          <pc:sldMk cId="1785302506" sldId="384"/>
        </pc:sldMkLst>
        <pc:spChg chg="mod">
          <ac:chgData name="janghoon jun" userId="056a5883350c2f5e" providerId="LiveId" clId="{74AFAB52-6487-4651-9B79-2F181DBD8D0A}" dt="2026-04-30T00:53:43.308" v="2083" actId="20577"/>
          <ac:spMkLst>
            <pc:docMk/>
            <pc:sldMk cId="1785302506" sldId="384"/>
            <ac:spMk id="3" creationId="{A84C152F-6AC6-4EBB-8679-327588602FD5}"/>
          </ac:spMkLst>
        </pc:spChg>
        <pc:spChg chg="mod">
          <ac:chgData name="janghoon jun" userId="056a5883350c2f5e" providerId="LiveId" clId="{74AFAB52-6487-4651-9B79-2F181DBD8D0A}" dt="2026-04-30T00:21:05.964" v="1750" actId="255"/>
          <ac:spMkLst>
            <pc:docMk/>
            <pc:sldMk cId="1785302506" sldId="384"/>
            <ac:spMk id="7" creationId="{D618DD6A-655F-02B1-E450-20C581D2F763}"/>
          </ac:spMkLst>
        </pc:spChg>
        <pc:graphicFrameChg chg="del">
          <ac:chgData name="janghoon jun" userId="056a5883350c2f5e" providerId="LiveId" clId="{74AFAB52-6487-4651-9B79-2F181DBD8D0A}" dt="2026-04-30T00:17:18.354" v="1698" actId="47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17:21.902" v="1699" actId="14734"/>
          <ac:graphicFrameMkLst>
            <pc:docMk/>
            <pc:sldMk cId="1785302506" sldId="384"/>
            <ac:graphicFrameMk id="6" creationId="{94DCFC33-C28C-2700-774F-9A442D3EB2B6}"/>
          </ac:graphicFrameMkLst>
        </pc:graphicFrameChg>
      </pc:sldChg>
      <pc:sldChg chg="del">
        <pc:chgData name="janghoon jun" userId="056a5883350c2f5e" providerId="LiveId" clId="{74AFAB52-6487-4651-9B79-2F181DBD8D0A}" dt="2026-04-29T05:12:52.217" v="1425" actId="47"/>
        <pc:sldMkLst>
          <pc:docMk/>
          <pc:sldMk cId="351167328" sldId="390"/>
        </pc:sldMkLst>
      </pc:sldChg>
      <pc:sldChg chg="addSp modSp del">
        <pc:chgData name="janghoon jun" userId="056a5883350c2f5e" providerId="LiveId" clId="{74AFAB52-6487-4651-9B79-2F181DBD8D0A}" dt="2026-04-29T05:12:55.518" v="1426" actId="47"/>
        <pc:sldMkLst>
          <pc:docMk/>
          <pc:sldMk cId="1047168083" sldId="391"/>
        </pc:sldMkLst>
      </pc:sldChg>
      <pc:sldChg chg="addSp modSp mod ord">
        <pc:chgData name="janghoon jun" userId="056a5883350c2f5e" providerId="LiveId" clId="{74AFAB52-6487-4651-9B79-2F181DBD8D0A}" dt="2026-04-30T01:12:41.137" v="2624"/>
        <pc:sldMkLst>
          <pc:docMk/>
          <pc:sldMk cId="433290991" sldId="397"/>
        </pc:sldMkLst>
        <pc:spChg chg="add mod">
          <ac:chgData name="janghoon jun" userId="056a5883350c2f5e" providerId="LiveId" clId="{74AFAB52-6487-4651-9B79-2F181DBD8D0A}" dt="2026-04-23T05:32:00.228" v="85"/>
          <ac:spMkLst>
            <pc:docMk/>
            <pc:sldMk cId="433290991" sldId="397"/>
            <ac:spMk id="7" creationId="{E7E0ACB4-8F9E-E8EE-4C62-427B6EC3AE55}"/>
          </ac:spMkLst>
        </pc:spChg>
        <pc:spChg chg="mod">
          <ac:chgData name="janghoon jun" userId="056a5883350c2f5e" providerId="LiveId" clId="{74AFAB52-6487-4651-9B79-2F181DBD8D0A}" dt="2026-04-29T05:08:03.869" v="1302" actId="20577"/>
          <ac:spMkLst>
            <pc:docMk/>
            <pc:sldMk cId="433290991" sldId="397"/>
            <ac:spMk id="11" creationId="{2F49DB3D-7569-41CE-98E6-0D040C938EC9}"/>
          </ac:spMkLst>
        </pc:spChg>
        <pc:graphicFrameChg chg="add mod">
          <ac:chgData name="janghoon jun" userId="056a5883350c2f5e" providerId="LiveId" clId="{74AFAB52-6487-4651-9B79-2F181DBD8D0A}" dt="2026-04-23T05:32:00.228" v="85"/>
          <ac:graphicFrameMkLst>
            <pc:docMk/>
            <pc:sldMk cId="433290991" sldId="397"/>
            <ac:graphicFrameMk id="8" creationId="{28DA11E0-4E3C-811C-B8A9-9CD0FDFDB9D9}"/>
          </ac:graphicFrameMkLst>
        </pc:graphicFrameChg>
        <pc:graphicFrameChg chg="mod">
          <ac:chgData name="janghoon jun" userId="056a5883350c2f5e" providerId="LiveId" clId="{74AFAB52-6487-4651-9B79-2F181DBD8D0A}" dt="2026-04-23T04:34:00.740" v="2"/>
          <ac:graphicFrameMkLst>
            <pc:docMk/>
            <pc:sldMk cId="433290991" sldId="397"/>
            <ac:graphicFrameMk id="9" creationId="{C580C458-2EE5-4689-8617-EE9C75945DE5}"/>
          </ac:graphicFrameMkLst>
        </pc:graphicFrameChg>
      </pc:sldChg>
      <pc:sldChg chg="modSp mod">
        <pc:chgData name="janghoon jun" userId="056a5883350c2f5e" providerId="LiveId" clId="{74AFAB52-6487-4651-9B79-2F181DBD8D0A}" dt="2026-04-30T01:49:05.467" v="3131" actId="20577"/>
        <pc:sldMkLst>
          <pc:docMk/>
          <pc:sldMk cId="422661794" sldId="399"/>
        </pc:sldMkLst>
        <pc:spChg chg="mod">
          <ac:chgData name="janghoon jun" userId="056a5883350c2f5e" providerId="LiveId" clId="{74AFAB52-6487-4651-9B79-2F181DBD8D0A}" dt="2026-04-30T01:32:41.761" v="2733" actId="20577"/>
          <ac:spMkLst>
            <pc:docMk/>
            <pc:sldMk cId="422661794" sldId="399"/>
            <ac:spMk id="2" creationId="{9AF0C8C8-C4B1-4336-9468-E6803A595282}"/>
          </ac:spMkLst>
        </pc:spChg>
        <pc:spChg chg="mod">
          <ac:chgData name="janghoon jun" userId="056a5883350c2f5e" providerId="LiveId" clId="{74AFAB52-6487-4651-9B79-2F181DBD8D0A}" dt="2026-04-30T01:49:05.467" v="3131" actId="20577"/>
          <ac:spMkLst>
            <pc:docMk/>
            <pc:sldMk cId="422661794" sldId="399"/>
            <ac:spMk id="3" creationId="{A84C152F-6AC6-4EBB-8679-327588602FD5}"/>
          </ac:spMkLst>
        </pc:spChg>
      </pc:sldChg>
      <pc:sldChg chg="modSp del mod ord">
        <pc:chgData name="janghoon jun" userId="056a5883350c2f5e" providerId="LiveId" clId="{74AFAB52-6487-4651-9B79-2F181DBD8D0A}" dt="2026-04-29T04:53:12.821" v="1145" actId="47"/>
        <pc:sldMkLst>
          <pc:docMk/>
          <pc:sldMk cId="1327445754" sldId="403"/>
        </pc:sldMkLst>
        <pc:spChg chg="mod">
          <ac:chgData name="janghoon jun" userId="056a5883350c2f5e" providerId="LiveId" clId="{74AFAB52-6487-4651-9B79-2F181DBD8D0A}" dt="2026-04-29T04:52:38.493" v="1134" actId="21"/>
          <ac:spMkLst>
            <pc:docMk/>
            <pc:sldMk cId="1327445754" sldId="403"/>
            <ac:spMk id="11" creationId="{2F49DB3D-7569-41CE-98E6-0D040C938EC9}"/>
          </ac:spMkLst>
        </pc:spChg>
      </pc:sldChg>
      <pc:sldChg chg="addSp delSp modSp mod ord">
        <pc:chgData name="janghoon jun" userId="056a5883350c2f5e" providerId="LiveId" clId="{74AFAB52-6487-4651-9B79-2F181DBD8D0A}" dt="2026-04-29T04:57:34.087" v="1197" actId="1035"/>
        <pc:sldMkLst>
          <pc:docMk/>
          <pc:sldMk cId="79559792" sldId="404"/>
        </pc:sldMkLst>
        <pc:picChg chg="add mod ord">
          <ac:chgData name="janghoon jun" userId="056a5883350c2f5e" providerId="LiveId" clId="{74AFAB52-6487-4651-9B79-2F181DBD8D0A}" dt="2026-04-29T04:53:55.259" v="1151" actId="167"/>
          <ac:picMkLst>
            <pc:docMk/>
            <pc:sldMk cId="79559792" sldId="404"/>
            <ac:picMk id="3" creationId="{D80867D5-EA38-95C1-DE7E-5B101673B098}"/>
          </ac:picMkLst>
        </pc:picChg>
        <pc:picChg chg="add del">
          <ac:chgData name="janghoon jun" userId="056a5883350c2f5e" providerId="LiveId" clId="{74AFAB52-6487-4651-9B79-2F181DBD8D0A}" dt="2026-04-29T01:39:14.961" v="1124" actId="478"/>
          <ac:picMkLst>
            <pc:docMk/>
            <pc:sldMk cId="79559792" sldId="404"/>
            <ac:picMk id="5" creationId="{0D09B646-F084-4AEA-BEEF-1A6E6900AD82}"/>
          </ac:picMkLst>
        </pc:picChg>
        <pc:picChg chg="add mod ord">
          <ac:chgData name="janghoon jun" userId="056a5883350c2f5e" providerId="LiveId" clId="{74AFAB52-6487-4651-9B79-2F181DBD8D0A}" dt="2026-04-29T04:57:34.087" v="1197" actId="1035"/>
          <ac:picMkLst>
            <pc:docMk/>
            <pc:sldMk cId="79559792" sldId="404"/>
            <ac:picMk id="5" creationId="{832C7808-8D4F-C5F2-EA44-1E8125FD959A}"/>
          </ac:picMkLst>
        </pc:picChg>
        <pc:picChg chg="add del">
          <ac:chgData name="janghoon jun" userId="056a5883350c2f5e" providerId="LiveId" clId="{74AFAB52-6487-4651-9B79-2F181DBD8D0A}" dt="2026-04-29T01:39:15.555" v="1125" actId="478"/>
          <ac:picMkLst>
            <pc:docMk/>
            <pc:sldMk cId="79559792" sldId="404"/>
            <ac:picMk id="6" creationId="{E0F76B1F-ACFD-F8B9-7EB7-7F91F47F3EB9}"/>
          </ac:picMkLst>
        </pc:picChg>
        <pc:picChg chg="add del mod ord">
          <ac:chgData name="janghoon jun" userId="056a5883350c2f5e" providerId="LiveId" clId="{74AFAB52-6487-4651-9B79-2F181DBD8D0A}" dt="2026-04-29T04:53:58.868" v="1152" actId="478"/>
          <ac:picMkLst>
            <pc:docMk/>
            <pc:sldMk cId="79559792" sldId="404"/>
            <ac:picMk id="7" creationId="{589A79D3-6C6E-4C9C-5192-74A2A746330D}"/>
          </ac:picMkLst>
        </pc:picChg>
        <pc:picChg chg="del">
          <ac:chgData name="janghoon jun" userId="056a5883350c2f5e" providerId="LiveId" clId="{74AFAB52-6487-4651-9B79-2F181DBD8D0A}" dt="2026-04-29T04:54:39.904" v="1160" actId="478"/>
          <ac:picMkLst>
            <pc:docMk/>
            <pc:sldMk cId="79559792" sldId="404"/>
            <ac:picMk id="8" creationId="{BFB89FDA-A353-493A-B9D5-D8613A24BF28}"/>
          </ac:picMkLst>
        </pc:picChg>
        <pc:picChg chg="add del mod">
          <ac:chgData name="janghoon jun" userId="056a5883350c2f5e" providerId="LiveId" clId="{74AFAB52-6487-4651-9B79-2F181DBD8D0A}" dt="2026-04-29T01:39:44.323" v="1131" actId="478"/>
          <ac:picMkLst>
            <pc:docMk/>
            <pc:sldMk cId="79559792" sldId="404"/>
            <ac:picMk id="10" creationId="{7DA4E8E9-B57F-6CE5-8D2E-7AAD5ABC9D0E}"/>
          </ac:picMkLst>
        </pc:picChg>
      </pc:sldChg>
      <pc:sldChg chg="addSp modSp add del">
        <pc:chgData name="janghoon jun" userId="056a5883350c2f5e" providerId="LiveId" clId="{74AFAB52-6487-4651-9B79-2F181DBD8D0A}" dt="2026-04-29T05:06:36.258" v="1273" actId="47"/>
        <pc:sldMkLst>
          <pc:docMk/>
          <pc:sldMk cId="3676489374" sldId="417"/>
        </pc:sldMkLst>
      </pc:sldChg>
      <pc:sldChg chg="addSp modSp add del">
        <pc:chgData name="janghoon jun" userId="056a5883350c2f5e" providerId="LiveId" clId="{74AFAB52-6487-4651-9B79-2F181DBD8D0A}" dt="2026-04-29T05:12:59.134" v="1427" actId="47"/>
        <pc:sldMkLst>
          <pc:docMk/>
          <pc:sldMk cId="547293721" sldId="419"/>
        </pc:sldMkLst>
      </pc:sldChg>
      <pc:sldChg chg="modSp add mod">
        <pc:chgData name="janghoon jun" userId="056a5883350c2f5e" providerId="LiveId" clId="{74AFAB52-6487-4651-9B79-2F181DBD8D0A}" dt="2026-04-30T00:10:26.920" v="1547" actId="20577"/>
        <pc:sldMkLst>
          <pc:docMk/>
          <pc:sldMk cId="3365920944" sldId="420"/>
        </pc:sldMkLst>
        <pc:spChg chg="mod">
          <ac:chgData name="janghoon jun" userId="056a5883350c2f5e" providerId="LiveId" clId="{74AFAB52-6487-4651-9B79-2F181DBD8D0A}" dt="2026-04-30T00:10:26.920" v="1547" actId="20577"/>
          <ac:spMkLst>
            <pc:docMk/>
            <pc:sldMk cId="3365920944" sldId="420"/>
            <ac:spMk id="2" creationId="{0AA2DBD3-62E5-96A7-3E5F-73205B97DF97}"/>
          </ac:spMkLst>
        </pc:spChg>
      </pc:sldChg>
      <pc:sldChg chg="addSp delSp modSp add mod">
        <pc:chgData name="janghoon jun" userId="056a5883350c2f5e" providerId="LiveId" clId="{74AFAB52-6487-4651-9B79-2F181DBD8D0A}" dt="2026-04-30T00:42:55.542" v="1857" actId="2062"/>
        <pc:sldMkLst>
          <pc:docMk/>
          <pc:sldMk cId="1183344318" sldId="424"/>
        </pc:sldMkLst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8" creationId="{B2C6FAFE-5A2E-DCD4-F728-0A160BF938E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9" creationId="{86C24931-875C-3989-300F-D88BEF4035F5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0" creationId="{82A01A6E-863E-4AFF-F49A-B40630B6E2BD}"/>
          </ac:spMkLst>
        </pc:spChg>
        <pc:spChg chg="mod">
          <ac:chgData name="janghoon jun" userId="056a5883350c2f5e" providerId="LiveId" clId="{74AFAB52-6487-4651-9B79-2F181DBD8D0A}" dt="2026-04-29T04:55:03.874" v="1164"/>
          <ac:spMkLst>
            <pc:docMk/>
            <pc:sldMk cId="1183344318" sldId="424"/>
            <ac:spMk id="11" creationId="{594F712F-1DB0-B5A0-BE58-7BFD2221BF1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2" creationId="{C6320AB4-C620-3751-F94E-1A5B13A211D9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3" creationId="{57E5F73A-6064-1474-6695-8D4D33781130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4" creationId="{F774B30F-91B8-335E-45E3-29769878AD72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5" creationId="{9FC8664F-C3C0-43E3-A023-1597F0919F2E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6" creationId="{C724235D-C6ED-C88A-511C-4D5DAF759BAA}"/>
          </ac:spMkLst>
        </pc:spChg>
        <pc:spChg chg="mod">
          <ac:chgData name="janghoon jun" userId="056a5883350c2f5e" providerId="LiveId" clId="{74AFAB52-6487-4651-9B79-2F181DBD8D0A}" dt="2026-04-29T04:55:29.143" v="1169"/>
          <ac:spMkLst>
            <pc:docMk/>
            <pc:sldMk cId="1183344318" sldId="424"/>
            <ac:spMk id="17" creationId="{0BC4B2E7-0901-F577-D184-231021AFF4F7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39" creationId="{74709CDB-3511-EB3A-EB8B-DF963D2B515F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0" creationId="{29DAD80C-8BB0-BD76-4CD8-1E2A19475F0A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1" creationId="{513777AE-C7E1-CE07-B746-19A75A1A8EE1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2" creationId="{9CDA1897-BED6-81E9-B864-D37489699BA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3" creationId="{778CDC44-B827-AE00-4D82-C5AAAF0929B6}"/>
          </ac:spMkLst>
        </pc:spChg>
        <pc:spChg chg="mod topLvl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4" creationId="{D400DB57-6635-6B94-9E8D-6E2BDBEFAFFC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5" creationId="{32141635-C4C2-7A98-989A-2541DBB4E694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6" creationId="{6C4F65FA-0C59-AD1B-0695-D13B08091D29}"/>
          </ac:spMkLst>
        </pc:spChg>
        <pc:spChg chg="mod">
          <ac:chgData name="janghoon jun" userId="056a5883350c2f5e" providerId="LiveId" clId="{74AFAB52-6487-4651-9B79-2F181DBD8D0A}" dt="2026-04-29T04:55:16.290" v="1167" actId="164"/>
          <ac:spMkLst>
            <pc:docMk/>
            <pc:sldMk cId="1183344318" sldId="424"/>
            <ac:spMk id="47" creationId="{5732E968-2554-EB9D-16F9-8131E5A09DCB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8" creationId="{FA7CA55E-15DC-9D15-13B8-8A14AAC56E54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49" creationId="{11880D5B-0F7C-4470-AA10-C6A33AA4198D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0" creationId="{05208522-6278-D741-9B2F-262FBDEFC690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1" creationId="{7FA5140B-7E90-34EC-DBE2-FFF673BDF000}"/>
          </ac:spMkLst>
        </pc:spChg>
        <pc:spChg chg="de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2" creationId="{3AEEF341-5712-B06D-4E32-C100545D2439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3" creationId="{4D59BBC4-D670-C230-0E3D-6E9A8CC1071C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4" creationId="{7EC843AF-ADFB-C9DF-BB2F-72BE02FB9E0F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5" creationId="{5089480E-2BC3-C771-0EC1-613CBF8B14EA}"/>
          </ac:spMkLst>
        </pc:spChg>
        <pc:spChg chg="del mod topLvl">
          <ac:chgData name="janghoon jun" userId="056a5883350c2f5e" providerId="LiveId" clId="{74AFAB52-6487-4651-9B79-2F181DBD8D0A}" dt="2026-04-29T04:55:11.191" v="1166" actId="478"/>
          <ac:spMkLst>
            <pc:docMk/>
            <pc:sldMk cId="1183344318" sldId="424"/>
            <ac:spMk id="56" creationId="{BAEC52FB-84B6-559A-4886-34A0FC2877A8}"/>
          </ac:spMkLst>
        </pc:spChg>
        <pc:spChg chg="mod">
          <ac:chgData name="janghoon jun" userId="056a5883350c2f5e" providerId="LiveId" clId="{74AFAB52-6487-4651-9B79-2F181DBD8D0A}" dt="2026-04-29T01:31:34.994" v="1063" actId="20577"/>
          <ac:spMkLst>
            <pc:docMk/>
            <pc:sldMk cId="1183344318" sldId="424"/>
            <ac:spMk id="61" creationId="{6D2F29C0-3430-B09B-78DB-3454E73F31E6}"/>
          </ac:spMkLst>
        </pc:spChg>
        <pc:grpChg chg="add mod">
          <ac:chgData name="janghoon jun" userId="056a5883350c2f5e" providerId="LiveId" clId="{74AFAB52-6487-4651-9B79-2F181DBD8D0A}" dt="2026-04-29T04:55:32.947" v="1170" actId="1076"/>
          <ac:grpSpMkLst>
            <pc:docMk/>
            <pc:sldMk cId="1183344318" sldId="424"/>
            <ac:grpSpMk id="6" creationId="{E8D9A72F-68D0-7578-2E09-58FBE8B862FE}"/>
          </ac:grpSpMkLst>
        </pc:grpChg>
        <pc:grpChg chg="add del mod">
          <ac:chgData name="janghoon jun" userId="056a5883350c2f5e" providerId="LiveId" clId="{74AFAB52-6487-4651-9B79-2F181DBD8D0A}" dt="2026-04-29T04:55:36.689" v="1171" actId="478"/>
          <ac:grpSpMkLst>
            <pc:docMk/>
            <pc:sldMk cId="1183344318" sldId="424"/>
            <ac:grpSpMk id="7" creationId="{9B6432B3-8AAE-B46C-7F9B-BF1C31DA4C5A}"/>
          </ac:grpSpMkLst>
        </pc:grpChg>
        <pc:graphicFrameChg chg="mod modGraphic">
          <ac:chgData name="janghoon jun" userId="056a5883350c2f5e" providerId="LiveId" clId="{74AFAB52-6487-4651-9B79-2F181DBD8D0A}" dt="2026-04-30T00:42:55.542" v="1857" actId="2062"/>
          <ac:graphicFrameMkLst>
            <pc:docMk/>
            <pc:sldMk cId="1183344318" sldId="424"/>
            <ac:graphicFrameMk id="58" creationId="{93111E9C-3E6D-1CC0-B18B-8040697D5774}"/>
          </ac:graphicFrameMkLst>
        </pc:graphicFrameChg>
      </pc:sldChg>
      <pc:sldChg chg="modSp add del mod ord">
        <pc:chgData name="janghoon jun" userId="056a5883350c2f5e" providerId="LiveId" clId="{74AFAB52-6487-4651-9B79-2F181DBD8D0A}" dt="2026-04-29T04:56:08.117" v="1172" actId="47"/>
        <pc:sldMkLst>
          <pc:docMk/>
          <pc:sldMk cId="3567372362" sldId="425"/>
        </pc:sldMkLst>
        <pc:spChg chg="mod">
          <ac:chgData name="janghoon jun" userId="056a5883350c2f5e" providerId="LiveId" clId="{74AFAB52-6487-4651-9B79-2F181DBD8D0A}" dt="2026-04-29T04:55:00.102" v="1161" actId="21"/>
          <ac:spMkLst>
            <pc:docMk/>
            <pc:sldMk cId="3567372362" sldId="425"/>
            <ac:spMk id="11" creationId="{4925A88E-9A76-1866-300E-75B3BD583781}"/>
          </ac:spMkLst>
        </pc:spChg>
      </pc:sldChg>
      <pc:sldChg chg="addSp delSp modSp add mod ord">
        <pc:chgData name="janghoon jun" userId="056a5883350c2f5e" providerId="LiveId" clId="{74AFAB52-6487-4651-9B79-2F181DBD8D0A}" dt="2026-04-29T04:57:29.837" v="1195" actId="1036"/>
        <pc:sldMkLst>
          <pc:docMk/>
          <pc:sldMk cId="2035619833" sldId="426"/>
        </pc:sldMkLst>
        <pc:picChg chg="add mod ord">
          <ac:chgData name="janghoon jun" userId="056a5883350c2f5e" providerId="LiveId" clId="{74AFAB52-6487-4651-9B79-2F181DBD8D0A}" dt="2026-04-29T04:56:36.008" v="1178" actId="167"/>
          <ac:picMkLst>
            <pc:docMk/>
            <pc:sldMk cId="2035619833" sldId="426"/>
            <ac:picMk id="3" creationId="{65FE3929-3ACF-4164-1782-1CD0C45B795C}"/>
          </ac:picMkLst>
        </pc:picChg>
        <pc:picChg chg="add mod ord">
          <ac:chgData name="janghoon jun" userId="056a5883350c2f5e" providerId="LiveId" clId="{74AFAB52-6487-4651-9B79-2F181DBD8D0A}" dt="2026-04-29T04:57:29.837" v="1195" actId="1036"/>
          <ac:picMkLst>
            <pc:docMk/>
            <pc:sldMk cId="2035619833" sldId="426"/>
            <ac:picMk id="5" creationId="{AE1BC314-3C9D-B4FC-C010-D9D561C73F2A}"/>
          </ac:picMkLst>
        </pc:picChg>
        <pc:picChg chg="del">
          <ac:chgData name="janghoon jun" userId="056a5883350c2f5e" providerId="LiveId" clId="{74AFAB52-6487-4651-9B79-2F181DBD8D0A}" dt="2026-04-29T04:56:37.399" v="1179" actId="478"/>
          <ac:picMkLst>
            <pc:docMk/>
            <pc:sldMk cId="2035619833" sldId="426"/>
            <ac:picMk id="6" creationId="{BC1F4BBC-90CD-A9A8-90E9-192C692B7D96}"/>
          </ac:picMkLst>
        </pc:picChg>
        <pc:picChg chg="add del">
          <ac:chgData name="janghoon jun" userId="056a5883350c2f5e" providerId="LiveId" clId="{74AFAB52-6487-4651-9B79-2F181DBD8D0A}" dt="2026-04-29T04:57:16.306" v="1187" actId="478"/>
          <ac:picMkLst>
            <pc:docMk/>
            <pc:sldMk cId="2035619833" sldId="426"/>
            <ac:picMk id="7" creationId="{F4CEE441-38AF-6F6C-F259-1C70D50A04DC}"/>
          </ac:picMkLst>
        </pc:picChg>
        <pc:picChg chg="add del">
          <ac:chgData name="janghoon jun" userId="056a5883350c2f5e" providerId="LiveId" clId="{74AFAB52-6487-4651-9B79-2F181DBD8D0A}" dt="2026-04-29T04:56:39.119" v="1180" actId="478"/>
          <ac:picMkLst>
            <pc:docMk/>
            <pc:sldMk cId="2035619833" sldId="426"/>
            <ac:picMk id="10" creationId="{585EAB18-FCD9-0D20-39A8-0352ED13AA94}"/>
          </ac:picMkLst>
        </pc:picChg>
      </pc:sldChg>
      <pc:sldChg chg="addSp delSp modSp add mod ord">
        <pc:chgData name="janghoon jun" userId="056a5883350c2f5e" providerId="LiveId" clId="{74AFAB52-6487-4651-9B79-2F181DBD8D0A}" dt="2026-04-29T05:07:12.337" v="1279" actId="14100"/>
        <pc:sldMkLst>
          <pc:docMk/>
          <pc:sldMk cId="3896853274" sldId="427"/>
        </pc:sldMkLst>
        <pc:graphicFrameChg chg="del mod">
          <ac:chgData name="janghoon jun" userId="056a5883350c2f5e" providerId="LiveId" clId="{74AFAB52-6487-4651-9B79-2F181DBD8D0A}" dt="2026-04-29T05:06:45.649" v="1274" actId="478"/>
          <ac:graphicFrameMkLst>
            <pc:docMk/>
            <pc:sldMk cId="3896853274" sldId="427"/>
            <ac:graphicFrameMk id="8" creationId="{E1BF661B-644B-B413-5A1F-111F1F8F21AD}"/>
          </ac:graphicFrameMkLst>
        </pc:graphicFrame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3" creationId="{0F09D61F-4575-4AA0-4EC0-F4ADA2B8559F}"/>
          </ac:picMkLst>
        </pc:picChg>
        <pc:picChg chg="add mod">
          <ac:chgData name="janghoon jun" userId="056a5883350c2f5e" providerId="LiveId" clId="{74AFAB52-6487-4651-9B79-2F181DBD8D0A}" dt="2026-04-29T05:07:12.337" v="1279" actId="14100"/>
          <ac:picMkLst>
            <pc:docMk/>
            <pc:sldMk cId="3896853274" sldId="427"/>
            <ac:picMk id="5" creationId="{69FA6F37-7768-C4BF-D5F4-6B224F40B4BE}"/>
          </ac:picMkLst>
        </pc:picChg>
        <pc:picChg chg="add del">
          <ac:chgData name="janghoon jun" userId="056a5883350c2f5e" providerId="LiveId" clId="{74AFAB52-6487-4651-9B79-2F181DBD8D0A}" dt="2026-04-29T05:06:46.212" v="1275" actId="478"/>
          <ac:picMkLst>
            <pc:docMk/>
            <pc:sldMk cId="3896853274" sldId="427"/>
            <ac:picMk id="6" creationId="{C54047D0-AF13-B2B0-3AD7-EC4D64CA5AA4}"/>
          </ac:picMkLst>
        </pc:picChg>
      </pc:sldChg>
      <pc:sldChg chg="addSp modSp add del ord modCm">
        <pc:chgData name="janghoon jun" userId="056a5883350c2f5e" providerId="LiveId" clId="{74AFAB52-6487-4651-9B79-2F181DBD8D0A}" dt="2026-04-29T05:07:29.696" v="1280" actId="47"/>
        <pc:sldMkLst>
          <pc:docMk/>
          <pc:sldMk cId="2959586648" sldId="429"/>
        </pc:sldMkLst>
      </pc:sldChg>
      <pc:sldChg chg="addSp modSp add del">
        <pc:chgData name="janghoon jun" userId="056a5883350c2f5e" providerId="LiveId" clId="{74AFAB52-6487-4651-9B79-2F181DBD8D0A}" dt="2026-04-29T05:13:01.931" v="1428" actId="47"/>
        <pc:sldMkLst>
          <pc:docMk/>
          <pc:sldMk cId="2349903612" sldId="430"/>
        </pc:sldMkLst>
      </pc:sldChg>
      <pc:sldChg chg="addSp modSp add del">
        <pc:chgData name="janghoon jun" userId="056a5883350c2f5e" providerId="LiveId" clId="{74AFAB52-6487-4651-9B79-2F181DBD8D0A}" dt="2026-04-29T05:13:04.141" v="1429" actId="47"/>
        <pc:sldMkLst>
          <pc:docMk/>
          <pc:sldMk cId="3899760896" sldId="431"/>
        </pc:sldMkLst>
      </pc:sldChg>
      <pc:sldChg chg="addSp delSp modSp add mod">
        <pc:chgData name="janghoon jun" userId="056a5883350c2f5e" providerId="LiveId" clId="{74AFAB52-6487-4651-9B79-2F181DBD8D0A}" dt="2026-04-30T01:12:51.226" v="2631" actId="6549"/>
        <pc:sldMkLst>
          <pc:docMk/>
          <pc:sldMk cId="4099219520" sldId="438"/>
        </pc:sldMkLst>
        <pc:spChg chg="add del mod">
          <ac:chgData name="janghoon jun" userId="056a5883350c2f5e" providerId="LiveId" clId="{74AFAB52-6487-4651-9B79-2F181DBD8D0A}" dt="2026-04-29T00:56:21.849" v="726" actId="478"/>
          <ac:spMkLst>
            <pc:docMk/>
            <pc:sldMk cId="4099219520" sldId="438"/>
            <ac:spMk id="3" creationId="{E1F33830-6301-294E-965D-34195F4CF66F}"/>
          </ac:spMkLst>
        </pc:spChg>
        <pc:spChg chg="mod">
          <ac:chgData name="janghoon jun" userId="056a5883350c2f5e" providerId="LiveId" clId="{74AFAB52-6487-4651-9B79-2F181DBD8D0A}" dt="2026-04-30T01:12:51.226" v="2631" actId="6549"/>
          <ac:spMkLst>
            <pc:docMk/>
            <pc:sldMk cId="4099219520" sldId="438"/>
            <ac:spMk id="14" creationId="{776DA4E4-00A3-E690-8224-10FF5B020CD9}"/>
          </ac:spMkLst>
        </pc:spChg>
      </pc:sldChg>
      <pc:sldChg chg="addSp delSp modSp add mod">
        <pc:chgData name="janghoon jun" userId="056a5883350c2f5e" providerId="LiveId" clId="{74AFAB52-6487-4651-9B79-2F181DBD8D0A}" dt="2026-04-29T05:11:30.008" v="1404" actId="403"/>
        <pc:sldMkLst>
          <pc:docMk/>
          <pc:sldMk cId="2448059843" sldId="439"/>
        </pc:sldMkLst>
        <pc:spChg chg="add del mod">
          <ac:chgData name="janghoon jun" userId="056a5883350c2f5e" providerId="LiveId" clId="{74AFAB52-6487-4651-9B79-2F181DBD8D0A}" dt="2026-04-29T04:58:23.399" v="1199" actId="478"/>
          <ac:spMkLst>
            <pc:docMk/>
            <pc:sldMk cId="2448059843" sldId="439"/>
            <ac:spMk id="5" creationId="{A68442DD-1B4E-D047-8850-38A5979BA4A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6" creationId="{F522D9CA-DB13-E8D4-A211-D139CF214D05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8" creationId="{6DF69552-3717-1F7A-BF20-B7A3EB3652C3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9" creationId="{1C25C5CD-59C4-9F33-F311-8696BFE0CD8D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10" creationId="{A6A389E8-DA0D-5668-B5B5-85D7D1CEDEA8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2" creationId="{7C4608E4-FF89-612E-FBFF-3E77474EA99D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3" creationId="{ADAFA306-3339-92E0-C35C-9A8634BF50C0}"/>
          </ac:spMkLst>
        </pc:spChg>
        <pc:spChg chg="del">
          <ac:chgData name="janghoon jun" userId="056a5883350c2f5e" providerId="LiveId" clId="{74AFAB52-6487-4651-9B79-2F181DBD8D0A}" dt="2026-04-29T04:58:20.587" v="1198" actId="478"/>
          <ac:spMkLst>
            <pc:docMk/>
            <pc:sldMk cId="2448059843" sldId="439"/>
            <ac:spMk id="14" creationId="{30577F5C-B21D-CABE-BC19-67450CCB75A3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5" creationId="{DF4BAE5E-2CB0-FB8A-D168-38B463ED8A67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18" creationId="{A377C9B6-A7A1-0364-F85D-33EA1C751C86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19" creationId="{305ABC69-8443-3860-EBCE-B25C8E3514A1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0" creationId="{15001893-4CFA-862E-C332-192491807659}"/>
          </ac:spMkLst>
        </pc:spChg>
        <pc:spChg chg="add 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1" creationId="{8C0F5990-A1D7-FA1A-5DA8-53EC9153E62E}"/>
          </ac:spMkLst>
        </pc:spChg>
        <pc:spChg chg="mod">
          <ac:chgData name="janghoon jun" userId="056a5883350c2f5e" providerId="LiveId" clId="{74AFAB52-6487-4651-9B79-2F181DBD8D0A}" dt="2026-04-29T05:00:51.711" v="1249" actId="403"/>
          <ac:spMkLst>
            <pc:docMk/>
            <pc:sldMk cId="2448059843" sldId="439"/>
            <ac:spMk id="22" creationId="{BAFA56F1-E95D-E6C7-D1FE-6BE6E209EFDF}"/>
          </ac:spMkLst>
        </pc:spChg>
        <pc:spChg chg="mod">
          <ac:chgData name="janghoon jun" userId="056a5883350c2f5e" providerId="LiveId" clId="{74AFAB52-6487-4651-9B79-2F181DBD8D0A}" dt="2026-04-29T04:59:37.277" v="1210" actId="14100"/>
          <ac:spMkLst>
            <pc:docMk/>
            <pc:sldMk cId="2448059843" sldId="439"/>
            <ac:spMk id="23" creationId="{206EECF2-3CF6-4F72-AA40-8064A0124F64}"/>
          </ac:spMkLst>
        </pc:spChg>
        <pc:spChg chg="mod">
          <ac:chgData name="janghoon jun" userId="056a5883350c2f5e" providerId="LiveId" clId="{74AFAB52-6487-4651-9B79-2F181DBD8D0A}" dt="2026-04-29T04:59:40.743" v="1211" actId="164"/>
          <ac:spMkLst>
            <pc:docMk/>
            <pc:sldMk cId="2448059843" sldId="439"/>
            <ac:spMk id="24" creationId="{3A666981-EE36-9701-8DA5-6383D6814977}"/>
          </ac:spMkLst>
        </pc:spChg>
        <pc:spChg chg="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6" creationId="{8842D9D5-20CD-7538-6FE5-794AB94CC6A3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27" creationId="{15E6DE08-3482-EEB1-582C-86F481BD675A}"/>
          </ac:spMkLst>
        </pc:spChg>
        <pc:spChg chg="mod">
          <ac:chgData name="janghoon jun" userId="056a5883350c2f5e" providerId="LiveId" clId="{74AFAB52-6487-4651-9B79-2F181DBD8D0A}" dt="2026-04-29T05:01:21.759" v="1257" actId="20577"/>
          <ac:spMkLst>
            <pc:docMk/>
            <pc:sldMk cId="2448059843" sldId="439"/>
            <ac:spMk id="28" creationId="{DBC08F65-E1EB-9516-C682-68D803279986}"/>
          </ac:spMkLst>
        </pc:spChg>
        <pc:spChg chg="mod">
          <ac:chgData name="janghoon jun" userId="056a5883350c2f5e" providerId="LiveId" clId="{74AFAB52-6487-4651-9B79-2F181DBD8D0A}" dt="2026-04-29T05:01:24.039" v="1259" actId="20577"/>
          <ac:spMkLst>
            <pc:docMk/>
            <pc:sldMk cId="2448059843" sldId="439"/>
            <ac:spMk id="29" creationId="{C59EBE51-E9ED-A4C8-5681-199515BD66E1}"/>
          </ac:spMkLst>
        </pc:spChg>
        <pc:spChg chg="add mod">
          <ac:chgData name="janghoon jun" userId="056a5883350c2f5e" providerId="LiveId" clId="{74AFAB52-6487-4651-9B79-2F181DBD8D0A}" dt="2026-04-29T05:01:17.093" v="1255" actId="403"/>
          <ac:spMkLst>
            <pc:docMk/>
            <pc:sldMk cId="2448059843" sldId="439"/>
            <ac:spMk id="30" creationId="{2CD71BF4-9679-B31C-EDFF-5919DF3BE15E}"/>
          </ac:spMkLst>
        </pc:spChg>
        <pc:spChg chg="add mod">
          <ac:chgData name="janghoon jun" userId="056a5883350c2f5e" providerId="LiveId" clId="{74AFAB52-6487-4651-9B79-2F181DBD8D0A}" dt="2026-04-29T05:11:15.259" v="1398" actId="1076"/>
          <ac:spMkLst>
            <pc:docMk/>
            <pc:sldMk cId="2448059843" sldId="439"/>
            <ac:spMk id="32" creationId="{28A39C34-6D03-D4B8-9D65-0DB57021CBF2}"/>
          </ac:spMkLst>
        </pc:spChg>
        <pc:spChg chg="add mod">
          <ac:chgData name="janghoon jun" userId="056a5883350c2f5e" providerId="LiveId" clId="{74AFAB52-6487-4651-9B79-2F181DBD8D0A}" dt="2026-04-29T04:58:46.446" v="1202" actId="14100"/>
          <ac:spMkLst>
            <pc:docMk/>
            <pc:sldMk cId="2448059843" sldId="439"/>
            <ac:spMk id="34" creationId="{91ABCF90-8287-49E7-403E-09E7AEEB9982}"/>
          </ac:spMkLst>
        </pc:spChg>
        <pc:spChg chg="add mod">
          <ac:chgData name="janghoon jun" userId="056a5883350c2f5e" providerId="LiveId" clId="{74AFAB52-6487-4651-9B79-2F181DBD8D0A}" dt="2026-04-29T05:08:47.984" v="1329" actId="1076"/>
          <ac:spMkLst>
            <pc:docMk/>
            <pc:sldMk cId="2448059843" sldId="439"/>
            <ac:spMk id="35" creationId="{20E5F45D-6041-A0EA-E652-8E74C4B7FB17}"/>
          </ac:spMkLst>
        </pc:spChg>
        <pc:spChg chg="add mod">
          <ac:chgData name="janghoon jun" userId="056a5883350c2f5e" providerId="LiveId" clId="{74AFAB52-6487-4651-9B79-2F181DBD8D0A}" dt="2026-04-29T05:08:31.493" v="1327" actId="20577"/>
          <ac:spMkLst>
            <pc:docMk/>
            <pc:sldMk cId="2448059843" sldId="439"/>
            <ac:spMk id="38" creationId="{50D0C90D-3828-BC8C-1164-95B6C1A3CE44}"/>
          </ac:spMkLst>
        </pc:spChg>
        <pc:grpChg chg="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6" creationId="{11B4D52B-15F6-8DA4-2739-8DF1FEB18585}"/>
          </ac:grpSpMkLst>
        </pc:grpChg>
        <pc:grpChg chg="add mod">
          <ac:chgData name="janghoon jun" userId="056a5883350c2f5e" providerId="LiveId" clId="{74AFAB52-6487-4651-9B79-2F181DBD8D0A}" dt="2026-04-29T05:08:57.180" v="1330" actId="1076"/>
          <ac:grpSpMkLst>
            <pc:docMk/>
            <pc:sldMk cId="2448059843" sldId="439"/>
            <ac:grpSpMk id="37" creationId="{CFD91A08-AC4C-D477-F737-33C06636B116}"/>
          </ac:grpSpMkLst>
        </pc:grpChg>
        <pc:graphicFrameChg chg="del mod modGraphic">
          <ac:chgData name="janghoon jun" userId="056a5883350c2f5e" providerId="LiveId" clId="{74AFAB52-6487-4651-9B79-2F181DBD8D0A}" dt="2026-04-29T05:09:59.040" v="1339" actId="478"/>
          <ac:graphicFrameMkLst>
            <pc:docMk/>
            <pc:sldMk cId="2448059843" sldId="439"/>
            <ac:graphicFrameMk id="31" creationId="{765346FE-96C0-AEF4-247E-6463725ACB27}"/>
          </ac:graphicFrameMkLst>
        </pc:graphicFrameChg>
        <pc:graphicFrameChg chg="del mod modGraphic">
          <ac:chgData name="janghoon jun" userId="056a5883350c2f5e" providerId="LiveId" clId="{74AFAB52-6487-4651-9B79-2F181DBD8D0A}" dt="2026-04-29T05:10:21.181" v="1352" actId="478"/>
          <ac:graphicFrameMkLst>
            <pc:docMk/>
            <pc:sldMk cId="2448059843" sldId="439"/>
            <ac:graphicFrameMk id="33" creationId="{9311C8D9-654A-D371-D1EE-2AB63DDABA47}"/>
          </ac:graphicFrameMkLst>
        </pc:graphicFrameChg>
        <pc:graphicFrameChg chg="add mod modGraphic">
          <ac:chgData name="janghoon jun" userId="056a5883350c2f5e" providerId="LiveId" clId="{74AFAB52-6487-4651-9B79-2F181DBD8D0A}" dt="2026-04-29T05:11:24.852" v="1402" actId="403"/>
          <ac:graphicFrameMkLst>
            <pc:docMk/>
            <pc:sldMk cId="2448059843" sldId="439"/>
            <ac:graphicFrameMk id="39" creationId="{42FBA0F0-A196-6D6F-2EEE-67705DFC7194}"/>
          </ac:graphicFrameMkLst>
        </pc:graphicFrameChg>
        <pc:graphicFrameChg chg="add mod modGraphic">
          <ac:chgData name="janghoon jun" userId="056a5883350c2f5e" providerId="LiveId" clId="{74AFAB52-6487-4651-9B79-2F181DBD8D0A}" dt="2026-04-29T05:11:30.008" v="1404" actId="403"/>
          <ac:graphicFrameMkLst>
            <pc:docMk/>
            <pc:sldMk cId="2448059843" sldId="439"/>
            <ac:graphicFrameMk id="40" creationId="{63449535-FBF9-C660-62B1-1B9385149142}"/>
          </ac:graphicFrameMkLst>
        </pc:graphicFrameChg>
      </pc:sldChg>
      <pc:sldChg chg="addSp delSp modSp mod ord">
        <pc:chgData name="janghoon jun" userId="056a5883350c2f5e" providerId="LiveId" clId="{74AFAB52-6487-4651-9B79-2F181DBD8D0A}" dt="2026-04-30T00:44:58.823" v="1859"/>
        <pc:sldMkLst>
          <pc:docMk/>
          <pc:sldMk cId="714209222" sldId="440"/>
        </pc:sldMkLst>
        <pc:spChg chg="mod">
          <ac:chgData name="janghoon jun" userId="056a5883350c2f5e" providerId="LiveId" clId="{74AFAB52-6487-4651-9B79-2F181DBD8D0A}" dt="2026-04-30T00:22:00.980" v="1762" actId="20577"/>
          <ac:spMkLst>
            <pc:docMk/>
            <pc:sldMk cId="714209222" sldId="440"/>
            <ac:spMk id="3" creationId="{390BD7E6-EF9B-E36B-1DCD-CED3DA9CCC00}"/>
          </ac:spMkLst>
        </pc:spChg>
        <pc:spChg chg="mod">
          <ac:chgData name="janghoon jun" userId="056a5883350c2f5e" providerId="LiveId" clId="{74AFAB52-6487-4651-9B79-2F181DBD8D0A}" dt="2026-04-30T00:20:53.911" v="1747" actId="207"/>
          <ac:spMkLst>
            <pc:docMk/>
            <pc:sldMk cId="714209222" sldId="440"/>
            <ac:spMk id="10" creationId="{DE399AA7-704D-17FF-4B91-28A54DA61309}"/>
          </ac:spMkLst>
        </pc:spChg>
        <pc:graphicFrameChg chg="add">
          <ac:chgData name="janghoon jun" userId="056a5883350c2f5e" providerId="LiveId" clId="{74AFAB52-6487-4651-9B79-2F181DBD8D0A}" dt="2026-04-30T00:18:03.089" v="1707"/>
          <ac:graphicFrameMkLst>
            <pc:docMk/>
            <pc:sldMk cId="714209222" sldId="440"/>
            <ac:graphicFrameMk id="5" creationId="{1CA3FED3-F37D-6C7B-DA1F-F206C35D57DB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0:36.558" v="1744" actId="113"/>
          <ac:graphicFrameMkLst>
            <pc:docMk/>
            <pc:sldMk cId="714209222" sldId="440"/>
            <ac:graphicFrameMk id="6" creationId="{2553B926-1BE2-B289-82FC-C1DD7EA9BF05}"/>
          </ac:graphicFrameMkLst>
        </pc:graphicFrameChg>
        <pc:graphicFrameChg chg="del">
          <ac:chgData name="janghoon jun" userId="056a5883350c2f5e" providerId="LiveId" clId="{74AFAB52-6487-4651-9B79-2F181DBD8D0A}" dt="2026-04-30T00:18:49.621" v="1716" actId="478"/>
          <ac:graphicFrameMkLst>
            <pc:docMk/>
            <pc:sldMk cId="714209222" sldId="440"/>
            <ac:graphicFrameMk id="9" creationId="{581A75F8-BE51-93AE-B17F-0F252D17B917}"/>
          </ac:graphicFrameMkLst>
        </pc:graphicFrameChg>
      </pc:sldChg>
      <pc:sldChg chg="delSp modSp add del mod">
        <pc:chgData name="janghoon jun" userId="056a5883350c2f5e" providerId="LiveId" clId="{74AFAB52-6487-4651-9B79-2F181DBD8D0A}" dt="2026-04-29T05:12:27.070" v="1424" actId="47"/>
        <pc:sldMkLst>
          <pc:docMk/>
          <pc:sldMk cId="1092152876" sldId="440"/>
        </pc:sldMkLst>
        <pc:spChg chg="mod">
          <ac:chgData name="janghoon jun" userId="056a5883350c2f5e" providerId="LiveId" clId="{74AFAB52-6487-4651-9B79-2F181DBD8D0A}" dt="2026-04-29T05:12:22.993" v="1423" actId="20577"/>
          <ac:spMkLst>
            <pc:docMk/>
            <pc:sldMk cId="1092152876" sldId="440"/>
            <ac:spMk id="11" creationId="{125788C7-5721-2014-73BF-3E824A329BFD}"/>
          </ac:spMkLst>
        </pc:spChg>
        <pc:picChg chg="del">
          <ac:chgData name="janghoon jun" userId="056a5883350c2f5e" providerId="LiveId" clId="{74AFAB52-6487-4651-9B79-2F181DBD8D0A}" dt="2026-04-29T05:12:14.144" v="1406" actId="478"/>
          <ac:picMkLst>
            <pc:docMk/>
            <pc:sldMk cId="1092152876" sldId="440"/>
            <ac:picMk id="3" creationId="{CA3DDB14-3FAA-600D-A130-C3277448B36B}"/>
          </ac:picMkLst>
        </pc:picChg>
        <pc:picChg chg="del">
          <ac:chgData name="janghoon jun" userId="056a5883350c2f5e" providerId="LiveId" clId="{74AFAB52-6487-4651-9B79-2F181DBD8D0A}" dt="2026-04-29T05:12:14.601" v="1407" actId="478"/>
          <ac:picMkLst>
            <pc:docMk/>
            <pc:sldMk cId="1092152876" sldId="440"/>
            <ac:picMk id="5" creationId="{CEB3CC55-1D88-761F-51B7-DAAAFA4685F9}"/>
          </ac:picMkLst>
        </pc:picChg>
      </pc:sldChg>
      <pc:sldChg chg="addSp delSp modSp mod">
        <pc:chgData name="janghoon jun" userId="056a5883350c2f5e" providerId="LiveId" clId="{74AFAB52-6487-4651-9B79-2F181DBD8D0A}" dt="2026-04-30T00:21:51.730" v="1760" actId="20577"/>
        <pc:sldMkLst>
          <pc:docMk/>
          <pc:sldMk cId="310154155" sldId="443"/>
        </pc:sldMkLst>
        <pc:spChg chg="mod">
          <ac:chgData name="janghoon jun" userId="056a5883350c2f5e" providerId="LiveId" clId="{74AFAB52-6487-4651-9B79-2F181DBD8D0A}" dt="2026-04-30T00:21:51.730" v="1760" actId="20577"/>
          <ac:spMkLst>
            <pc:docMk/>
            <pc:sldMk cId="310154155" sldId="443"/>
            <ac:spMk id="3" creationId="{0955EA2E-FF17-30D6-5615-AFEC32F2786A}"/>
          </ac:spMkLst>
        </pc:spChg>
        <pc:spChg chg="mod">
          <ac:chgData name="janghoon jun" userId="056a5883350c2f5e" providerId="LiveId" clId="{74AFAB52-6487-4651-9B79-2F181DBD8D0A}" dt="2026-04-30T00:21:22.824" v="1753" actId="255"/>
          <ac:spMkLst>
            <pc:docMk/>
            <pc:sldMk cId="310154155" sldId="443"/>
            <ac:spMk id="7" creationId="{50DDA337-73E2-1A0C-2AB0-F482B4A43D92}"/>
          </ac:spMkLst>
        </pc:spChg>
        <pc:graphicFrameChg chg="del">
          <ac:chgData name="janghoon jun" userId="056a5883350c2f5e" providerId="LiveId" clId="{74AFAB52-6487-4651-9B79-2F181DBD8D0A}" dt="2026-04-30T00:17:58.106" v="1706" actId="478"/>
          <ac:graphicFrameMkLst>
            <pc:docMk/>
            <pc:sldMk cId="310154155" sldId="443"/>
            <ac:graphicFrameMk id="5" creationId="{3C0BB619-9603-9B4B-2A8A-3E53F036A746}"/>
          </ac:graphicFrameMkLst>
        </pc:graphicFrameChg>
        <pc:graphicFrameChg chg="add mod ord modGraphic">
          <ac:chgData name="janghoon jun" userId="056a5883350c2f5e" providerId="LiveId" clId="{74AFAB52-6487-4651-9B79-2F181DBD8D0A}" dt="2026-04-30T00:21:40.636" v="1758" actId="113"/>
          <ac:graphicFrameMkLst>
            <pc:docMk/>
            <pc:sldMk cId="310154155" sldId="443"/>
            <ac:graphicFrameMk id="6" creationId="{7408A1CA-D336-AF2C-7C8F-F9EBA15EF032}"/>
          </ac:graphicFrameMkLst>
        </pc:graphicFrameChg>
      </pc:sldChg>
      <pc:sldChg chg="addSp delSp modSp mod">
        <pc:chgData name="janghoon jun" userId="056a5883350c2f5e" providerId="LiveId" clId="{74AFAB52-6487-4651-9B79-2F181DBD8D0A}" dt="2026-04-30T00:22:40.386" v="1773" actId="255"/>
        <pc:sldMkLst>
          <pc:docMk/>
          <pc:sldMk cId="299417860" sldId="444"/>
        </pc:sldMkLst>
        <pc:spChg chg="mod">
          <ac:chgData name="janghoon jun" userId="056a5883350c2f5e" providerId="LiveId" clId="{74AFAB52-6487-4651-9B79-2F181DBD8D0A}" dt="2026-04-30T00:22:05.324" v="1764" actId="20577"/>
          <ac:spMkLst>
            <pc:docMk/>
            <pc:sldMk cId="299417860" sldId="444"/>
            <ac:spMk id="3" creationId="{4CDB75B5-5FB1-713C-9105-90396123BFF9}"/>
          </ac:spMkLst>
        </pc:spChg>
        <pc:spChg chg="mod">
          <ac:chgData name="janghoon jun" userId="056a5883350c2f5e" providerId="LiveId" clId="{74AFAB52-6487-4651-9B79-2F181DBD8D0A}" dt="2026-04-30T00:22:40.386" v="1773" actId="255"/>
          <ac:spMkLst>
            <pc:docMk/>
            <pc:sldMk cId="299417860" sldId="444"/>
            <ac:spMk id="10" creationId="{0C7A62A1-6AC4-C7BE-BA95-14207B870729}"/>
          </ac:spMkLst>
        </pc:spChg>
        <pc:graphicFrameChg chg="add mod ord modGraphic">
          <ac:chgData name="janghoon jun" userId="056a5883350c2f5e" providerId="LiveId" clId="{74AFAB52-6487-4651-9B79-2F181DBD8D0A}" dt="2026-04-30T00:22:31.746" v="1770" actId="113"/>
          <ac:graphicFrameMkLst>
            <pc:docMk/>
            <pc:sldMk cId="299417860" sldId="444"/>
            <ac:graphicFrameMk id="5" creationId="{F10C9133-6F55-4993-F2DD-EE1A1242684F}"/>
          </ac:graphicFrameMkLst>
        </pc:graphicFrameChg>
        <pc:graphicFrameChg chg="del">
          <ac:chgData name="janghoon jun" userId="056a5883350c2f5e" providerId="LiveId" clId="{74AFAB52-6487-4651-9B79-2F181DBD8D0A}" dt="2026-04-30T00:19:18.824" v="1722" actId="478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  <pc:sldChg chg="addSp delSp modSp add mod ord">
        <pc:chgData name="janghoon jun" userId="056a5883350c2f5e" providerId="LiveId" clId="{74AFAB52-6487-4651-9B79-2F181DBD8D0A}" dt="2026-04-30T01:13:16.745" v="2632" actId="404"/>
        <pc:sldMkLst>
          <pc:docMk/>
          <pc:sldMk cId="1173872595" sldId="445"/>
        </pc:sldMkLst>
        <pc:spChg chg="del">
          <ac:chgData name="janghoon jun" userId="056a5883350c2f5e" providerId="LiveId" clId="{74AFAB52-6487-4651-9B79-2F181DBD8D0A}" dt="2026-04-30T00:03:49.886" v="1453" actId="478"/>
          <ac:spMkLst>
            <pc:docMk/>
            <pc:sldMk cId="1173872595" sldId="445"/>
            <ac:spMk id="7" creationId="{F6942F42-4FC2-45FC-5D07-AA761B32706B}"/>
          </ac:spMkLst>
        </pc:spChg>
        <pc:spChg chg="mod">
          <ac:chgData name="janghoon jun" userId="056a5883350c2f5e" providerId="LiveId" clId="{74AFAB52-6487-4651-9B79-2F181DBD8D0A}" dt="2026-04-30T00:03:46.511" v="1451" actId="20577"/>
          <ac:spMkLst>
            <pc:docMk/>
            <pc:sldMk cId="1173872595" sldId="445"/>
            <ac:spMk id="11" creationId="{A5397248-C9F4-C827-E41B-B2FA3EF821E2}"/>
          </ac:spMkLst>
        </pc:spChg>
        <pc:graphicFrameChg chg="add mod modGraphic">
          <ac:chgData name="janghoon jun" userId="056a5883350c2f5e" providerId="LiveId" clId="{74AFAB52-6487-4651-9B79-2F181DBD8D0A}" dt="2026-04-30T00:36:31.760" v="1806" actId="1036"/>
          <ac:graphicFrameMkLst>
            <pc:docMk/>
            <pc:sldMk cId="1173872595" sldId="445"/>
            <ac:graphicFrameMk id="3" creationId="{9836D049-1183-77F9-8DE6-0E2B7CFCABB4}"/>
          </ac:graphicFrameMkLst>
        </pc:graphicFrameChg>
        <pc:graphicFrameChg chg="del">
          <ac:chgData name="janghoon jun" userId="056a5883350c2f5e" providerId="LiveId" clId="{74AFAB52-6487-4651-9B79-2F181DBD8D0A}" dt="2026-04-30T00:03:48.481" v="1452" actId="478"/>
          <ac:graphicFrameMkLst>
            <pc:docMk/>
            <pc:sldMk cId="1173872595" sldId="445"/>
            <ac:graphicFrameMk id="8" creationId="{5B62076C-864F-A160-988D-85E35E681BC5}"/>
          </ac:graphicFrameMkLst>
        </pc:graphicFrameChg>
        <pc:graphicFrameChg chg="mod modGraphic">
          <ac:chgData name="janghoon jun" userId="056a5883350c2f5e" providerId="LiveId" clId="{74AFAB52-6487-4651-9B79-2F181DBD8D0A}" dt="2026-04-30T01:13:16.745" v="2632" actId="404"/>
          <ac:graphicFrameMkLst>
            <pc:docMk/>
            <pc:sldMk cId="1173872595" sldId="445"/>
            <ac:graphicFrameMk id="9" creationId="{FF409B6C-1299-8DA2-3803-D731263E40B2}"/>
          </ac:graphicFrameMkLst>
        </pc:graphicFrameChg>
        <pc:picChg chg="add mod">
          <ac:chgData name="janghoon jun" userId="056a5883350c2f5e" providerId="LiveId" clId="{74AFAB52-6487-4651-9B79-2F181DBD8D0A}" dt="2026-04-30T00:36:31.760" v="1806" actId="1036"/>
          <ac:picMkLst>
            <pc:docMk/>
            <pc:sldMk cId="1173872595" sldId="445"/>
            <ac:picMk id="6" creationId="{4600E78C-9705-3789-2144-42ECABA0B17F}"/>
          </ac:picMkLst>
        </pc:picChg>
      </pc:sldChg>
      <pc:sldChg chg="add">
        <pc:chgData name="janghoon jun" userId="056a5883350c2f5e" providerId="LiveId" clId="{74AFAB52-6487-4651-9B79-2F181DBD8D0A}" dt="2026-04-30T00:10:06.851" v="1519"/>
        <pc:sldMkLst>
          <pc:docMk/>
          <pc:sldMk cId="1011494890" sldId="446"/>
        </pc:sldMkLst>
      </pc:sldChg>
      <pc:sldChg chg="add del ord">
        <pc:chgData name="janghoon jun" userId="056a5883350c2f5e" providerId="LiveId" clId="{74AFAB52-6487-4651-9B79-2F181DBD8D0A}" dt="2026-04-30T00:10:38.776" v="1551" actId="47"/>
        <pc:sldMkLst>
          <pc:docMk/>
          <pc:sldMk cId="926544205" sldId="447"/>
        </pc:sldMkLst>
      </pc:sldChg>
      <pc:sldChg chg="addSp delSp modSp add mod ord">
        <pc:chgData name="janghoon jun" userId="056a5883350c2f5e" providerId="LiveId" clId="{74AFAB52-6487-4651-9B79-2F181DBD8D0A}" dt="2026-04-30T01:14:00.074" v="2638" actId="404"/>
        <pc:sldMkLst>
          <pc:docMk/>
          <pc:sldMk cId="3714070417" sldId="447"/>
        </pc:sldMkLst>
        <pc:spChg chg="mod">
          <ac:chgData name="janghoon jun" userId="056a5883350c2f5e" providerId="LiveId" clId="{74AFAB52-6487-4651-9B79-2F181DBD8D0A}" dt="2026-04-30T00:15:03.792" v="1673" actId="20577"/>
          <ac:spMkLst>
            <pc:docMk/>
            <pc:sldMk cId="3714070417" sldId="447"/>
            <ac:spMk id="11" creationId="{2C187963-7A49-FE75-24B5-BC08064FA3CB}"/>
          </ac:spMkLst>
        </pc:spChg>
        <pc:graphicFrameChg chg="mod modGraphic">
          <ac:chgData name="janghoon jun" userId="056a5883350c2f5e" providerId="LiveId" clId="{74AFAB52-6487-4651-9B79-2F181DBD8D0A}" dt="2026-04-30T01:14:00.074" v="2638" actId="404"/>
          <ac:graphicFrameMkLst>
            <pc:docMk/>
            <pc:sldMk cId="3714070417" sldId="447"/>
            <ac:graphicFrameMk id="3" creationId="{86CC0959-5CB0-AE80-3D0E-6EBF138089D3}"/>
          </ac:graphicFrameMkLst>
        </pc:graphicFrameChg>
        <pc:graphicFrameChg chg="add mod modGraphic">
          <ac:chgData name="janghoon jun" userId="056a5883350c2f5e" providerId="LiveId" clId="{74AFAB52-6487-4651-9B79-2F181DBD8D0A}" dt="2026-04-30T01:13:59.777" v="2637" actId="404"/>
          <ac:graphicFrameMkLst>
            <pc:docMk/>
            <pc:sldMk cId="3714070417" sldId="447"/>
            <ac:graphicFrameMk id="5" creationId="{FC5D62D1-777B-B096-AF47-AA0131186F24}"/>
          </ac:graphicFrameMkLst>
        </pc:graphicFrameChg>
        <pc:graphicFrameChg chg="del">
          <ac:chgData name="janghoon jun" userId="056a5883350c2f5e" providerId="LiveId" clId="{74AFAB52-6487-4651-9B79-2F181DBD8D0A}" dt="2026-04-30T00:11:06.496" v="1624" actId="478"/>
          <ac:graphicFrameMkLst>
            <pc:docMk/>
            <pc:sldMk cId="3714070417" sldId="447"/>
            <ac:graphicFrameMk id="9" creationId="{F71DA7B9-F9E4-1EED-9AC7-474F7358C119}"/>
          </ac:graphicFrameMkLst>
        </pc:graphicFrameChg>
        <pc:picChg chg="add del mod">
          <ac:chgData name="janghoon jun" userId="056a5883350c2f5e" providerId="LiveId" clId="{74AFAB52-6487-4651-9B79-2F181DBD8D0A}" dt="2026-04-30T00:38:58.543" v="1812" actId="478"/>
          <ac:picMkLst>
            <pc:docMk/>
            <pc:sldMk cId="3714070417" sldId="447"/>
            <ac:picMk id="7" creationId="{C150B62C-3959-88B1-97F3-115676D5EEB9}"/>
          </ac:picMkLst>
        </pc:picChg>
      </pc:sldChg>
      <pc:sldChg chg="modSp add mod">
        <pc:chgData name="janghoon jun" userId="056a5883350c2f5e" providerId="LiveId" clId="{74AFAB52-6487-4651-9B79-2F181DBD8D0A}" dt="2026-04-30T01:14:02.370" v="2640" actId="404"/>
        <pc:sldMkLst>
          <pc:docMk/>
          <pc:sldMk cId="758150741" sldId="448"/>
        </pc:sldMkLst>
        <pc:spChg chg="mod">
          <ac:chgData name="janghoon jun" userId="056a5883350c2f5e" providerId="LiveId" clId="{74AFAB52-6487-4651-9B79-2F181DBD8D0A}" dt="2026-04-30T00:15:14.489" v="1684" actId="20577"/>
          <ac:spMkLst>
            <pc:docMk/>
            <pc:sldMk cId="758150741" sldId="448"/>
            <ac:spMk id="11" creationId="{C0CBD8F0-F695-6084-612A-182BA033EEDB}"/>
          </ac:spMkLst>
        </pc:spChg>
        <pc:graphicFrameChg chg="mod modGraphic">
          <ac:chgData name="janghoon jun" userId="056a5883350c2f5e" providerId="LiveId" clId="{74AFAB52-6487-4651-9B79-2F181DBD8D0A}" dt="2026-04-30T01:14:02.370" v="2640" actId="404"/>
          <ac:graphicFrameMkLst>
            <pc:docMk/>
            <pc:sldMk cId="758150741" sldId="448"/>
            <ac:graphicFrameMk id="3" creationId="{2314823B-A23B-1A1D-93EE-3DE90B6D4D9E}"/>
          </ac:graphicFrameMkLst>
        </pc:graphicFrameChg>
        <pc:graphicFrameChg chg="mod modGraphic">
          <ac:chgData name="janghoon jun" userId="056a5883350c2f5e" providerId="LiveId" clId="{74AFAB52-6487-4651-9B79-2F181DBD8D0A}" dt="2026-04-30T01:14:01.917" v="2639" actId="404"/>
          <ac:graphicFrameMkLst>
            <pc:docMk/>
            <pc:sldMk cId="758150741" sldId="448"/>
            <ac:graphicFrameMk id="5" creationId="{CC2CB5A6-F5DD-FBF1-C92C-D06C15163DC9}"/>
          </ac:graphicFrameMkLst>
        </pc:graphicFrameChg>
      </pc:sldChg>
      <pc:sldChg chg="delSp modSp add mod">
        <pc:chgData name="janghoon jun" userId="056a5883350c2f5e" providerId="LiveId" clId="{74AFAB52-6487-4651-9B79-2F181DBD8D0A}" dt="2026-04-30T00:39:14.137" v="1817" actId="1076"/>
        <pc:sldMkLst>
          <pc:docMk/>
          <pc:sldMk cId="3014854381" sldId="449"/>
        </pc:sldMkLst>
        <pc:graphicFrameChg chg="del">
          <ac:chgData name="janghoon jun" userId="056a5883350c2f5e" providerId="LiveId" clId="{74AFAB52-6487-4651-9B79-2F181DBD8D0A}" dt="2026-04-30T00:39:01.949" v="1814" actId="478"/>
          <ac:graphicFrameMkLst>
            <pc:docMk/>
            <pc:sldMk cId="3014854381" sldId="449"/>
            <ac:graphicFrameMk id="3" creationId="{A3677FFD-2866-CE12-20FB-73002DDC2FDA}"/>
          </ac:graphicFrameMkLst>
        </pc:graphicFrameChg>
        <pc:graphicFrameChg chg="del">
          <ac:chgData name="janghoon jun" userId="056a5883350c2f5e" providerId="LiveId" clId="{74AFAB52-6487-4651-9B79-2F181DBD8D0A}" dt="2026-04-30T00:38:56.260" v="1811" actId="478"/>
          <ac:graphicFrameMkLst>
            <pc:docMk/>
            <pc:sldMk cId="3014854381" sldId="449"/>
            <ac:graphicFrameMk id="5" creationId="{BD404FD1-60F2-2C84-A177-E3B69D2E987B}"/>
          </ac:graphicFrameMkLst>
        </pc:graphicFrameChg>
        <pc:picChg chg="mod">
          <ac:chgData name="janghoon jun" userId="056a5883350c2f5e" providerId="LiveId" clId="{74AFAB52-6487-4651-9B79-2F181DBD8D0A}" dt="2026-04-30T00:39:14.137" v="1817" actId="1076"/>
          <ac:picMkLst>
            <pc:docMk/>
            <pc:sldMk cId="3014854381" sldId="449"/>
            <ac:picMk id="7" creationId="{C9983188-77AE-AF74-A801-610DA0B5FD99}"/>
          </ac:picMkLst>
        </pc:picChg>
      </pc:sldChg>
      <pc:sldChg chg="addSp delSp modSp add mod ord">
        <pc:chgData name="janghoon jun" userId="056a5883350c2f5e" providerId="LiveId" clId="{74AFAB52-6487-4651-9B79-2F181DBD8D0A}" dt="2026-04-30T00:39:54.699" v="1841" actId="478"/>
        <pc:sldMkLst>
          <pc:docMk/>
          <pc:sldMk cId="1944354834" sldId="450"/>
        </pc:sldMkLst>
        <pc:spChg chg="mod">
          <ac:chgData name="janghoon jun" userId="056a5883350c2f5e" providerId="LiveId" clId="{74AFAB52-6487-4651-9B79-2F181DBD8D0A}" dt="2026-04-30T00:39:37.042" v="1836" actId="20577"/>
          <ac:spMkLst>
            <pc:docMk/>
            <pc:sldMk cId="1944354834" sldId="450"/>
            <ac:spMk id="11" creationId="{28F0502B-6362-FF80-9026-F61BE2388919}"/>
          </ac:spMkLst>
        </pc:spChg>
        <pc:picChg chg="add mod ord">
          <ac:chgData name="janghoon jun" userId="056a5883350c2f5e" providerId="LiveId" clId="{74AFAB52-6487-4651-9B79-2F181DBD8D0A}" dt="2026-04-30T00:39:53.043" v="1840" actId="167"/>
          <ac:picMkLst>
            <pc:docMk/>
            <pc:sldMk cId="1944354834" sldId="450"/>
            <ac:picMk id="5" creationId="{FE09C3DB-1D07-5DCE-3DAE-9CBE3E15BD7C}"/>
          </ac:picMkLst>
        </pc:picChg>
        <pc:picChg chg="del">
          <ac:chgData name="janghoon jun" userId="056a5883350c2f5e" providerId="LiveId" clId="{74AFAB52-6487-4651-9B79-2F181DBD8D0A}" dt="2026-04-30T00:39:54.699" v="1841" actId="478"/>
          <ac:picMkLst>
            <pc:docMk/>
            <pc:sldMk cId="1944354834" sldId="450"/>
            <ac:picMk id="7" creationId="{2E0B50CD-D74B-81E6-AC37-D4F6C97A5D8D}"/>
          </ac:picMkLst>
        </pc:picChg>
      </pc:sldChg>
      <pc:sldChg chg="addSp delSp modSp add mod">
        <pc:chgData name="janghoon jun" userId="056a5883350c2f5e" providerId="LiveId" clId="{74AFAB52-6487-4651-9B79-2F181DBD8D0A}" dt="2026-04-30T00:53:39.322" v="2082" actId="20577"/>
        <pc:sldMkLst>
          <pc:docMk/>
          <pc:sldMk cId="2083855119" sldId="451"/>
        </pc:sldMkLst>
        <pc:spChg chg="mod ord">
          <ac:chgData name="janghoon jun" userId="056a5883350c2f5e" providerId="LiveId" clId="{74AFAB52-6487-4651-9B79-2F181DBD8D0A}" dt="2026-04-30T00:53:39.322" v="2082" actId="20577"/>
          <ac:spMkLst>
            <pc:docMk/>
            <pc:sldMk cId="2083855119" sldId="451"/>
            <ac:spMk id="3" creationId="{8CDEC9F7-2246-ED5F-159E-5D0850FD97D6}"/>
          </ac:spMkLst>
        </pc:spChg>
        <pc:spChg chg="add del mod">
          <ac:chgData name="janghoon jun" userId="056a5883350c2f5e" providerId="LiveId" clId="{74AFAB52-6487-4651-9B79-2F181DBD8D0A}" dt="2026-04-30T00:49:02.199" v="2001" actId="478"/>
          <ac:spMkLst>
            <pc:docMk/>
            <pc:sldMk cId="2083855119" sldId="451"/>
            <ac:spMk id="5" creationId="{A4E35DEA-294F-F6D9-85BC-D0CD2A8F772E}"/>
          </ac:spMkLst>
        </pc:spChg>
        <pc:spChg chg="del">
          <ac:chgData name="janghoon jun" userId="056a5883350c2f5e" providerId="LiveId" clId="{74AFAB52-6487-4651-9B79-2F181DBD8D0A}" dt="2026-04-30T00:48:41.839" v="1997" actId="478"/>
          <ac:spMkLst>
            <pc:docMk/>
            <pc:sldMk cId="2083855119" sldId="451"/>
            <ac:spMk id="7" creationId="{3237B6D4-C353-8106-E4FD-EA767E06FF8F}"/>
          </ac:spMkLst>
        </pc:spChg>
        <pc:spChg chg="add del mod">
          <ac:chgData name="janghoon jun" userId="056a5883350c2f5e" providerId="LiveId" clId="{74AFAB52-6487-4651-9B79-2F181DBD8D0A}" dt="2026-04-30T00:49:00.636" v="2000" actId="478"/>
          <ac:spMkLst>
            <pc:docMk/>
            <pc:sldMk cId="2083855119" sldId="451"/>
            <ac:spMk id="9" creationId="{81D6476E-FA13-9F3A-20EC-E90B1693ED34}"/>
          </ac:spMkLst>
        </pc:spChg>
        <pc:graphicFrameChg chg="del">
          <ac:chgData name="janghoon jun" userId="056a5883350c2f5e" providerId="LiveId" clId="{74AFAB52-6487-4651-9B79-2F181DBD8D0A}" dt="2026-04-30T00:48:40.903" v="1996" actId="478"/>
          <ac:graphicFrameMkLst>
            <pc:docMk/>
            <pc:sldMk cId="2083855119" sldId="451"/>
            <ac:graphicFrameMk id="6" creationId="{B3AC2D79-7885-D014-1F3A-104B7322CE9C}"/>
          </ac:graphicFrameMkLst>
        </pc:graphicFrameChg>
        <pc:picChg chg="add mod">
          <ac:chgData name="janghoon jun" userId="056a5883350c2f5e" providerId="LiveId" clId="{74AFAB52-6487-4651-9B79-2F181DBD8D0A}" dt="2026-04-30T00:49:09.996" v="2005" actId="14100"/>
          <ac:picMkLst>
            <pc:docMk/>
            <pc:sldMk cId="2083855119" sldId="451"/>
            <ac:picMk id="8" creationId="{C671C277-89AA-1AC0-6310-66046529B38D}"/>
          </ac:picMkLst>
        </pc:picChg>
        <pc:picChg chg="add mod">
          <ac:chgData name="janghoon jun" userId="056a5883350c2f5e" providerId="LiveId" clId="{74AFAB52-6487-4651-9B79-2F181DBD8D0A}" dt="2026-04-30T00:49:37.059" v="2012" actId="14100"/>
          <ac:picMkLst>
            <pc:docMk/>
            <pc:sldMk cId="2083855119" sldId="451"/>
            <ac:picMk id="10" creationId="{35231708-4493-894B-79D3-89FD4CD77D0A}"/>
          </ac:picMkLst>
        </pc:picChg>
      </pc:sldChg>
      <pc:sldChg chg="addSp delSp modSp add del mod">
        <pc:chgData name="janghoon jun" userId="056a5883350c2f5e" providerId="LiveId" clId="{74AFAB52-6487-4651-9B79-2F181DBD8D0A}" dt="2026-04-30T00:48:01.296" v="1994" actId="47"/>
        <pc:sldMkLst>
          <pc:docMk/>
          <pc:sldMk cId="3170950994" sldId="451"/>
        </pc:sldMkLst>
        <pc:spChg chg="del mod">
          <ac:chgData name="janghoon jun" userId="056a5883350c2f5e" providerId="LiveId" clId="{74AFAB52-6487-4651-9B79-2F181DBD8D0A}" dt="2026-04-30T00:46:07.527" v="1983" actId="478"/>
          <ac:spMkLst>
            <pc:docMk/>
            <pc:sldMk cId="3170950994" sldId="451"/>
            <ac:spMk id="3" creationId="{C0515C57-9706-5C67-F327-AE692B81AAAB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5" creationId="{458E5B27-19A0-AECC-FEE9-69B9ECC01BC2}"/>
          </ac:spMkLst>
        </pc:spChg>
        <pc:spChg chg="add mod">
          <ac:chgData name="janghoon jun" userId="056a5883350c2f5e" providerId="LiveId" clId="{74AFAB52-6487-4651-9B79-2F181DBD8D0A}" dt="2026-04-30T00:45:57.824" v="1982"/>
          <ac:spMkLst>
            <pc:docMk/>
            <pc:sldMk cId="3170950994" sldId="451"/>
            <ac:spMk id="8" creationId="{52E0D61A-8BF7-FB61-FE44-23AEC8DABFA3}"/>
          </ac:spMkLst>
        </pc:spChg>
        <pc:spChg chg="del">
          <ac:chgData name="janghoon jun" userId="056a5883350c2f5e" providerId="LiveId" clId="{74AFAB52-6487-4651-9B79-2F181DBD8D0A}" dt="2026-04-30T00:45:50.184" v="1980" actId="478"/>
          <ac:spMkLst>
            <pc:docMk/>
            <pc:sldMk cId="3170950994" sldId="451"/>
            <ac:spMk id="10" creationId="{6980B408-2E75-584E-3199-2510480DAF53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1" creationId="{06CF6D3F-7768-ED72-4BC6-9524C62BB579}"/>
          </ac:spMkLst>
        </pc:spChg>
        <pc:spChg chg="add mod">
          <ac:chgData name="janghoon jun" userId="056a5883350c2f5e" providerId="LiveId" clId="{74AFAB52-6487-4651-9B79-2F181DBD8D0A}" dt="2026-04-30T00:46:22.918" v="1986" actId="1076"/>
          <ac:spMkLst>
            <pc:docMk/>
            <pc:sldMk cId="3170950994" sldId="451"/>
            <ac:spMk id="13" creationId="{FB3ABF13-5969-1B9C-A690-841F05AB9514}"/>
          </ac:spMkLst>
        </pc:spChg>
        <pc:spChg chg="add del mod">
          <ac:chgData name="janghoon jun" userId="056a5883350c2f5e" providerId="LiveId" clId="{74AFAB52-6487-4651-9B79-2F181DBD8D0A}" dt="2026-04-30T00:46:08.494" v="1984" actId="478"/>
          <ac:spMkLst>
            <pc:docMk/>
            <pc:sldMk cId="3170950994" sldId="451"/>
            <ac:spMk id="16" creationId="{49816CCB-4D6B-6296-0E83-17D1F6B7EE6A}"/>
          </ac:spMkLst>
        </pc:spChg>
        <pc:graphicFrameChg chg="del">
          <ac:chgData name="janghoon jun" userId="056a5883350c2f5e" providerId="LiveId" clId="{74AFAB52-6487-4651-9B79-2F181DBD8D0A}" dt="2026-04-30T00:45:51.632" v="1981" actId="478"/>
          <ac:graphicFrameMkLst>
            <pc:docMk/>
            <pc:sldMk cId="3170950994" sldId="451"/>
            <ac:graphicFrameMk id="6" creationId="{56A621DB-0D51-29DE-967E-0AF0CBC1E7B1}"/>
          </ac:graphicFrameMkLst>
        </pc:graphicFrame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7" creationId="{4891B7D5-8D8C-5ED4-B9F1-A61A41057A95}"/>
          </ac:picMkLst>
        </pc:picChg>
        <pc:picChg chg="add mod">
          <ac:chgData name="janghoon jun" userId="056a5883350c2f5e" providerId="LiveId" clId="{74AFAB52-6487-4651-9B79-2F181DBD8D0A}" dt="2026-04-30T00:46:33.261" v="1987" actId="1076"/>
          <ac:picMkLst>
            <pc:docMk/>
            <pc:sldMk cId="3170950994" sldId="451"/>
            <ac:picMk id="9" creationId="{E8D5A6A2-15F7-265B-BA77-6CA8E94D27F7}"/>
          </ac:picMkLst>
        </pc:picChg>
        <pc:picChg chg="add mod">
          <ac:chgData name="janghoon jun" userId="056a5883350c2f5e" providerId="LiveId" clId="{74AFAB52-6487-4651-9B79-2F181DBD8D0A}" dt="2026-04-30T00:46:22.918" v="1986" actId="1076"/>
          <ac:picMkLst>
            <pc:docMk/>
            <pc:sldMk cId="3170950994" sldId="451"/>
            <ac:picMk id="12" creationId="{46EA115B-23F5-5114-25E9-6DE5EB226262}"/>
          </ac:picMkLst>
        </pc:picChg>
        <pc:picChg chg="add mod">
          <ac:chgData name="janghoon jun" userId="056a5883350c2f5e" providerId="LiveId" clId="{74AFAB52-6487-4651-9B79-2F181DBD8D0A}" dt="2026-04-30T00:46:48.354" v="1989" actId="1076"/>
          <ac:picMkLst>
            <pc:docMk/>
            <pc:sldMk cId="3170950994" sldId="451"/>
            <ac:picMk id="14" creationId="{BF3BE6DB-5E13-0560-C7ED-040BB7F621B8}"/>
          </ac:picMkLst>
        </pc:picChg>
      </pc:sldChg>
      <pc:sldChg chg="addSp delSp modSp add mod">
        <pc:chgData name="janghoon jun" userId="056a5883350c2f5e" providerId="LiveId" clId="{74AFAB52-6487-4651-9B79-2F181DBD8D0A}" dt="2026-04-30T00:53:11.027" v="2067" actId="14100"/>
        <pc:sldMkLst>
          <pc:docMk/>
          <pc:sldMk cId="1599999059" sldId="452"/>
        </pc:sldMkLst>
        <pc:spChg chg="del">
          <ac:chgData name="janghoon jun" userId="056a5883350c2f5e" providerId="LiveId" clId="{74AFAB52-6487-4651-9B79-2F181DBD8D0A}" dt="2026-04-30T00:50:09.323" v="2016" actId="478"/>
          <ac:spMkLst>
            <pc:docMk/>
            <pc:sldMk cId="1599999059" sldId="452"/>
            <ac:spMk id="10" creationId="{615E322B-8AE8-FAE9-20B8-BB2B8C41B63A}"/>
          </ac:spMkLst>
        </pc:spChg>
        <pc:graphicFrameChg chg="del">
          <ac:chgData name="janghoon jun" userId="056a5883350c2f5e" providerId="LiveId" clId="{74AFAB52-6487-4651-9B79-2F181DBD8D0A}" dt="2026-04-30T00:50:08.354" v="2015" actId="478"/>
          <ac:graphicFrameMkLst>
            <pc:docMk/>
            <pc:sldMk cId="1599999059" sldId="452"/>
            <ac:graphicFrameMk id="6" creationId="{F3C7CE2E-C644-42B6-5530-66A28684DD8B}"/>
          </ac:graphicFrameMkLst>
        </pc:graphicFrameChg>
        <pc:picChg chg="add mod">
          <ac:chgData name="janghoon jun" userId="056a5883350c2f5e" providerId="LiveId" clId="{74AFAB52-6487-4651-9B79-2F181DBD8D0A}" dt="2026-04-30T00:50:42.682" v="2025" actId="14100"/>
          <ac:picMkLst>
            <pc:docMk/>
            <pc:sldMk cId="1599999059" sldId="452"/>
            <ac:picMk id="5" creationId="{3D094B75-AA7C-0679-5174-34B7EB1C6B12}"/>
          </ac:picMkLst>
        </pc:picChg>
        <pc:picChg chg="add mod">
          <ac:chgData name="janghoon jun" userId="056a5883350c2f5e" providerId="LiveId" clId="{74AFAB52-6487-4651-9B79-2F181DBD8D0A}" dt="2026-04-30T00:50:33.366" v="2023" actId="14100"/>
          <ac:picMkLst>
            <pc:docMk/>
            <pc:sldMk cId="1599999059" sldId="452"/>
            <ac:picMk id="7" creationId="{D9D4E2D7-C6D1-FF1A-5E19-EBE1C0469415}"/>
          </ac:picMkLst>
        </pc:picChg>
        <pc:picChg chg="add mod">
          <ac:chgData name="janghoon jun" userId="056a5883350c2f5e" providerId="LiveId" clId="{74AFAB52-6487-4651-9B79-2F181DBD8D0A}" dt="2026-04-30T00:53:11.027" v="2067" actId="14100"/>
          <ac:picMkLst>
            <pc:docMk/>
            <pc:sldMk cId="1599999059" sldId="452"/>
            <ac:picMk id="8" creationId="{AA3D9CB8-60E9-DA22-9684-6344A9E5D001}"/>
          </ac:picMkLst>
        </pc:picChg>
      </pc:sldChg>
      <pc:sldChg chg="add del ord">
        <pc:chgData name="janghoon jun" userId="056a5883350c2f5e" providerId="LiveId" clId="{74AFAB52-6487-4651-9B79-2F181DBD8D0A}" dt="2026-04-30T00:48:00.239" v="1993" actId="47"/>
        <pc:sldMkLst>
          <pc:docMk/>
          <pc:sldMk cId="4077117757" sldId="452"/>
        </pc:sldMkLst>
      </pc:sldChg>
      <pc:sldChg chg="addSp delSp modSp add mod ord">
        <pc:chgData name="janghoon jun" userId="056a5883350c2f5e" providerId="LiveId" clId="{74AFAB52-6487-4651-9B79-2F181DBD8D0A}" dt="2026-04-30T00:53:00.677" v="2065" actId="14100"/>
        <pc:sldMkLst>
          <pc:docMk/>
          <pc:sldMk cId="204384169" sldId="453"/>
        </pc:sldMkLst>
        <pc:spChg chg="mod">
          <ac:chgData name="janghoon jun" userId="056a5883350c2f5e" providerId="LiveId" clId="{74AFAB52-6487-4651-9B79-2F181DBD8D0A}" dt="2026-04-30T00:51:47.887" v="2045" actId="20577"/>
          <ac:spMkLst>
            <pc:docMk/>
            <pc:sldMk cId="204384169" sldId="453"/>
            <ac:spMk id="3" creationId="{2E9AC4AF-2D55-F48D-0F0E-5FB8D9B13FEF}"/>
          </ac:spMkLst>
        </pc:spChg>
        <pc:picChg chg="del">
          <ac:chgData name="janghoon jun" userId="056a5883350c2f5e" providerId="LiveId" clId="{74AFAB52-6487-4651-9B79-2F181DBD8D0A}" dt="2026-04-30T00:52:37.196" v="2060" actId="478"/>
          <ac:picMkLst>
            <pc:docMk/>
            <pc:sldMk cId="204384169" sldId="453"/>
            <ac:picMk id="5" creationId="{C0724D73-9641-A2CE-397D-54AD5646A141}"/>
          </ac:picMkLst>
        </pc:picChg>
        <pc:picChg chg="del">
          <ac:chgData name="janghoon jun" userId="056a5883350c2f5e" providerId="LiveId" clId="{74AFAB52-6487-4651-9B79-2F181DBD8D0A}" dt="2026-04-30T00:52:05.887" v="2052" actId="478"/>
          <ac:picMkLst>
            <pc:docMk/>
            <pc:sldMk cId="204384169" sldId="453"/>
            <ac:picMk id="7" creationId="{CFFF8F0B-CD06-AD97-0AF8-C8C419E15D67}"/>
          </ac:picMkLst>
        </pc:picChg>
        <pc:picChg chg="del">
          <ac:chgData name="janghoon jun" userId="056a5883350c2f5e" providerId="LiveId" clId="{74AFAB52-6487-4651-9B79-2F181DBD8D0A}" dt="2026-04-30T00:52:49.825" v="2063" actId="478"/>
          <ac:picMkLst>
            <pc:docMk/>
            <pc:sldMk cId="204384169" sldId="453"/>
            <ac:picMk id="8" creationId="{A435C940-EF35-3D1E-11B3-1468073F62C4}"/>
          </ac:picMkLst>
        </pc:picChg>
        <pc:picChg chg="add mod ord">
          <ac:chgData name="janghoon jun" userId="056a5883350c2f5e" providerId="LiveId" clId="{74AFAB52-6487-4651-9B79-2F181DBD8D0A}" dt="2026-04-30T00:52:03.887" v="2051" actId="167"/>
          <ac:picMkLst>
            <pc:docMk/>
            <pc:sldMk cId="204384169" sldId="453"/>
            <ac:picMk id="9" creationId="{72D27FB0-CEE9-0F6B-9DC5-F7EE7F549AD2}"/>
          </ac:picMkLst>
        </pc:picChg>
        <pc:picChg chg="add mod ord">
          <ac:chgData name="janghoon jun" userId="056a5883350c2f5e" providerId="LiveId" clId="{74AFAB52-6487-4651-9B79-2F181DBD8D0A}" dt="2026-04-30T00:52:35.760" v="2059" actId="167"/>
          <ac:picMkLst>
            <pc:docMk/>
            <pc:sldMk cId="204384169" sldId="453"/>
            <ac:picMk id="11" creationId="{F2A4F272-B4DE-21A8-4A6F-FC45D6CC5DB1}"/>
          </ac:picMkLst>
        </pc:picChg>
        <pc:picChg chg="add mod">
          <ac:chgData name="janghoon jun" userId="056a5883350c2f5e" providerId="LiveId" clId="{74AFAB52-6487-4651-9B79-2F181DBD8D0A}" dt="2026-04-30T00:53:00.677" v="2065" actId="14100"/>
          <ac:picMkLst>
            <pc:docMk/>
            <pc:sldMk cId="204384169" sldId="453"/>
            <ac:picMk id="13" creationId="{71E4197F-A4BC-0C67-0D16-3AD89985B2F4}"/>
          </ac:picMkLst>
        </pc:picChg>
      </pc:sldChg>
      <pc:sldChg chg="addSp delSp modSp add mod ord">
        <pc:chgData name="janghoon jun" userId="056a5883350c2f5e" providerId="LiveId" clId="{74AFAB52-6487-4651-9B79-2F181DBD8D0A}" dt="2026-04-30T00:54:22.826" v="2093" actId="14100"/>
        <pc:sldMkLst>
          <pc:docMk/>
          <pc:sldMk cId="2069850026" sldId="454"/>
        </pc:sldMkLst>
        <pc:spChg chg="mod ord">
          <ac:chgData name="janghoon jun" userId="056a5883350c2f5e" providerId="LiveId" clId="{74AFAB52-6487-4651-9B79-2F181DBD8D0A}" dt="2026-04-30T00:54:08.199" v="2088" actId="166"/>
          <ac:spMkLst>
            <pc:docMk/>
            <pc:sldMk cId="2069850026" sldId="454"/>
            <ac:spMk id="3" creationId="{7E82AF84-369B-8873-99B7-35DF74AF1633}"/>
          </ac:spMkLst>
        </pc:spChg>
        <pc:picChg chg="add mod">
          <ac:chgData name="janghoon jun" userId="056a5883350c2f5e" providerId="LiveId" clId="{74AFAB52-6487-4651-9B79-2F181DBD8D0A}" dt="2026-04-30T00:54:02.811" v="2087" actId="1076"/>
          <ac:picMkLst>
            <pc:docMk/>
            <pc:sldMk cId="2069850026" sldId="454"/>
            <ac:picMk id="6" creationId="{A285CD5D-99D4-2CD0-E53A-65E84FA78FEB}"/>
          </ac:picMkLst>
        </pc:picChg>
        <pc:picChg chg="del">
          <ac:chgData name="janghoon jun" userId="056a5883350c2f5e" providerId="LiveId" clId="{74AFAB52-6487-4651-9B79-2F181DBD8D0A}" dt="2026-04-30T00:53:59.667" v="2086" actId="478"/>
          <ac:picMkLst>
            <pc:docMk/>
            <pc:sldMk cId="2069850026" sldId="454"/>
            <ac:picMk id="8" creationId="{A0BA17FE-3A97-F600-B46B-B629250861DD}"/>
          </ac:picMkLst>
        </pc:picChg>
        <pc:picChg chg="add mod">
          <ac:chgData name="janghoon jun" userId="056a5883350c2f5e" providerId="LiveId" clId="{74AFAB52-6487-4651-9B79-2F181DBD8D0A}" dt="2026-04-30T00:54:22.826" v="2093" actId="14100"/>
          <ac:picMkLst>
            <pc:docMk/>
            <pc:sldMk cId="2069850026" sldId="454"/>
            <ac:picMk id="9" creationId="{620E0C6C-2239-6340-7AF2-46BB5D2EBFB9}"/>
          </ac:picMkLst>
        </pc:picChg>
        <pc:picChg chg="del">
          <ac:chgData name="janghoon jun" userId="056a5883350c2f5e" providerId="LiveId" clId="{74AFAB52-6487-4651-9B79-2F181DBD8D0A}" dt="2026-04-30T00:54:11.824" v="2089" actId="478"/>
          <ac:picMkLst>
            <pc:docMk/>
            <pc:sldMk cId="2069850026" sldId="454"/>
            <ac:picMk id="10" creationId="{CEC0B618-FB27-AC57-F2E1-5DD325F6542A}"/>
          </ac:picMkLst>
        </pc:pic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571333182" sldId="455"/>
        </pc:sldMkLst>
        <pc:spChg chg="mod">
          <ac:chgData name="janghoon jun" userId="056a5883350c2f5e" providerId="LiveId" clId="{74AFAB52-6487-4651-9B79-2F181DBD8D0A}" dt="2026-04-30T01:02:48.825" v="2298" actId="20577"/>
          <ac:spMkLst>
            <pc:docMk/>
            <pc:sldMk cId="2571333182" sldId="455"/>
            <ac:spMk id="2" creationId="{386FCAA3-F291-38D0-C0CE-733A6DB73E14}"/>
          </ac:spMkLst>
        </pc:spChg>
      </pc:sldChg>
      <pc:sldChg chg="addSp delSp modSp add del mod">
        <pc:chgData name="janghoon jun" userId="056a5883350c2f5e" providerId="LiveId" clId="{74AFAB52-6487-4651-9B79-2F181DBD8D0A}" dt="2026-04-30T01:24:00.824" v="2648" actId="47"/>
        <pc:sldMkLst>
          <pc:docMk/>
          <pc:sldMk cId="2429218044" sldId="456"/>
        </pc:sldMkLst>
        <pc:spChg chg="del">
          <ac:chgData name="janghoon jun" userId="056a5883350c2f5e" providerId="LiveId" clId="{74AFAB52-6487-4651-9B79-2F181DBD8D0A}" dt="2026-04-30T00:55:45.761" v="2124" actId="478"/>
          <ac:spMkLst>
            <pc:docMk/>
            <pc:sldMk cId="2429218044" sldId="456"/>
            <ac:spMk id="3" creationId="{E5A22403-CF71-718B-7911-00AFC9A302D1}"/>
          </ac:spMkLst>
        </pc:spChg>
        <pc:spChg chg="del">
          <ac:chgData name="janghoon jun" userId="056a5883350c2f5e" providerId="LiveId" clId="{74AFAB52-6487-4651-9B79-2F181DBD8D0A}" dt="2026-04-30T00:55:43.017" v="2123" actId="478"/>
          <ac:spMkLst>
            <pc:docMk/>
            <pc:sldMk cId="2429218044" sldId="456"/>
            <ac:spMk id="7" creationId="{2B4E660F-4E1D-ADF7-F8CD-4E87288CA7F1}"/>
          </ac:spMkLst>
        </pc:spChg>
        <pc:spChg chg="add del mod">
          <ac:chgData name="janghoon jun" userId="056a5883350c2f5e" providerId="LiveId" clId="{74AFAB52-6487-4651-9B79-2F181DBD8D0A}" dt="2026-04-30T00:57:37.714" v="2129"/>
          <ac:spMkLst>
            <pc:docMk/>
            <pc:sldMk cId="2429218044" sldId="456"/>
            <ac:spMk id="8" creationId="{5A53C277-0D4D-31A1-10DF-D17C699164C0}"/>
          </ac:spMkLst>
        </pc:spChg>
        <pc:spChg chg="add mod">
          <ac:chgData name="janghoon jun" userId="056a5883350c2f5e" providerId="LiveId" clId="{74AFAB52-6487-4651-9B79-2F181DBD8D0A}" dt="2026-04-30T01:02:56.263" v="2308" actId="20577"/>
          <ac:spMkLst>
            <pc:docMk/>
            <pc:sldMk cId="2429218044" sldId="456"/>
            <ac:spMk id="12" creationId="{54D0792D-39F9-BEE8-9C84-0DF2C48B6A15}"/>
          </ac:spMkLst>
        </pc:spChg>
        <pc:spChg chg="add del mod">
          <ac:chgData name="janghoon jun" userId="056a5883350c2f5e" providerId="LiveId" clId="{74AFAB52-6487-4651-9B79-2F181DBD8D0A}" dt="2026-04-30T01:00:16.527" v="2238" actId="478"/>
          <ac:spMkLst>
            <pc:docMk/>
            <pc:sldMk cId="2429218044" sldId="456"/>
            <ac:spMk id="15" creationId="{B5AC90E7-09CD-61F5-697F-E80D56533DF6}"/>
          </ac:spMkLst>
        </pc:spChg>
        <pc:graphicFrameChg chg="del">
          <ac:chgData name="janghoon jun" userId="056a5883350c2f5e" providerId="LiveId" clId="{74AFAB52-6487-4651-9B79-2F181DBD8D0A}" dt="2026-04-30T00:55:41.684" v="2122" actId="478"/>
          <ac:graphicFrameMkLst>
            <pc:docMk/>
            <pc:sldMk cId="2429218044" sldId="456"/>
            <ac:graphicFrameMk id="6" creationId="{385CCBB2-41BD-EE72-2602-699435395CD4}"/>
          </ac:graphicFrameMkLst>
        </pc:graphicFrameChg>
        <pc:graphicFrameChg chg="add del mod modGraphic">
          <ac:chgData name="janghoon jun" userId="056a5883350c2f5e" providerId="LiveId" clId="{74AFAB52-6487-4651-9B79-2F181DBD8D0A}" dt="2026-04-30T01:00:13.575" v="2237" actId="478"/>
          <ac:graphicFrameMkLst>
            <pc:docMk/>
            <pc:sldMk cId="2429218044" sldId="456"/>
            <ac:graphicFrameMk id="11" creationId="{E0F024B0-A3F8-0521-2438-AE14118AA530}"/>
          </ac:graphicFrameMkLst>
        </pc:graphicFrameChg>
        <pc:graphicFrameChg chg="add mod modGraphic">
          <ac:chgData name="janghoon jun" userId="056a5883350c2f5e" providerId="LiveId" clId="{74AFAB52-6487-4651-9B79-2F181DBD8D0A}" dt="2026-04-30T01:01:56.059" v="2274" actId="13219"/>
          <ac:graphicFrameMkLst>
            <pc:docMk/>
            <pc:sldMk cId="2429218044" sldId="456"/>
            <ac:graphicFrameMk id="13" creationId="{93D5CE53-B9FD-8246-7D0F-7EDFDF665966}"/>
          </ac:graphicFrameMkLst>
        </pc:graphicFrameChg>
        <pc:picChg chg="add del mod">
          <ac:chgData name="janghoon jun" userId="056a5883350c2f5e" providerId="LiveId" clId="{74AFAB52-6487-4651-9B79-2F181DBD8D0A}" dt="2026-04-30T00:57:27.738" v="2128" actId="478"/>
          <ac:picMkLst>
            <pc:docMk/>
            <pc:sldMk cId="2429218044" sldId="456"/>
            <ac:picMk id="9" creationId="{8A799C24-A350-E385-6332-7F00C3551B4F}"/>
          </ac:picMkLst>
        </pc:picChg>
        <pc:picChg chg="add del mod">
          <ac:chgData name="janghoon jun" userId="056a5883350c2f5e" providerId="LiveId" clId="{74AFAB52-6487-4651-9B79-2F181DBD8D0A}" dt="2026-04-30T00:57:27.060" v="2127" actId="478"/>
          <ac:picMkLst>
            <pc:docMk/>
            <pc:sldMk cId="2429218044" sldId="456"/>
            <ac:picMk id="10" creationId="{BA9220C5-2A23-D91F-6945-380032F833D2}"/>
          </ac:picMkLst>
        </pc:picChg>
        <pc:picChg chg="add del mod">
          <ac:chgData name="janghoon jun" userId="056a5883350c2f5e" providerId="LiveId" clId="{74AFAB52-6487-4651-9B79-2F181DBD8D0A}" dt="2026-04-30T01:15:12.425" v="2647" actId="478"/>
          <ac:picMkLst>
            <pc:docMk/>
            <pc:sldMk cId="2429218044" sldId="456"/>
            <ac:picMk id="17" creationId="{DF446E91-4918-2344-767A-795C933560C2}"/>
          </ac:picMkLst>
        </pc:picChg>
      </pc:sldChg>
      <pc:sldChg chg="modSp add del mod">
        <pc:chgData name="janghoon jun" userId="056a5883350c2f5e" providerId="LiveId" clId="{74AFAB52-6487-4651-9B79-2F181DBD8D0A}" dt="2026-04-30T01:02:15.404" v="2275" actId="47"/>
        <pc:sldMkLst>
          <pc:docMk/>
          <pc:sldMk cId="400809689" sldId="457"/>
        </pc:sldMkLst>
        <pc:graphicFrameChg chg="modGraphic">
          <ac:chgData name="janghoon jun" userId="056a5883350c2f5e" providerId="LiveId" clId="{74AFAB52-6487-4651-9B79-2F181DBD8D0A}" dt="2026-04-30T00:58:23.449" v="2135" actId="2165"/>
          <ac:graphicFrameMkLst>
            <pc:docMk/>
            <pc:sldMk cId="400809689" sldId="457"/>
            <ac:graphicFrameMk id="11" creationId="{E8BBDF85-FC1A-8FD5-A666-0A28921C0A42}"/>
          </ac:graphicFrameMkLst>
        </pc:graphicFrameChg>
      </pc:sldChg>
      <pc:sldChg chg="modSp add del mod">
        <pc:chgData name="janghoon jun" userId="056a5883350c2f5e" providerId="LiveId" clId="{74AFAB52-6487-4651-9B79-2F181DBD8D0A}" dt="2026-04-30T01:24:00.824" v="2648" actId="47"/>
        <pc:sldMkLst>
          <pc:docMk/>
          <pc:sldMk cId="2146198532" sldId="458"/>
        </pc:sldMkLst>
        <pc:spChg chg="mod">
          <ac:chgData name="janghoon jun" userId="056a5883350c2f5e" providerId="LiveId" clId="{74AFAB52-6487-4651-9B79-2F181DBD8D0A}" dt="2026-04-30T01:03:02.524" v="2316" actId="20577"/>
          <ac:spMkLst>
            <pc:docMk/>
            <pc:sldMk cId="2146198532" sldId="458"/>
            <ac:spMk id="12" creationId="{B9AAB3D8-054F-22EA-2864-658A52EE01A6}"/>
          </ac:spMkLst>
        </pc:spChg>
        <pc:graphicFrameChg chg="mod modGraphic">
          <ac:chgData name="janghoon jun" userId="056a5883350c2f5e" providerId="LiveId" clId="{74AFAB52-6487-4651-9B79-2F181DBD8D0A}" dt="2026-04-30T01:01:46.262" v="2272" actId="13219"/>
          <ac:graphicFrameMkLst>
            <pc:docMk/>
            <pc:sldMk cId="2146198532" sldId="458"/>
            <ac:graphicFrameMk id="13" creationId="{A5263F6B-9CFB-354D-D9FC-395B555F682E}"/>
          </ac:graphicFrameMkLst>
        </pc:graphicFrameChg>
      </pc:sldChg>
      <pc:sldChg chg="addSp delSp modSp add mod">
        <pc:chgData name="janghoon jun" userId="056a5883350c2f5e" providerId="LiveId" clId="{74AFAB52-6487-4651-9B79-2F181DBD8D0A}" dt="2026-04-30T01:24:28.496" v="2668" actId="6549"/>
        <pc:sldMkLst>
          <pc:docMk/>
          <pc:sldMk cId="4008110466" sldId="459"/>
        </pc:sldMkLst>
        <pc:spChg chg="mod">
          <ac:chgData name="janghoon jun" userId="056a5883350c2f5e" providerId="LiveId" clId="{74AFAB52-6487-4651-9B79-2F181DBD8D0A}" dt="2026-04-30T01:11:57.700" v="2622" actId="20577"/>
          <ac:spMkLst>
            <pc:docMk/>
            <pc:sldMk cId="4008110466" sldId="459"/>
            <ac:spMk id="3" creationId="{920CCC20-1194-4EC8-3558-F6A83B74D8CE}"/>
          </ac:spMkLst>
        </pc:spChg>
        <pc:graphicFrameChg chg="add mod modGraphic">
          <ac:chgData name="janghoon jun" userId="056a5883350c2f5e" providerId="LiveId" clId="{74AFAB52-6487-4651-9B79-2F181DBD8D0A}" dt="2026-04-30T01:11:52.591" v="2618" actId="1076"/>
          <ac:graphicFrameMkLst>
            <pc:docMk/>
            <pc:sldMk cId="4008110466" sldId="459"/>
            <ac:graphicFrameMk id="5" creationId="{5B92593A-3940-4019-1E2D-EA9FA8DE87D9}"/>
          </ac:graphicFrameMkLst>
        </pc:graphicFrameChg>
        <pc:graphicFrameChg chg="add del mod modGraphic">
          <ac:chgData name="janghoon jun" userId="056a5883350c2f5e" providerId="LiveId" clId="{74AFAB52-6487-4651-9B79-2F181DBD8D0A}" dt="2026-04-30T01:24:28.496" v="2668" actId="6549"/>
          <ac:graphicFrameMkLst>
            <pc:docMk/>
            <pc:sldMk cId="4008110466" sldId="459"/>
            <ac:graphicFrameMk id="6" creationId="{C528550A-E24D-45B9-0759-FB177967D337}"/>
          </ac:graphicFrameMkLst>
        </pc:graphicFrameChg>
      </pc:sldChg>
      <pc:sldChg chg="modSp add mod">
        <pc:chgData name="janghoon jun" userId="056a5883350c2f5e" providerId="LiveId" clId="{74AFAB52-6487-4651-9B79-2F181DBD8D0A}" dt="2026-04-30T01:42:34.542" v="2973" actId="20577"/>
        <pc:sldMkLst>
          <pc:docMk/>
          <pc:sldMk cId="2637360850" sldId="460"/>
        </pc:sldMkLst>
        <pc:spChg chg="mod">
          <ac:chgData name="janghoon jun" userId="056a5883350c2f5e" providerId="LiveId" clId="{74AFAB52-6487-4651-9B79-2F181DBD8D0A}" dt="2026-04-30T01:34:06.089" v="2972" actId="20577"/>
          <ac:spMkLst>
            <pc:docMk/>
            <pc:sldMk cId="2637360850" sldId="460"/>
            <ac:spMk id="2" creationId="{13ABBE78-02FA-72F3-4C99-5DF66B430979}"/>
          </ac:spMkLst>
        </pc:spChg>
        <pc:spChg chg="mod">
          <ac:chgData name="janghoon jun" userId="056a5883350c2f5e" providerId="LiveId" clId="{74AFAB52-6487-4651-9B79-2F181DBD8D0A}" dt="2026-04-30T01:42:34.542" v="2973" actId="20577"/>
          <ac:spMkLst>
            <pc:docMk/>
            <pc:sldMk cId="2637360850" sldId="460"/>
            <ac:spMk id="3" creationId="{9CF01FE3-122C-A217-8711-BE44765EB8F5}"/>
          </ac:spMkLst>
        </pc:spChg>
      </pc:sldChg>
      <pc:sldChg chg="modSp add mod">
        <pc:chgData name="janghoon jun" userId="056a5883350c2f5e" providerId="LiveId" clId="{74AFAB52-6487-4651-9B79-2F181DBD8D0A}" dt="2026-04-30T01:43:41.358" v="3053" actId="20577"/>
        <pc:sldMkLst>
          <pc:docMk/>
          <pc:sldMk cId="2986241208" sldId="461"/>
        </pc:sldMkLst>
        <pc:spChg chg="mod">
          <ac:chgData name="janghoon jun" userId="056a5883350c2f5e" providerId="LiveId" clId="{74AFAB52-6487-4651-9B79-2F181DBD8D0A}" dt="2026-04-30T01:43:41.358" v="3053" actId="20577"/>
          <ac:spMkLst>
            <pc:docMk/>
            <pc:sldMk cId="2986241208" sldId="461"/>
            <ac:spMk id="2" creationId="{1724058F-693E-837F-AD14-6990529B0388}"/>
          </ac:spMkLst>
        </pc:spChg>
      </pc:sldChg>
      <pc:sldChg chg="addSp delSp modSp add mod">
        <pc:chgData name="janghoon jun" userId="056a5883350c2f5e" providerId="LiveId" clId="{74AFAB52-6487-4651-9B79-2F181DBD8D0A}" dt="2026-04-30T01:48:08.574" v="3089" actId="1076"/>
        <pc:sldMkLst>
          <pc:docMk/>
          <pc:sldMk cId="1016590315" sldId="462"/>
        </pc:sldMkLst>
        <pc:spChg chg="mod">
          <ac:chgData name="janghoon jun" userId="056a5883350c2f5e" providerId="LiveId" clId="{74AFAB52-6487-4651-9B79-2F181DBD8D0A}" dt="2026-04-30T01:43:33.698" v="3040"/>
          <ac:spMkLst>
            <pc:docMk/>
            <pc:sldMk cId="1016590315" sldId="462"/>
            <ac:spMk id="3" creationId="{A4696106-F74C-85FD-FF81-B8707270C8E1}"/>
          </ac:spMkLst>
        </pc:spChg>
        <pc:spChg chg="del">
          <ac:chgData name="janghoon jun" userId="056a5883350c2f5e" providerId="LiveId" clId="{74AFAB52-6487-4651-9B79-2F181DBD8D0A}" dt="2026-04-30T01:45:35.443" v="3056" actId="478"/>
          <ac:spMkLst>
            <pc:docMk/>
            <pc:sldMk cId="1016590315" sldId="462"/>
            <ac:spMk id="7" creationId="{191EBF2F-268D-8D49-1143-8644360580EB}"/>
          </ac:spMkLst>
        </pc:spChg>
        <pc:grpChg chg="add mod">
          <ac:chgData name="janghoon jun" userId="056a5883350c2f5e" providerId="LiveId" clId="{74AFAB52-6487-4651-9B79-2F181DBD8D0A}" dt="2026-04-30T01:48:08.574" v="3089" actId="1076"/>
          <ac:grpSpMkLst>
            <pc:docMk/>
            <pc:sldMk cId="1016590315" sldId="462"/>
            <ac:grpSpMk id="12" creationId="{768293D4-52FF-DAB4-D495-820F5CF70C45}"/>
          </ac:grpSpMkLst>
        </pc:grpChg>
        <pc:graphicFrameChg chg="del modGraphic">
          <ac:chgData name="janghoon jun" userId="056a5883350c2f5e" providerId="LiveId" clId="{74AFAB52-6487-4651-9B79-2F181DBD8D0A}" dt="2026-04-30T01:45:34.147" v="3055" actId="478"/>
          <ac:graphicFrameMkLst>
            <pc:docMk/>
            <pc:sldMk cId="1016590315" sldId="462"/>
            <ac:graphicFrameMk id="6" creationId="{870D98C4-1437-1CC6-7A64-D8D0F4442D46}"/>
          </ac:graphicFrameMkLst>
        </pc:graphicFrameChg>
        <pc:picChg chg="add mod ord modCrop">
          <ac:chgData name="janghoon jun" userId="056a5883350c2f5e" providerId="LiveId" clId="{74AFAB52-6487-4651-9B79-2F181DBD8D0A}" dt="2026-04-30T01:47:05.012" v="3077" actId="164"/>
          <ac:picMkLst>
            <pc:docMk/>
            <pc:sldMk cId="1016590315" sldId="462"/>
            <ac:picMk id="8" creationId="{7F46A1AB-843A-5874-7FD2-03EC76CEA837}"/>
          </ac:picMkLst>
        </pc:picChg>
        <pc:picChg chg="add del mod">
          <ac:chgData name="janghoon jun" userId="056a5883350c2f5e" providerId="LiveId" clId="{74AFAB52-6487-4651-9B79-2F181DBD8D0A}" dt="2026-04-30T01:45:47.216" v="3061" actId="478"/>
          <ac:picMkLst>
            <pc:docMk/>
            <pc:sldMk cId="1016590315" sldId="462"/>
            <ac:picMk id="10" creationId="{03B9B812-03EF-95E8-F2A0-9460DA5239C6}"/>
          </ac:picMkLst>
        </pc:picChg>
        <pc:picChg chg="add mod modCrop">
          <ac:chgData name="janghoon jun" userId="056a5883350c2f5e" providerId="LiveId" clId="{74AFAB52-6487-4651-9B79-2F181DBD8D0A}" dt="2026-04-30T01:47:55.805" v="3087" actId="1076"/>
          <ac:picMkLst>
            <pc:docMk/>
            <pc:sldMk cId="1016590315" sldId="462"/>
            <ac:picMk id="11" creationId="{E1F1B413-99B2-3201-1F57-72CBDE65F37F}"/>
          </ac:picMkLst>
        </pc:picChg>
      </pc:sldChg>
      <pc:sldChg chg="addSp delSp modSp add mod">
        <pc:chgData name="janghoon jun" userId="056a5883350c2f5e" providerId="LiveId" clId="{74AFAB52-6487-4651-9B79-2F181DBD8D0A}" dt="2026-04-30T01:48:25.339" v="3094" actId="478"/>
        <pc:sldMkLst>
          <pc:docMk/>
          <pc:sldMk cId="4179621832" sldId="463"/>
        </pc:sldMkLst>
        <pc:grpChg chg="add del mod ord">
          <ac:chgData name="janghoon jun" userId="056a5883350c2f5e" providerId="LiveId" clId="{74AFAB52-6487-4651-9B79-2F181DBD8D0A}" dt="2026-04-30T01:48:25.339" v="3094" actId="478"/>
          <ac:grpSpMkLst>
            <pc:docMk/>
            <pc:sldMk cId="4179621832" sldId="463"/>
            <ac:grpSpMk id="5" creationId="{70599D0A-B346-14D1-B241-609670A17FDA}"/>
          </ac:grpSpMkLst>
        </pc:grp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6" creationId="{E76ACF7B-6C8A-C7EB-D978-F080E7647600}"/>
          </ac:picMkLst>
        </pc:picChg>
        <pc:picChg chg="mod">
          <ac:chgData name="janghoon jun" userId="056a5883350c2f5e" providerId="LiveId" clId="{74AFAB52-6487-4651-9B79-2F181DBD8D0A}" dt="2026-04-30T01:48:13.387" v="3090"/>
          <ac:picMkLst>
            <pc:docMk/>
            <pc:sldMk cId="4179621832" sldId="463"/>
            <ac:picMk id="7" creationId="{31A7AD88-7D10-52D1-AA7B-441FDFF84B8B}"/>
          </ac:picMkLst>
        </pc:picChg>
        <pc:picChg chg="mod ord modCrop">
          <ac:chgData name="janghoon jun" userId="056a5883350c2f5e" providerId="LiveId" clId="{74AFAB52-6487-4651-9B79-2F181DBD8D0A}" dt="2026-04-30T01:48:23.572" v="3093" actId="167"/>
          <ac:picMkLst>
            <pc:docMk/>
            <pc:sldMk cId="4179621832" sldId="463"/>
            <ac:picMk id="8" creationId="{C36BA2E2-5663-9090-EADD-5C789C641EE6}"/>
          </ac:picMkLst>
        </pc:picChg>
      </pc:sldChg>
    </pc:docChg>
  </pc:docChgLst>
  <pc:docChgLst>
    <pc:chgData name="janghoon jun" userId="056a5883350c2f5e" providerId="LiveId" clId="{EC358B4E-7CCC-4F9E-86DF-ACF8DD1FCFA2}"/>
    <pc:docChg chg="addSld delSld modSld">
      <pc:chgData name="janghoon jun" userId="056a5883350c2f5e" providerId="LiveId" clId="{EC358B4E-7CCC-4F9E-86DF-ACF8DD1FCFA2}" dt="2026-04-29T10:17:24.925" v="27"/>
      <pc:docMkLst>
        <pc:docMk/>
      </pc:docMkLst>
      <pc:sldChg chg="addSp modSp">
        <pc:chgData name="janghoon jun" userId="056a5883350c2f5e" providerId="LiveId" clId="{EC358B4E-7CCC-4F9E-86DF-ACF8DD1FCFA2}" dt="2026-04-29T10:14:15.267" v="19"/>
        <pc:sldMkLst>
          <pc:docMk/>
          <pc:sldMk cId="1785302506" sldId="384"/>
        </pc:sldMkLst>
        <pc:spChg chg="add mod">
          <ac:chgData name="janghoon jun" userId="056a5883350c2f5e" providerId="LiveId" clId="{EC358B4E-7CCC-4F9E-86DF-ACF8DD1FCFA2}" dt="2026-04-29T10:14:15.267" v="19"/>
          <ac:spMkLst>
            <pc:docMk/>
            <pc:sldMk cId="1785302506" sldId="384"/>
            <ac:spMk id="7" creationId="{D618DD6A-655F-02B1-E450-20C581D2F763}"/>
          </ac:spMkLst>
        </pc:spChg>
        <pc:graphicFrameChg chg="add mod">
          <ac:chgData name="janghoon jun" userId="056a5883350c2f5e" providerId="LiveId" clId="{EC358B4E-7CCC-4F9E-86DF-ACF8DD1FCFA2}" dt="2026-04-29T10:13:56.021" v="18"/>
          <ac:graphicFrameMkLst>
            <pc:docMk/>
            <pc:sldMk cId="1785302506" sldId="384"/>
            <ac:graphicFrameMk id="5" creationId="{262DD5F6-1D23-AF82-0D60-D610B5A35E2B}"/>
          </ac:graphicFrameMkLst>
        </pc:graphicFrameChg>
        <pc:picChg chg="add mod">
          <ac:chgData name="janghoon jun" userId="056a5883350c2f5e" providerId="LiveId" clId="{EC358B4E-7CCC-4F9E-86DF-ACF8DD1FCFA2}" dt="2026-04-29T10:04:12.374" v="2"/>
          <ac:picMkLst>
            <pc:docMk/>
            <pc:sldMk cId="1785302506" sldId="384"/>
            <ac:picMk id="8" creationId="{BABCEC50-478A-14FA-E197-A97B59256A0B}"/>
          </ac:picMkLst>
        </pc:picChg>
      </pc:sldChg>
      <pc:sldChg chg="addSp modSp add">
        <pc:chgData name="janghoon jun" userId="056a5883350c2f5e" providerId="LiveId" clId="{EC358B4E-7CCC-4F9E-86DF-ACF8DD1FCFA2}" dt="2026-04-29T10:16:33.143" v="24"/>
        <pc:sldMkLst>
          <pc:docMk/>
          <pc:sldMk cId="714209222" sldId="440"/>
        </pc:sldMkLst>
        <pc:spChg chg="add mod">
          <ac:chgData name="janghoon jun" userId="056a5883350c2f5e" providerId="LiveId" clId="{EC358B4E-7CCC-4F9E-86DF-ACF8DD1FCFA2}" dt="2026-04-29T10:16:33.143" v="24"/>
          <ac:spMkLst>
            <pc:docMk/>
            <pc:sldMk cId="714209222" sldId="440"/>
            <ac:spMk id="10" creationId="{DE399AA7-704D-17FF-4B91-28A54DA61309}"/>
          </ac:spMkLst>
        </pc:spChg>
        <pc:graphicFrameChg chg="add mod">
          <ac:chgData name="janghoon jun" userId="056a5883350c2f5e" providerId="LiveId" clId="{EC358B4E-7CCC-4F9E-86DF-ACF8DD1FCFA2}" dt="2026-04-29T10:16:22.564" v="23"/>
          <ac:graphicFrameMkLst>
            <pc:docMk/>
            <pc:sldMk cId="714209222" sldId="440"/>
            <ac:graphicFrameMk id="9" creationId="{581A75F8-BE51-93AE-B17F-0F252D17B917}"/>
          </ac:graphicFrameMkLst>
        </pc:graphicFrameChg>
        <pc:picChg chg="add mod">
          <ac:chgData name="janghoon jun" userId="056a5883350c2f5e" providerId="LiveId" clId="{EC358B4E-7CCC-4F9E-86DF-ACF8DD1FCFA2}" dt="2026-04-29T10:04:25.576" v="4"/>
          <ac:picMkLst>
            <pc:docMk/>
            <pc:sldMk cId="714209222" sldId="440"/>
            <ac:picMk id="6" creationId="{50A6D846-F74A-6125-FBC8-89F0C194CDC7}"/>
          </ac:picMkLst>
        </pc:picChg>
        <pc:picChg chg="add mod">
          <ac:chgData name="janghoon jun" userId="056a5883350c2f5e" providerId="LiveId" clId="{EC358B4E-7CCC-4F9E-86DF-ACF8DD1FCFA2}" dt="2026-04-29T10:04:49.811" v="5"/>
          <ac:picMkLst>
            <pc:docMk/>
            <pc:sldMk cId="714209222" sldId="440"/>
            <ac:picMk id="8" creationId="{CC68D1C6-4FC1-2923-181C-C923DCC22909}"/>
          </ac:picMkLst>
        </pc:picChg>
      </pc:sldChg>
      <pc:sldChg chg="addSp modSp add">
        <pc:chgData name="janghoon jun" userId="056a5883350c2f5e" providerId="LiveId" clId="{EC358B4E-7CCC-4F9E-86DF-ACF8DD1FCFA2}" dt="2026-04-29T10:12:20.904" v="15"/>
        <pc:sldMkLst>
          <pc:docMk/>
          <pc:sldMk cId="1169445496" sldId="441"/>
        </pc:sldMkLst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5" creationId="{8CEBE4F0-D925-0C93-ED15-6375928CF00E}"/>
          </ac:picMkLst>
        </pc:picChg>
        <pc:picChg chg="add mod">
          <ac:chgData name="janghoon jun" userId="056a5883350c2f5e" providerId="LiveId" clId="{EC358B4E-7CCC-4F9E-86DF-ACF8DD1FCFA2}" dt="2026-04-29T10:07:44.203" v="9"/>
          <ac:picMkLst>
            <pc:docMk/>
            <pc:sldMk cId="1169445496" sldId="441"/>
            <ac:picMk id="6" creationId="{486DB92F-5292-11EE-0F84-7C5890098855}"/>
          </ac:picMkLst>
        </pc:picChg>
        <pc:picChg chg="add">
          <ac:chgData name="janghoon jun" userId="056a5883350c2f5e" providerId="LiveId" clId="{EC358B4E-7CCC-4F9E-86DF-ACF8DD1FCFA2}" dt="2026-04-29T10:12:02.310" v="14"/>
          <ac:picMkLst>
            <pc:docMk/>
            <pc:sldMk cId="1169445496" sldId="441"/>
            <ac:picMk id="8" creationId="{ABD205B6-E2A0-40D2-EC9D-A0F4A0718928}"/>
          </ac:picMkLst>
        </pc:picChg>
        <pc:picChg chg="add">
          <ac:chgData name="janghoon jun" userId="056a5883350c2f5e" providerId="LiveId" clId="{EC358B4E-7CCC-4F9E-86DF-ACF8DD1FCFA2}" dt="2026-04-29T10:12:20.904" v="15"/>
          <ac:picMkLst>
            <pc:docMk/>
            <pc:sldMk cId="1169445496" sldId="441"/>
            <ac:picMk id="12" creationId="{40A8DEF5-8F69-BD06-C19E-A884432F95AC}"/>
          </ac:picMkLst>
        </pc:picChg>
      </pc:sldChg>
      <pc:sldChg chg="addSp modSp add">
        <pc:chgData name="janghoon jun" userId="056a5883350c2f5e" providerId="LiveId" clId="{EC358B4E-7CCC-4F9E-86DF-ACF8DD1FCFA2}" dt="2026-04-29T10:08:15.189" v="13"/>
        <pc:sldMkLst>
          <pc:docMk/>
          <pc:sldMk cId="1130439883" sldId="442"/>
        </pc:sldMkLst>
        <pc:picChg chg="add mod">
          <ac:chgData name="janghoon jun" userId="056a5883350c2f5e" providerId="LiveId" clId="{EC358B4E-7CCC-4F9E-86DF-ACF8DD1FCFA2}" dt="2026-04-29T10:08:15.189" v="13"/>
          <ac:picMkLst>
            <pc:docMk/>
            <pc:sldMk cId="1130439883" sldId="442"/>
            <ac:picMk id="6" creationId="{B15D203E-E717-FA1D-7C15-CC0901CB1DD9}"/>
          </ac:picMkLst>
        </pc:picChg>
      </pc:sldChg>
      <pc:sldChg chg="modSp add">
        <pc:chgData name="janghoon jun" userId="056a5883350c2f5e" providerId="LiveId" clId="{EC358B4E-7CCC-4F9E-86DF-ACF8DD1FCFA2}" dt="2026-04-29T10:15:30.473" v="22"/>
        <pc:sldMkLst>
          <pc:docMk/>
          <pc:sldMk cId="310154155" sldId="443"/>
        </pc:sldMkLst>
        <pc:spChg chg="mod">
          <ac:chgData name="janghoon jun" userId="056a5883350c2f5e" providerId="LiveId" clId="{EC358B4E-7CCC-4F9E-86DF-ACF8DD1FCFA2}" dt="2026-04-29T10:15:20.066" v="21"/>
          <ac:spMkLst>
            <pc:docMk/>
            <pc:sldMk cId="310154155" sldId="443"/>
            <ac:spMk id="7" creationId="{50DDA337-73E2-1A0C-2AB0-F482B4A43D92}"/>
          </ac:spMkLst>
        </pc:spChg>
        <pc:graphicFrameChg chg="mod">
          <ac:chgData name="janghoon jun" userId="056a5883350c2f5e" providerId="LiveId" clId="{EC358B4E-7CCC-4F9E-86DF-ACF8DD1FCFA2}" dt="2026-04-29T10:15:30.473" v="22"/>
          <ac:graphicFrameMkLst>
            <pc:docMk/>
            <pc:sldMk cId="310154155" sldId="443"/>
            <ac:graphicFrameMk id="5" creationId="{3C0BB619-9603-9B4B-2A8A-3E53F036A746}"/>
          </ac:graphicFrameMkLst>
        </pc:graphicFrameChg>
      </pc:sldChg>
      <pc:sldChg chg="add del">
        <pc:chgData name="janghoon jun" userId="056a5883350c2f5e" providerId="LiveId" clId="{EC358B4E-7CCC-4F9E-86DF-ACF8DD1FCFA2}" dt="2026-04-29T10:08:08.850" v="12"/>
        <pc:sldMkLst>
          <pc:docMk/>
          <pc:sldMk cId="2197589260" sldId="443"/>
        </pc:sldMkLst>
      </pc:sldChg>
      <pc:sldChg chg="modSp add">
        <pc:chgData name="janghoon jun" userId="056a5883350c2f5e" providerId="LiveId" clId="{EC358B4E-7CCC-4F9E-86DF-ACF8DD1FCFA2}" dt="2026-04-29T10:17:24.925" v="27"/>
        <pc:sldMkLst>
          <pc:docMk/>
          <pc:sldMk cId="299417860" sldId="444"/>
        </pc:sldMkLst>
        <pc:spChg chg="mod">
          <ac:chgData name="janghoon jun" userId="056a5883350c2f5e" providerId="LiveId" clId="{EC358B4E-7CCC-4F9E-86DF-ACF8DD1FCFA2}" dt="2026-04-29T10:17:24.925" v="27"/>
          <ac:spMkLst>
            <pc:docMk/>
            <pc:sldMk cId="299417860" sldId="444"/>
            <ac:spMk id="10" creationId="{0C7A62A1-6AC4-C7BE-BA95-14207B870729}"/>
          </ac:spMkLst>
        </pc:spChg>
        <pc:graphicFrameChg chg="mod">
          <ac:chgData name="janghoon jun" userId="056a5883350c2f5e" providerId="LiveId" clId="{EC358B4E-7CCC-4F9E-86DF-ACF8DD1FCFA2}" dt="2026-04-29T10:17:10.593" v="26"/>
          <ac:graphicFrameMkLst>
            <pc:docMk/>
            <pc:sldMk cId="299417860" sldId="444"/>
            <ac:graphicFrameMk id="9" creationId="{0ACAF16E-1A24-E72D-5BE3-A1897A476C3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4436-1BEA-4F09-AD5C-9DF87C96BF5A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C9518-700F-4811-95BB-24DAF3FA9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3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35956-E98D-62CD-AB2C-A6D2F33D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13038-C779-C7E4-2E41-19210BD52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8EC827-0DA0-3668-7CC6-16EE90677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B6A37-7B60-166A-0217-5FA92C55D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380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0E41-9C8E-B03B-C05B-15F9B63B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954644-C05C-2FF6-A2B3-FEF9FBDD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92B7A4-4E18-F32E-24A9-EAC20F21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3AA19-E653-9BF7-F509-8622929EE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74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0686-E559-A47E-16BB-A9B20FBB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C4B8A5-BE21-01F1-B2F1-611793A3F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0EB328-114E-113A-F1E7-D1969E3E9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ED06-FBCA-CB43-944A-FE267C24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35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83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55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566F-2E6E-1FA1-19C9-7DF770D6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B90227-C94C-C1B8-0CEE-61B007ED7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60A00-4238-8358-3234-740712683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CACDF0-3A10-A885-EC0C-7D4698CCF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779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489A-CEE8-338E-B78B-09415753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1F500A-8AB8-2AAC-71C0-B36548C15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B6B2D-447F-9132-5DDA-6DF3CA1B2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D8D70-DAE0-6BF5-1824-C0307E002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737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71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44EB-FD53-71A2-1186-B02757E9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67FCD-F122-4801-820B-B26195B42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049407-EF8C-912F-23A8-22644768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A795E1-0C43-0923-3307-17CC375B5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734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67F8-72DA-B326-74AD-797572C0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E5161-6F6F-DC8C-742E-C5E11F10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0E4F3F-782C-2F10-C77C-6E512AF67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9B5FA-8F4C-4766-6132-6CDE37604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464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19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368A7-1646-CF1F-5415-DD6CE9D8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42F370-8292-5BE4-2517-55FA009BC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938177-38A6-FE5B-4A1E-23734BEA0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6E119B-9F39-8258-3B9B-F003F7FD3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49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359B-97EC-4D36-5E79-FB9DEE58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A6C30-D296-2007-585E-F618B9CF1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E7AD54-B6F2-70B1-6428-3889888C7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7A41A9-025F-0D2B-4CBD-4D41400DA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094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5166-C522-8589-E1A1-AD5CE05C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EF26E2-04CA-B887-1416-A24C2B179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3E9DF9-8950-68CB-A792-C7C59EA04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58DEF2-C7EF-F7AB-15B0-14F266DFA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32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42E8-CE03-E287-9576-D48A9BDF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77CAF0-0A76-D19F-ED5E-D35802F1D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C25CDE-52C3-1C4A-514A-680F1C8EE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7B3207-0BE6-145B-AD0C-575386460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5680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150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FDD7-AA58-5F6F-9CC5-A18A020B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5804B4-B77C-0B40-C5B6-095DF44BF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53E3A-17D0-8956-73AE-502B14E92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BFB56-7660-5CC6-CB9F-33ECFFE46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84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04CF-A488-1A40-FF16-5335B765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BE108-63F1-CFE1-5721-B565D136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A09878-90F5-F5AF-C1E2-ED352916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ECD8FE-4D0D-F4EE-4A52-2674B332B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5228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25B6-41CB-98E4-2AC1-52B4E5C6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A1DC00-F825-D09F-ABCD-1DCB4F970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C6F590-3066-CF5E-62D8-9B3B04558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CCDA13-736E-DFB4-3223-311BCD6AE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23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23C6-C6C8-6B11-EAE7-58CB2FF1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C567CF-8004-EB95-4810-A2DB5A065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EDAAF5-83E1-05E5-3725-F98D653E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580FFC-D69A-EE19-8653-44A576203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6684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1976-4E2A-7F7F-F479-0EB7FF4BA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1E6ED-E4A9-20BA-818A-902939134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61057A-1D48-C718-61F9-5FF1DEB27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BDC88-7493-1EBA-BEC0-93D54A384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396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0577-DB47-79F1-9479-70925EBC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81F6F-CADB-E3BD-7E18-C3B806418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C631D-5CB8-2E88-B26D-E5E7D9B5B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A2087-0BD9-4A20-38AB-A6AFF39C1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0564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5022-4F78-B966-23E9-132FCD2B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C4DDA7-C0D1-B9DD-CAD2-BBCBC6105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62304D-8E74-7290-85A3-77A016122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6B92F-CE5B-D82D-3CD9-8753410DD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358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5F5D-354E-CD63-1548-1F721032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EF4BDD-3CF4-C84B-6FDC-5AF7EC0AF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3C66C-FFEB-1489-45C1-8F52FDCFF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C26E63-C31F-FB01-8AA4-DA203578D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951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33036-C637-7AE6-5E48-EBF6442B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6E23BD-3C69-7BFC-CB73-21AA89629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5D0B03-46D9-556D-9309-52DA23452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AE5D0B-599B-3427-5A5C-619F171CE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337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33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D5ED-B50F-A51B-E98C-EE1E4FE5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9928E-9054-E4C9-8057-E5B277B2C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37C0F-EB4E-04FE-AE90-EDDA42308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738BB-4900-A1BA-71FE-443B797ED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191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Linear &amp; Logistic Regression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2026. 04. 30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AEC Features Extracting</a:t>
            </a:r>
            <a:endParaRPr lang="en-US" altLang="ko-KR" dirty="0">
              <a:ea typeface="KoPub돋움체 Bold" panose="02020603020101020101"/>
            </a:endParaRPr>
          </a:p>
          <a:p>
            <a:r>
              <a:rPr lang="en-US" altLang="ko-KR" b="1" dirty="0"/>
              <a:t>Linear &amp; Logistic Regression (</a:t>
            </a:r>
            <a:r>
              <a:rPr lang="ko-KR" altLang="en-US" b="1" dirty="0" err="1"/>
              <a:t>단변량</a:t>
            </a:r>
            <a:r>
              <a:rPr lang="en-US" altLang="ko-KR" b="1" dirty="0"/>
              <a:t>, </a:t>
            </a:r>
            <a:r>
              <a:rPr lang="ko-KR" altLang="en-US" b="1" dirty="0" err="1"/>
              <a:t>다변량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Multivariable Analysis (</a:t>
            </a:r>
            <a:r>
              <a:rPr lang="ko-KR" altLang="en-US" b="1" dirty="0"/>
              <a:t>심화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Case1 [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], Case2 [+AEC features], Case3 [+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비교분석결과 </a:t>
            </a:r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가 독립적으로 </a:t>
            </a:r>
            <a:r>
              <a:rPr lang="en-US" altLang="ko-KR" dirty="0"/>
              <a:t>TAMA </a:t>
            </a:r>
            <a:r>
              <a:rPr lang="ko-KR" altLang="en-US" dirty="0"/>
              <a:t>예측에 기여한다고 판단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1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Clinic Data :  Age, Sex </a:t>
            </a:r>
            <a:r>
              <a:rPr lang="ko-KR" altLang="en-US" dirty="0"/>
              <a:t>→ </a:t>
            </a:r>
            <a:r>
              <a:rPr lang="en-US" altLang="ko-KR" dirty="0"/>
              <a:t>Age, Sex, BMI</a:t>
            </a:r>
          </a:p>
          <a:p>
            <a:pPr lvl="1"/>
            <a:r>
              <a:rPr lang="en-US" altLang="ko-KR" dirty="0"/>
              <a:t>BMI </a:t>
            </a:r>
            <a:r>
              <a:rPr lang="ko-KR" altLang="en-US" dirty="0"/>
              <a:t>교란변수 보정</a:t>
            </a:r>
            <a:endParaRPr lang="en-US" altLang="ko-KR" dirty="0"/>
          </a:p>
          <a:p>
            <a:r>
              <a:rPr lang="en-US" altLang="ko-KR" dirty="0"/>
              <a:t>AEC Features Extraction : </a:t>
            </a:r>
            <a:r>
              <a:rPr lang="ko-KR" altLang="en-US" dirty="0"/>
              <a:t>수동 → 자동 파이프라인 </a:t>
            </a:r>
            <a:r>
              <a:rPr lang="en-US" altLang="ko-KR" dirty="0"/>
              <a:t>(4</a:t>
            </a:r>
            <a:r>
              <a:rPr lang="ko-KR" altLang="en-US" dirty="0"/>
              <a:t>단계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다중공선성</a:t>
            </a:r>
            <a:r>
              <a:rPr lang="en-US" altLang="ko-KR" dirty="0"/>
              <a:t>, </a:t>
            </a:r>
            <a:r>
              <a:rPr lang="ko-KR" altLang="en-US" dirty="0" err="1"/>
              <a:t>과적합</a:t>
            </a:r>
            <a:r>
              <a:rPr lang="ko-KR" altLang="en-US" dirty="0"/>
              <a:t> 위험 제거</a:t>
            </a:r>
            <a:r>
              <a:rPr lang="en-US" altLang="ko-KR" dirty="0"/>
              <a:t>, </a:t>
            </a:r>
            <a:r>
              <a:rPr lang="ko-KR" altLang="en-US" dirty="0"/>
              <a:t>객관적 </a:t>
            </a:r>
            <a:r>
              <a:rPr lang="en-US" altLang="ko-KR" dirty="0"/>
              <a:t>Feature Selection</a:t>
            </a:r>
          </a:p>
          <a:p>
            <a:r>
              <a:rPr lang="ko-KR" altLang="en-US" dirty="0"/>
              <a:t>이전 </a:t>
            </a:r>
            <a:r>
              <a:rPr lang="en-US" altLang="ko-KR" dirty="0"/>
              <a:t>AEC Feature</a:t>
            </a:r>
            <a:r>
              <a:rPr lang="ko-KR" altLang="en-US" dirty="0"/>
              <a:t>와의 성능 비교</a:t>
            </a:r>
            <a:endParaRPr lang="en-US" altLang="ko-KR" dirty="0"/>
          </a:p>
          <a:p>
            <a:pPr lvl="1"/>
            <a:r>
              <a:rPr lang="ko-KR" altLang="en-US" dirty="0"/>
              <a:t>어떤 </a:t>
            </a:r>
            <a:r>
              <a:rPr lang="en-US" altLang="ko-KR" dirty="0"/>
              <a:t>AEC Feature Set</a:t>
            </a:r>
            <a:r>
              <a:rPr lang="ko-KR" altLang="en-US" dirty="0"/>
              <a:t>가 더 유용한지 정량 비교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BDBA-F2BD-583F-04DB-18730FD0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96BA7-F31A-F49B-F376-01B27FA6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CCC20-1194-4EC8-3558-F6A83B74D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성능 비교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BMI]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DD123-6796-4B4B-EC8C-8972B65D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B92593A-3940-4019-1E2D-EA9FA8DE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086462"/>
              </p:ext>
            </p:extLst>
          </p:nvPr>
        </p:nvGraphicFramePr>
        <p:xfrm>
          <a:off x="1775397" y="4012025"/>
          <a:ext cx="864120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848496171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414803070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Linear R</a:t>
                      </a:r>
                      <a:r>
                        <a:rPr lang="en-US" altLang="ko-KR" sz="1200" b="1" baseline="30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강남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Linear R</a:t>
                      </a:r>
                      <a:r>
                        <a:rPr lang="en-US" altLang="ko-KR" sz="1200" b="1" baseline="30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신촌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Logistic AUC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강남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Logistic AUC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신촌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1 Clinical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0.6620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0.6398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0.7427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0.7513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2 +</a:t>
                      </a:r>
                      <a:r>
                        <a:rPr lang="en-US" sz="1200" b="0" dirty="0" err="1">
                          <a:effectLst/>
                        </a:rPr>
                        <a:t>AEC_prev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0.6780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0.6415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0.7510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0.7502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3 +</a:t>
                      </a:r>
                      <a:r>
                        <a:rPr lang="en-US" sz="1200" b="0" dirty="0" err="1">
                          <a:effectLst/>
                        </a:rPr>
                        <a:t>AEC_new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0.6694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0.6371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0.7442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0.7492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4 +</a:t>
                      </a:r>
                      <a:r>
                        <a:rPr lang="en-US" sz="1200" b="0" dirty="0" err="1">
                          <a:effectLst/>
                        </a:rPr>
                        <a:t>AEC_prev</a:t>
                      </a:r>
                      <a:r>
                        <a:rPr lang="en-US" sz="1200" b="0" dirty="0">
                          <a:effectLst/>
                        </a:rPr>
                        <a:t> +</a:t>
                      </a:r>
                      <a:r>
                        <a:rPr lang="en-US" altLang="ko-KR" sz="1200" b="0" dirty="0">
                          <a:effectLst/>
                        </a:rPr>
                        <a:t>Scanner/</a:t>
                      </a:r>
                      <a:r>
                        <a:rPr lang="en-US" altLang="ko-KR" sz="1200" b="0" dirty="0" err="1">
                          <a:effectLst/>
                        </a:rPr>
                        <a:t>kVp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0.6682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0.6340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0.7400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0.7529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5 +</a:t>
                      </a:r>
                      <a:r>
                        <a:rPr lang="en-US" sz="1200" b="0" dirty="0" err="1">
                          <a:effectLst/>
                        </a:rPr>
                        <a:t>AEC_new</a:t>
                      </a:r>
                      <a:r>
                        <a:rPr lang="en-US" sz="1200" b="0" dirty="0">
                          <a:effectLst/>
                        </a:rPr>
                        <a:t> +</a:t>
                      </a:r>
                      <a:r>
                        <a:rPr lang="en-US" altLang="ko-KR" sz="1200" b="0" dirty="0">
                          <a:effectLst/>
                        </a:rPr>
                        <a:t>Scanner/</a:t>
                      </a:r>
                      <a:r>
                        <a:rPr lang="en-US" altLang="ko-KR" sz="1200" b="0" dirty="0" err="1">
                          <a:effectLst/>
                        </a:rPr>
                        <a:t>kVp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0.6620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0.6376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</a:rPr>
                        <a:t>0.7311</a:t>
                      </a:r>
                      <a:endParaRPr lang="ko-KR" altLang="en-US" sz="1200" b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000000"/>
                          </a:solidFill>
                          <a:effectLst/>
                        </a:rPr>
                        <a:t>0.7493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528550A-E24D-45B9-0759-FB177967D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837573"/>
              </p:ext>
            </p:extLst>
          </p:nvPr>
        </p:nvGraphicFramePr>
        <p:xfrm>
          <a:off x="1775397" y="2090644"/>
          <a:ext cx="864120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848496171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414803070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Linear R</a:t>
                      </a:r>
                      <a:r>
                        <a:rPr lang="en-US" altLang="ko-KR" sz="1200" b="1" baseline="30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강남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Linear R</a:t>
                      </a:r>
                      <a:r>
                        <a:rPr lang="en-US" altLang="ko-KR" sz="1200" b="1" baseline="30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신촌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Logistic AUC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강남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</a:rPr>
                        <a:t>Logistic AUC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</a:rPr>
                        <a:t>신촌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1 Clinical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0.5507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0.5203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0.6240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0.6097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2 +</a:t>
                      </a:r>
                      <a:r>
                        <a:rPr lang="en-US" sz="1200" b="0" dirty="0" err="1">
                          <a:effectLst/>
                        </a:rPr>
                        <a:t>AEC_prev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0.6356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0.5480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0.7196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0.6497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</a:rPr>
                        <a:t>Case 3 +</a:t>
                      </a:r>
                      <a:r>
                        <a:rPr lang="en-US" sz="1200" b="0" dirty="0" err="1">
                          <a:effectLst/>
                        </a:rPr>
                        <a:t>AEC_prev</a:t>
                      </a:r>
                      <a:r>
                        <a:rPr lang="en-US" sz="1200" b="0" dirty="0">
                          <a:effectLst/>
                        </a:rPr>
                        <a:t> +Scanner/</a:t>
                      </a:r>
                      <a:r>
                        <a:rPr lang="en-US" sz="1200" b="0" dirty="0" err="1">
                          <a:effectLst/>
                        </a:rPr>
                        <a:t>kVp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0.6597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0.5901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0.7548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effectLst/>
                        </a:rPr>
                        <a:t>0.7282</a:t>
                      </a:r>
                      <a:endParaRPr lang="ko-KR" altLang="en-US" sz="1200" b="0" dirty="0">
                        <a:effectLst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11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583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1,365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373</a:t>
              </a:r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  <a:endParaRPr sz="1600" b="1" i="0" dirty="0">
                <a:solidFill>
                  <a:srgbClr val="1A355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524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841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69933"/>
              </p:ext>
            </p:extLst>
          </p:nvPr>
        </p:nvGraphicFramePr>
        <p:xfrm>
          <a:off x="769620" y="4041312"/>
          <a:ext cx="64084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524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148.89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26.61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149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132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841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105.2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15.44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EC54C22-54C7-4731-BDAE-0EFC4B4170E3}"/>
              </a:ext>
            </a:extLst>
          </p:cNvPr>
          <p:cNvGrpSpPr/>
          <p:nvPr/>
        </p:nvGrpSpPr>
        <p:grpSpPr>
          <a:xfrm>
            <a:off x="7406640" y="4041312"/>
            <a:ext cx="4015740" cy="1572768"/>
            <a:chOff x="7406640" y="3694177"/>
            <a:chExt cx="4480560" cy="1572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5A932513-CAD4-42B2-A511-65EE77DD71BF}"/>
                </a:ext>
              </a:extLst>
            </p:cNvPr>
            <p:cNvSpPr/>
            <p:nvPr/>
          </p:nvSpPr>
          <p:spPr>
            <a:xfrm>
              <a:off x="7406640" y="3694177"/>
              <a:ext cx="4480560" cy="1572768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0D8626-1C62-4DF4-92E7-901154E92F9F}"/>
                </a:ext>
              </a:extLst>
            </p:cNvPr>
            <p:cNvSpPr txBox="1"/>
            <p:nvPr/>
          </p:nvSpPr>
          <p:spPr>
            <a:xfrm>
              <a:off x="7543800" y="3739897"/>
              <a:ext cx="4206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Logistic Regression </a:t>
              </a:r>
              <a:r>
                <a:rPr lang="en-US"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binary cutoff</a:t>
              </a:r>
              <a:endParaRPr sz="1200" b="1" i="0" dirty="0">
                <a:solidFill>
                  <a:srgbClr val="FF7F2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B5CF73-5AD1-47BB-9047-4C29B1832002}"/>
                </a:ext>
              </a:extLst>
            </p:cNvPr>
            <p:cNvSpPr txBox="1"/>
            <p:nvPr/>
          </p:nvSpPr>
          <p:spPr>
            <a:xfrm>
              <a:off x="7543800" y="4133089"/>
              <a:ext cx="4206240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•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1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32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</a:t>
              </a:r>
              <a:r>
                <a:rPr lang="ko-KR" alt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Female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95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양성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비율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322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/ 1,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365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= 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23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.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6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521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7_kvp_distribution.png">
            <a:extLst>
              <a:ext uri="{FF2B5EF4-FFF2-40B4-BE49-F238E27FC236}">
                <a16:creationId xmlns:a16="http://schemas.microsoft.com/office/drawing/2014/main" id="{832C7808-8D4F-C5F2-EA44-1E8125FD9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420" y="1693113"/>
            <a:ext cx="4724758" cy="3556339"/>
          </a:xfrm>
          <a:prstGeom prst="rect">
            <a:avLst/>
          </a:prstGeom>
        </p:spPr>
      </p:pic>
      <p:pic>
        <p:nvPicPr>
          <p:cNvPr id="3" name="Picture 3" descr="16_scanner_distribution.png">
            <a:extLst>
              <a:ext uri="{FF2B5EF4-FFF2-40B4-BE49-F238E27FC236}">
                <a16:creationId xmlns:a16="http://schemas.microsoft.com/office/drawing/2014/main" id="{D80867D5-EA38-95C1-DE7E-5B101673B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1866"/>
            <a:ext cx="7378419" cy="4427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CT </a:t>
            </a:r>
            <a:r>
              <a:rPr lang="ko-KR" altLang="en-US" dirty="0"/>
              <a:t>스캐너 모델 및 </a:t>
            </a:r>
            <a:r>
              <a:rPr lang="en-US" altLang="ko-KR" dirty="0" err="1"/>
              <a:t>kVp</a:t>
            </a:r>
            <a:r>
              <a:rPr lang="en-US" altLang="ko-KR" dirty="0"/>
              <a:t> </a:t>
            </a:r>
            <a:r>
              <a:rPr lang="ko-KR" altLang="en-US" dirty="0"/>
              <a:t>데이터 분포 </a:t>
            </a:r>
            <a:r>
              <a:rPr lang="en-US" altLang="ko-KR" dirty="0"/>
              <a:t>- </a:t>
            </a:r>
            <a:r>
              <a:rPr lang="ko-KR" altLang="en-US" dirty="0"/>
              <a:t>강남</a:t>
            </a:r>
          </a:p>
        </p:txBody>
      </p:sp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BAEE-540D-67B5-2012-FA8FAD0F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0948C-93BB-5162-77E1-A6DBD6C4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8834E-C396-512B-D8A6-FEB2A371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94F712F-1DB0-B5A0-BE58-7BFD2221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신촌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3,162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3,162 </a:t>
            </a:r>
            <a:r>
              <a:rPr lang="ko-KR" altLang="en-US" dirty="0"/>
              <a:t>→ </a:t>
            </a:r>
            <a:r>
              <a:rPr lang="en-US" altLang="ko-KR" dirty="0"/>
              <a:t>TAMA, BMI </a:t>
            </a:r>
            <a:r>
              <a:rPr lang="ko-KR" altLang="en-US" dirty="0" err="1"/>
              <a:t>결측치</a:t>
            </a:r>
            <a:r>
              <a:rPr lang="ko-KR" altLang="en-US" dirty="0"/>
              <a:t> 제거 </a:t>
            </a:r>
            <a:r>
              <a:rPr lang="en-US" altLang="ko-KR" dirty="0"/>
              <a:t>: 2,254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2,254 </a:t>
            </a:r>
            <a:r>
              <a:rPr lang="ko-KR" altLang="en-US" dirty="0"/>
              <a:t>→ </a:t>
            </a:r>
            <a:r>
              <a:rPr lang="en-US" altLang="ko-KR" dirty="0"/>
              <a:t>[Fixed | No]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1,269</a:t>
            </a:r>
          </a:p>
          <a:p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D9A72F-68D0-7578-2E09-58FBE8B862FE}"/>
              </a:ext>
            </a:extLst>
          </p:cNvPr>
          <p:cNvGrpSpPr/>
          <p:nvPr/>
        </p:nvGrpSpPr>
        <p:grpSpPr>
          <a:xfrm>
            <a:off x="769620" y="2745023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74709CDB-3511-EB3A-EB8B-DF963D2B515F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DAD80C-8BB0-BD76-4CD8-1E2A19475F0A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3777AE-C7E1-CE07-B746-19A75A1A8EE1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269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9CDA1897-BED6-81E9-B864-D37489699BA6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8CDC44-B827-AE00-4D82-C5AAAF0929B6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400DB57-6635-6B94-9E8D-6E2BDBEFAFFC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638</a:t>
              </a:r>
              <a:r>
                <a:rPr lang="ko-KR" alt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명 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(50.2%)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32141635-C4C2-7A98-989A-2541DBB4E694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C4F65FA-0C59-AD1B-0695-D13B08091D29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732E968-2554-EB9D-16F9-8131E5A09DCB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631</a:t>
              </a:r>
              <a:r>
                <a:rPr lang="ko-KR" alt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명 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(49.8%)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93111E9C-3E6D-1CC0-B18B-8040697D5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169187"/>
              </p:ext>
            </p:extLst>
          </p:nvPr>
        </p:nvGraphicFramePr>
        <p:xfrm>
          <a:off x="769620" y="4041312"/>
          <a:ext cx="64084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148.01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26.54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147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631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104.36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15.44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114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B26F2A04-8962-095D-B8EE-17154B7B11AA}"/>
              </a:ext>
            </a:extLst>
          </p:cNvPr>
          <p:cNvGrpSpPr/>
          <p:nvPr/>
        </p:nvGrpSpPr>
        <p:grpSpPr>
          <a:xfrm>
            <a:off x="7406640" y="4041312"/>
            <a:ext cx="4015740" cy="1572768"/>
            <a:chOff x="7406640" y="3694177"/>
            <a:chExt cx="4480560" cy="1572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8BF55F90-37EC-EBF6-7013-6EC1F6B7A634}"/>
                </a:ext>
              </a:extLst>
            </p:cNvPr>
            <p:cNvSpPr/>
            <p:nvPr/>
          </p:nvSpPr>
          <p:spPr>
            <a:xfrm>
              <a:off x="7406640" y="3694177"/>
              <a:ext cx="4480560" cy="1572768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DDB249-E131-8FFF-FC85-77623C25CEAF}"/>
                </a:ext>
              </a:extLst>
            </p:cNvPr>
            <p:cNvSpPr txBox="1"/>
            <p:nvPr/>
          </p:nvSpPr>
          <p:spPr>
            <a:xfrm>
              <a:off x="7543800" y="3739897"/>
              <a:ext cx="4206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Logistic Regression </a:t>
              </a:r>
              <a:r>
                <a:rPr lang="en-US"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binary cutoff</a:t>
              </a:r>
              <a:endParaRPr sz="1200" b="1" i="0" dirty="0">
                <a:solidFill>
                  <a:srgbClr val="FF7F2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D2F29C0-3430-B09B-78DB-3454E73F31E6}"/>
                </a:ext>
              </a:extLst>
            </p:cNvPr>
            <p:cNvSpPr txBox="1"/>
            <p:nvPr/>
          </p:nvSpPr>
          <p:spPr>
            <a:xfrm>
              <a:off x="7543800" y="4133089"/>
              <a:ext cx="4206240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•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1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32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</a:t>
              </a:r>
              <a:r>
                <a:rPr lang="ko-KR" alt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Female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95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양성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비율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</a:t>
              </a:r>
              <a:r>
                <a:rPr lang="en-US" altLang="ko-KR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314 / 1,269 = 24.7 %</a:t>
              </a:r>
              <a:endParaRPr sz="1200" b="0" i="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3344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461A-C233-43B7-338E-82A39EDF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7_kvp_distribution.png">
            <a:extLst>
              <a:ext uri="{FF2B5EF4-FFF2-40B4-BE49-F238E27FC236}">
                <a16:creationId xmlns:a16="http://schemas.microsoft.com/office/drawing/2014/main" id="{AE1BC314-3C9D-B4FC-C010-D9D561C7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35" y="1674349"/>
            <a:ext cx="4496950" cy="3556800"/>
          </a:xfrm>
          <a:prstGeom prst="rect">
            <a:avLst/>
          </a:prstGeom>
        </p:spPr>
      </p:pic>
      <p:pic>
        <p:nvPicPr>
          <p:cNvPr id="3" name="Picture 3" descr="16_scanner_distribution.png">
            <a:extLst>
              <a:ext uri="{FF2B5EF4-FFF2-40B4-BE49-F238E27FC236}">
                <a16:creationId xmlns:a16="http://schemas.microsoft.com/office/drawing/2014/main" id="{65FE3929-3ACF-4164-1782-1CD0C45B7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811404"/>
            <a:ext cx="7363536" cy="4427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5132E7-4DF0-CE49-08DF-B2CC98A6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ACCD8-F2F4-A426-023A-05029192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B581E43-DDE9-8FD1-DC13-2E1E8CD8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CT </a:t>
            </a:r>
            <a:r>
              <a:rPr lang="ko-KR" altLang="en-US" dirty="0"/>
              <a:t>스캐너 모델 및 </a:t>
            </a:r>
            <a:r>
              <a:rPr lang="en-US" altLang="ko-KR" dirty="0" err="1"/>
              <a:t>kVp</a:t>
            </a:r>
            <a:r>
              <a:rPr lang="en-US" altLang="ko-KR" dirty="0"/>
              <a:t> </a:t>
            </a:r>
            <a:r>
              <a:rPr lang="ko-KR" altLang="en-US" dirty="0"/>
              <a:t>데이터 분포 </a:t>
            </a:r>
            <a:r>
              <a:rPr lang="en-US" altLang="ko-KR" dirty="0"/>
              <a:t>- </a:t>
            </a:r>
            <a:r>
              <a:rPr lang="ko-KR" altLang="en-US" dirty="0"/>
              <a:t>신촌</a:t>
            </a:r>
          </a:p>
        </p:txBody>
      </p:sp>
    </p:spTree>
    <p:extLst>
      <p:ext uri="{BB962C8B-B14F-4D97-AF65-F5344CB8AC3E}">
        <p14:creationId xmlns:p14="http://schemas.microsoft.com/office/powerpoint/2010/main" val="203561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AEC Feature Extracting ~</a:t>
            </a:r>
            <a:r>
              <a:rPr lang="ko-KR" altLang="en-US" b="1" dirty="0"/>
              <a:t> </a:t>
            </a:r>
            <a:r>
              <a:rPr lang="en-US" altLang="ko-KR" b="1" dirty="0"/>
              <a:t>65 features</a:t>
            </a:r>
            <a:endParaRPr lang="en-US" altLang="ko-KR" dirty="0"/>
          </a:p>
          <a:p>
            <a:pPr lvl="1"/>
            <a:r>
              <a:rPr lang="en-US" altLang="ko-KR" dirty="0"/>
              <a:t>Signal Info</a:t>
            </a:r>
          </a:p>
          <a:p>
            <a:pPr lvl="2"/>
            <a:r>
              <a:rPr lang="en-US" altLang="ko-KR" dirty="0"/>
              <a:t>Signal length</a:t>
            </a:r>
          </a:p>
          <a:p>
            <a:pPr lvl="1"/>
            <a:r>
              <a:rPr lang="en-US" altLang="ko-KR" dirty="0"/>
              <a:t>Basic Statistics</a:t>
            </a:r>
          </a:p>
          <a:p>
            <a:pPr lvl="2"/>
            <a:r>
              <a:rPr lang="en-US" altLang="ko-KR" dirty="0"/>
              <a:t>mean, std, min, max, range, median, IQR, skewness, kurtosis</a:t>
            </a:r>
          </a:p>
          <a:p>
            <a:pPr lvl="2"/>
            <a:r>
              <a:rPr lang="en-US" altLang="ko-KR" dirty="0"/>
              <a:t>percentile (p5, p10, p25, p75, p90, p95), p90_p10_ratio</a:t>
            </a:r>
          </a:p>
          <a:p>
            <a:pPr lvl="2"/>
            <a:r>
              <a:rPr lang="en-US" altLang="ko-KR" dirty="0"/>
              <a:t>CV (Coefficient of Variation), RMSE, </a:t>
            </a:r>
            <a:r>
              <a:rPr lang="en-US" altLang="ko-KR" dirty="0" err="1"/>
              <a:t>signal_energy</a:t>
            </a:r>
            <a:r>
              <a:rPr lang="en-US" altLang="ko-KR" dirty="0"/>
              <a:t> (Sum of squared values), </a:t>
            </a:r>
            <a:r>
              <a:rPr lang="en-US" altLang="ko-KR" dirty="0" err="1"/>
              <a:t>mean_abs_deviation</a:t>
            </a:r>
            <a:endParaRPr lang="en-US" altLang="ko-KR" dirty="0"/>
          </a:p>
          <a:p>
            <a:pPr lvl="1"/>
            <a:r>
              <a:rPr lang="en-US" altLang="ko-KR" dirty="0"/>
              <a:t>Shape</a:t>
            </a:r>
          </a:p>
          <a:p>
            <a:pPr lvl="2"/>
            <a:r>
              <a:rPr lang="en-US" altLang="ko-KR" dirty="0"/>
              <a:t>peak (count, max, mean, std, </a:t>
            </a:r>
            <a:r>
              <a:rPr lang="en-US" altLang="ko-KR" dirty="0" err="1"/>
              <a:t>first_position</a:t>
            </a:r>
            <a:r>
              <a:rPr lang="en-US" altLang="ko-KR" dirty="0"/>
              <a:t>, </a:t>
            </a:r>
            <a:r>
              <a:rPr lang="en-US" altLang="ko-KR" dirty="0" err="1"/>
              <a:t>last_position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Slope (count, max, min, mean, std, </a:t>
            </a:r>
            <a:r>
              <a:rPr lang="en-US" altLang="ko-KR" dirty="0" err="1"/>
              <a:t>abs_mean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Valley count, AUC</a:t>
            </a:r>
          </a:p>
          <a:p>
            <a:pPr lvl="1"/>
            <a:r>
              <a:rPr lang="en-US" altLang="ko-KR" dirty="0"/>
              <a:t>Frequency &amp; Wavelet</a:t>
            </a:r>
          </a:p>
        </p:txBody>
      </p:sp>
    </p:spTree>
    <p:extLst>
      <p:ext uri="{BB962C8B-B14F-4D97-AF65-F5344CB8AC3E}">
        <p14:creationId xmlns:p14="http://schemas.microsoft.com/office/powerpoint/2010/main" val="2793819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– </a:t>
            </a:r>
            <a:r>
              <a:rPr lang="ko-KR" altLang="en-US" dirty="0"/>
              <a:t>수동 선택</a:t>
            </a:r>
            <a:endParaRPr lang="en-US" altLang="ko-KR" dirty="0"/>
          </a:p>
          <a:p>
            <a:pPr lvl="1"/>
            <a:r>
              <a:rPr lang="ko-KR" altLang="en-US" dirty="0"/>
              <a:t>강남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2500" dirty="0"/>
          </a:p>
          <a:p>
            <a:pPr lvl="1"/>
            <a:r>
              <a:rPr lang="ko-KR" altLang="en-US" dirty="0"/>
              <a:t>신촌</a:t>
            </a:r>
            <a:endParaRPr lang="en-US" altLang="ko-KR" dirty="0"/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C580C458-2EE5-4689-8617-EE9C7594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783509"/>
              </p:ext>
            </p:extLst>
          </p:nvPr>
        </p:nvGraphicFramePr>
        <p:xfrm>
          <a:off x="2007002" y="1751532"/>
          <a:ext cx="9151774" cy="17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해석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평균값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체격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전반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(amplitude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그룹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대표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1.53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변동계수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(std/mean)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불균일성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1.58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-0.343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비대칭성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분포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특성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1.49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1A1A2E"/>
                          </a:solidFill>
                        </a:rPr>
                        <a:t>slope_abs_mean</a:t>
                      </a:r>
                      <a:endParaRPr sz="1000" b="1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+0.042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절대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기울기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동역학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1.42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mean과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r≈1.00,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사실상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동일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feature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E0ACB4-8F9E-E8EE-4C62-427B6EC3AE55}"/>
              </a:ext>
            </a:extLst>
          </p:cNvPr>
          <p:cNvSpPr txBox="1"/>
          <p:nvPr/>
        </p:nvSpPr>
        <p:spPr>
          <a:xfrm>
            <a:off x="2007002" y="5653622"/>
            <a:ext cx="9151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i="1" dirty="0">
                <a:solidFill>
                  <a:srgbClr val="FF7F27"/>
                </a:solidFill>
              </a:rPr>
              <a:t>⚠  </a:t>
            </a:r>
            <a:r>
              <a:rPr lang="en-US" altLang="ko-KR" sz="1200" i="1" dirty="0">
                <a:solidFill>
                  <a:srgbClr val="FF7F27"/>
                </a:solidFill>
              </a:rPr>
              <a:t>p25·AUC_normalized: mean</a:t>
            </a:r>
            <a:r>
              <a:rPr lang="ko-KR" altLang="en-US" sz="1200" i="1" dirty="0">
                <a:solidFill>
                  <a:srgbClr val="FF7F27"/>
                </a:solidFill>
              </a:rPr>
              <a:t>과 동일 </a:t>
            </a:r>
            <a:r>
              <a:rPr lang="en-US" altLang="ko-KR" sz="1200" i="1" dirty="0">
                <a:solidFill>
                  <a:srgbClr val="FF7F27"/>
                </a:solidFill>
              </a:rPr>
              <a:t>amplitude </a:t>
            </a:r>
            <a:r>
              <a:rPr lang="ko-KR" altLang="en-US" sz="1200" i="1" dirty="0">
                <a:solidFill>
                  <a:srgbClr val="FF7F27"/>
                </a:solidFill>
              </a:rPr>
              <a:t>그룹</a:t>
            </a:r>
            <a:r>
              <a:rPr lang="en-US" altLang="ko-KR" sz="1200" i="1" dirty="0">
                <a:solidFill>
                  <a:srgbClr val="FF7F27"/>
                </a:solidFill>
              </a:rPr>
              <a:t>(r≥0.88) → </a:t>
            </a:r>
            <a:r>
              <a:rPr lang="ko-KR" altLang="en-US" sz="1200" i="1" dirty="0" err="1">
                <a:solidFill>
                  <a:srgbClr val="FF7F27"/>
                </a:solidFill>
              </a:rPr>
              <a:t>다중공선성</a:t>
            </a:r>
            <a:r>
              <a:rPr lang="ko-KR" altLang="en-US" sz="1200" i="1" dirty="0">
                <a:solidFill>
                  <a:srgbClr val="FF7F27"/>
                </a:solidFill>
              </a:rPr>
              <a:t> 제거 </a:t>
            </a:r>
            <a:r>
              <a:rPr lang="en-US" altLang="ko-KR" sz="1200" i="1" dirty="0">
                <a:solidFill>
                  <a:srgbClr val="FF7F27"/>
                </a:solidFill>
              </a:rPr>
              <a:t>/ mean</a:t>
            </a:r>
            <a:r>
              <a:rPr lang="ko-KR" altLang="en-US" sz="1200" i="1" dirty="0">
                <a:solidFill>
                  <a:srgbClr val="FF7F27"/>
                </a:solidFill>
              </a:rPr>
              <a:t>을 대표로 포함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28DA11E0-4E3C-811C-B8A9-9CD0FDFDB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79147"/>
              </p:ext>
            </p:extLst>
          </p:nvPr>
        </p:nvGraphicFramePr>
        <p:xfrm>
          <a:off x="2007002" y="3823707"/>
          <a:ext cx="9151774" cy="18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+0.234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평균값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체격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전반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(amplitude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그룹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대표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1.12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-0.126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변동계수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(std/mean)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불균일성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1.27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-0.044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비대칭성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분포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특성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1.20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1A1A2E"/>
                          </a:solidFill>
                        </a:rPr>
                        <a:t>slope_abs_mean</a:t>
                      </a:r>
                      <a:endParaRPr sz="1000" b="1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+0.102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절대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기울기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동역학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1.10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높음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r≈1.00, 사실상 동일 feature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290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5BD2-87D5-C074-EAAD-D6924743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9DBCB-83BA-7224-5DD3-7B3DC263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16D1B-6E8C-B89F-8724-DBEB8948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776DA4E4-00A3-E690-8224-10FF5B020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– </a:t>
            </a:r>
            <a:r>
              <a:rPr lang="ko-KR" altLang="en-US" dirty="0"/>
              <a:t>수동 선택</a:t>
            </a:r>
            <a:endParaRPr lang="en-US" altLang="ko-KR" b="1" dirty="0"/>
          </a:p>
          <a:p>
            <a:pPr lvl="1"/>
            <a:r>
              <a:rPr lang="ko-KR" altLang="en-US" dirty="0"/>
              <a:t>전체 </a:t>
            </a:r>
            <a:r>
              <a:rPr lang="en-US" altLang="ko-KR" dirty="0"/>
              <a:t>AEC Feature vs</a:t>
            </a:r>
            <a:r>
              <a:rPr lang="ko-KR" altLang="en-US" dirty="0"/>
              <a:t> </a:t>
            </a:r>
            <a:r>
              <a:rPr lang="en-US" altLang="ko-KR" dirty="0"/>
              <a:t>TAMA</a:t>
            </a:r>
            <a:r>
              <a:rPr lang="ko-KR" altLang="en-US" dirty="0"/>
              <a:t>를 통해 </a:t>
            </a:r>
            <a:r>
              <a:rPr lang="en-US" altLang="ko-KR" dirty="0"/>
              <a:t>Pearson/Spearman </a:t>
            </a:r>
            <a:r>
              <a:rPr lang="ko-KR" altLang="en-US" dirty="0"/>
              <a:t>상관계수 </a:t>
            </a:r>
            <a:r>
              <a:rPr lang="en-US" altLang="ko-KR" dirty="0"/>
              <a:t>+ VIF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1A1A2E"/>
                </a:solidFill>
              </a:rPr>
              <a:t>결과 확인 후 수동으로 </a:t>
            </a:r>
            <a:r>
              <a:rPr lang="en-US" altLang="ko-KR" dirty="0">
                <a:solidFill>
                  <a:srgbClr val="1A1A2E"/>
                </a:solidFill>
              </a:rPr>
              <a:t>feature </a:t>
            </a:r>
            <a:r>
              <a:rPr lang="ko-KR" altLang="en-US" dirty="0">
                <a:solidFill>
                  <a:srgbClr val="1A1A2E"/>
                </a:solidFill>
              </a:rPr>
              <a:t>선택</a:t>
            </a:r>
            <a:endParaRPr lang="en-US" altLang="ko-KR" dirty="0">
              <a:solidFill>
                <a:srgbClr val="1A1A2E"/>
              </a:solidFill>
            </a:endParaRPr>
          </a:p>
          <a:p>
            <a:pPr lvl="1"/>
            <a:r>
              <a:rPr lang="ko-KR" altLang="en-US" dirty="0">
                <a:solidFill>
                  <a:srgbClr val="1A1A2E"/>
                </a:solidFill>
              </a:rPr>
              <a:t>단일 병원</a:t>
            </a:r>
            <a:r>
              <a:rPr lang="en-US" altLang="ko-KR" dirty="0">
                <a:solidFill>
                  <a:srgbClr val="1A1A2E"/>
                </a:solidFill>
              </a:rPr>
              <a:t>(</a:t>
            </a:r>
            <a:r>
              <a:rPr lang="ko-KR" altLang="en-US" dirty="0">
                <a:solidFill>
                  <a:srgbClr val="1A1A2E"/>
                </a:solidFill>
              </a:rPr>
              <a:t>강남</a:t>
            </a:r>
            <a:r>
              <a:rPr lang="en-US" altLang="ko-KR" dirty="0">
                <a:solidFill>
                  <a:srgbClr val="1A1A2E"/>
                </a:solidFill>
              </a:rPr>
              <a:t>)</a:t>
            </a:r>
            <a:r>
              <a:rPr lang="ko-KR" altLang="en-US" dirty="0">
                <a:solidFill>
                  <a:srgbClr val="1A1A2E"/>
                </a:solidFill>
              </a:rPr>
              <a:t>만 분석</a:t>
            </a:r>
            <a:endParaRPr lang="en-US" altLang="ko-KR" dirty="0">
              <a:solidFill>
                <a:srgbClr val="1A1A2E"/>
              </a:solidFill>
            </a:endParaRPr>
          </a:p>
          <a:p>
            <a:pPr lvl="1"/>
            <a:r>
              <a:rPr lang="ko-KR" altLang="en-US" dirty="0">
                <a:solidFill>
                  <a:srgbClr val="1A1A2E"/>
                </a:solidFill>
              </a:rPr>
              <a:t>선택 결과</a:t>
            </a:r>
            <a:r>
              <a:rPr lang="en-US" altLang="ko-KR" dirty="0">
                <a:solidFill>
                  <a:srgbClr val="1A1A2E"/>
                </a:solidFill>
              </a:rPr>
              <a:t>:  ['mean', 'CV', 'skewness', '</a:t>
            </a:r>
            <a:r>
              <a:rPr lang="en-US" altLang="ko-KR" dirty="0" err="1">
                <a:solidFill>
                  <a:srgbClr val="1A1A2E"/>
                </a:solidFill>
              </a:rPr>
              <a:t>slope_abs_mean</a:t>
            </a:r>
            <a:r>
              <a:rPr lang="en-US" altLang="ko-KR" dirty="0">
                <a:solidFill>
                  <a:srgbClr val="1A1A2E"/>
                </a:solidFill>
              </a:rPr>
              <a:t>']</a:t>
            </a:r>
            <a:endParaRPr lang="ko-KR" altLang="en-US" dirty="0">
              <a:solidFill>
                <a:srgbClr val="1A1A2E"/>
              </a:solidFill>
            </a:endParaRPr>
          </a:p>
          <a:p>
            <a:pPr lvl="1"/>
            <a:endParaRPr lang="en-US" altLang="ko-KR" dirty="0">
              <a:solidFill>
                <a:srgbClr val="1A1A2E"/>
              </a:solidFill>
            </a:endParaRP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921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6C61-0560-DFF9-6385-475BEB73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내용 개체 틀 10">
            <a:extLst>
              <a:ext uri="{FF2B5EF4-FFF2-40B4-BE49-F238E27FC236}">
                <a16:creationId xmlns:a16="http://schemas.microsoft.com/office/drawing/2014/main" id="{50D0C90D-3828-BC8C-1164-95B6C1A3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– </a:t>
            </a:r>
            <a:r>
              <a:rPr lang="ko-KR" altLang="en-US" dirty="0"/>
              <a:t>자동 선택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859806-4F9B-C58F-568A-671515A8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58E39A-2CEC-3AE7-D3E9-EFF1EDC0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22D9CA-DB13-E8D4-A211-D139CF214D05}"/>
              </a:ext>
            </a:extLst>
          </p:cNvPr>
          <p:cNvSpPr/>
          <p:nvPr/>
        </p:nvSpPr>
        <p:spPr>
          <a:xfrm>
            <a:off x="563880" y="1696087"/>
            <a:ext cx="2103120" cy="998052"/>
          </a:xfrm>
          <a:prstGeom prst="rect">
            <a:avLst/>
          </a:prstGeom>
          <a:solidFill>
            <a:srgbClr val="1A5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942EA-4551-BFB8-75A3-4436D8744A8E}"/>
              </a:ext>
            </a:extLst>
          </p:cNvPr>
          <p:cNvSpPr txBox="1"/>
          <p:nvPr/>
        </p:nvSpPr>
        <p:spPr>
          <a:xfrm>
            <a:off x="563880" y="1769239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KoPub돋움체 Bold"/>
              </a:rPr>
              <a:t>Step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69552-3717-1F7A-BF20-B7A3EB3652C3}"/>
              </a:ext>
            </a:extLst>
          </p:cNvPr>
          <p:cNvSpPr txBox="1"/>
          <p:nvPr/>
        </p:nvSpPr>
        <p:spPr>
          <a:xfrm>
            <a:off x="563880" y="2061847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KoPub돋움체 Bold"/>
              </a:rPr>
              <a:t>Near-zero
Variance </a:t>
            </a:r>
            <a:r>
              <a:rPr sz="1400" b="1" i="0" dirty="0" err="1">
                <a:solidFill>
                  <a:srgbClr val="FFFFFF"/>
                </a:solidFill>
                <a:latin typeface="KoPub돋움체 Bold"/>
              </a:rPr>
              <a:t>제거</a:t>
            </a:r>
            <a:endParaRPr sz="1400" b="1" i="0" dirty="0">
              <a:solidFill>
                <a:srgbClr val="FFFFFF"/>
              </a:solidFill>
              <a:latin typeface="KoPub돋움체 Bold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6A389E8-DA0D-5668-B5B5-85D7D1CEDEA8}"/>
              </a:ext>
            </a:extLst>
          </p:cNvPr>
          <p:cNvSpPr/>
          <p:nvPr/>
        </p:nvSpPr>
        <p:spPr>
          <a:xfrm>
            <a:off x="2804160" y="1696087"/>
            <a:ext cx="2103120" cy="9980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962E5-4BB8-F3AA-4C56-C1EE071FCC99}"/>
              </a:ext>
            </a:extLst>
          </p:cNvPr>
          <p:cNvSpPr txBox="1"/>
          <p:nvPr/>
        </p:nvSpPr>
        <p:spPr>
          <a:xfrm>
            <a:off x="2804160" y="1769239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Step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4608E4-FF89-612E-FBFF-3E77474EA99D}"/>
              </a:ext>
            </a:extLst>
          </p:cNvPr>
          <p:cNvSpPr txBox="1"/>
          <p:nvPr/>
        </p:nvSpPr>
        <p:spPr>
          <a:xfrm>
            <a:off x="2804160" y="2061847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Pearson 상관
중복 제거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F4BAE5E-2CB0-FB8A-D168-38B463ED8A67}"/>
              </a:ext>
            </a:extLst>
          </p:cNvPr>
          <p:cNvSpPr/>
          <p:nvPr/>
        </p:nvSpPr>
        <p:spPr>
          <a:xfrm>
            <a:off x="5044440" y="1696087"/>
            <a:ext cx="2103120" cy="998052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CEAC71-F314-BC54-8F8C-D932A0A0277F}"/>
              </a:ext>
            </a:extLst>
          </p:cNvPr>
          <p:cNvSpPr txBox="1"/>
          <p:nvPr/>
        </p:nvSpPr>
        <p:spPr>
          <a:xfrm>
            <a:off x="5044440" y="1769239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Step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49CD74-2B52-8E53-27B4-C9DFD7AB365E}"/>
              </a:ext>
            </a:extLst>
          </p:cNvPr>
          <p:cNvSpPr txBox="1"/>
          <p:nvPr/>
        </p:nvSpPr>
        <p:spPr>
          <a:xfrm>
            <a:off x="5044440" y="2061847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단변량 필터
(OR 결합)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305ABC69-8443-3860-EBCE-B25C8E3514A1}"/>
              </a:ext>
            </a:extLst>
          </p:cNvPr>
          <p:cNvSpPr/>
          <p:nvPr/>
        </p:nvSpPr>
        <p:spPr>
          <a:xfrm>
            <a:off x="7284720" y="1696087"/>
            <a:ext cx="2103120" cy="998052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001893-4CFA-862E-C332-192491807659}"/>
              </a:ext>
            </a:extLst>
          </p:cNvPr>
          <p:cNvSpPr txBox="1"/>
          <p:nvPr/>
        </p:nvSpPr>
        <p:spPr>
          <a:xfrm>
            <a:off x="7284720" y="1769239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Step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0F5990-A1D7-FA1A-5DA8-53EC9153E62E}"/>
              </a:ext>
            </a:extLst>
          </p:cNvPr>
          <p:cNvSpPr txBox="1"/>
          <p:nvPr/>
        </p:nvSpPr>
        <p:spPr>
          <a:xfrm>
            <a:off x="7284720" y="2061847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앙상블 투표
+ 완전/SFS 탐색</a:t>
            </a: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06EECF2-3CF6-4F72-AA40-8064A0124F64}"/>
              </a:ext>
            </a:extLst>
          </p:cNvPr>
          <p:cNvSpPr/>
          <p:nvPr/>
        </p:nvSpPr>
        <p:spPr>
          <a:xfrm>
            <a:off x="9525000" y="1696087"/>
            <a:ext cx="2103120" cy="9980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66981-EE36-9701-8DA5-6383D6814977}"/>
              </a:ext>
            </a:extLst>
          </p:cNvPr>
          <p:cNvSpPr txBox="1"/>
          <p:nvPr/>
        </p:nvSpPr>
        <p:spPr>
          <a:xfrm>
            <a:off x="9525000" y="1769239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Final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6F756-98CB-8643-D9A4-6764B17CB57E}"/>
              </a:ext>
            </a:extLst>
          </p:cNvPr>
          <p:cNvSpPr txBox="1"/>
          <p:nvPr/>
        </p:nvSpPr>
        <p:spPr>
          <a:xfrm>
            <a:off x="9525000" y="2061847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KoPub돋움체 Bold"/>
              </a:rPr>
              <a:t>VIF Pruning
(mean 고정)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FD91A08-AC4C-D477-F737-33C06636B116}"/>
              </a:ext>
            </a:extLst>
          </p:cNvPr>
          <p:cNvGrpSpPr/>
          <p:nvPr/>
        </p:nvGrpSpPr>
        <p:grpSpPr>
          <a:xfrm>
            <a:off x="563880" y="2758147"/>
            <a:ext cx="11064240" cy="461665"/>
            <a:chOff x="320040" y="2542032"/>
            <a:chExt cx="11064240" cy="46166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42D9D5-20CD-7538-6FE5-794AB94CC6A3}"/>
                </a:ext>
              </a:extLst>
            </p:cNvPr>
            <p:cNvSpPr txBox="1"/>
            <p:nvPr/>
          </p:nvSpPr>
          <p:spPr>
            <a:xfrm>
              <a:off x="320040" y="2542032"/>
              <a:ext cx="21031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KoPub돋움체 Medium"/>
                </a:rPr>
                <a:t>표준화</a:t>
              </a:r>
              <a:r>
                <a:rPr sz="1200" b="0" i="0" dirty="0">
                  <a:latin typeface="KoPub돋움체 Medium"/>
                </a:rPr>
                <a:t> 후</a:t>
              </a:r>
              <a:r>
                <a:rPr lang="en-US" sz="1200" b="0" i="0" dirty="0">
                  <a:latin typeface="KoPub돋움체 Medium"/>
                </a:rPr>
                <a:t> </a:t>
              </a:r>
              <a:r>
                <a:rPr sz="1200" b="0" i="0" dirty="0">
                  <a:latin typeface="KoPub돋움체 Medium"/>
                </a:rPr>
                <a:t>variance &lt; 0.01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E6DE08-3482-EEB1-582C-86F481BD675A}"/>
                </a:ext>
              </a:extLst>
            </p:cNvPr>
            <p:cNvSpPr txBox="1"/>
            <p:nvPr/>
          </p:nvSpPr>
          <p:spPr>
            <a:xfrm>
              <a:off x="2560320" y="2542032"/>
              <a:ext cx="21031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latin typeface="KoPub돋움체 Medium"/>
                </a:rPr>
                <a:t>|r| ≥ 0.95</a:t>
              </a:r>
              <a:r>
                <a:rPr lang="en-US" sz="1200" b="0" i="0" dirty="0">
                  <a:latin typeface="KoPub돋움체 Medium"/>
                </a:rPr>
                <a:t> </a:t>
              </a:r>
              <a:r>
                <a:rPr sz="1200" b="0" i="0" dirty="0" err="1">
                  <a:latin typeface="KoPub돋움체 Medium"/>
                </a:rPr>
                <a:t>후순위</a:t>
              </a:r>
              <a:r>
                <a:rPr sz="1200" b="0" i="0" dirty="0">
                  <a:latin typeface="KoPub돋움체 Medium"/>
                </a:rPr>
                <a:t> </a:t>
              </a:r>
              <a:r>
                <a:rPr sz="1200" b="0" i="0" dirty="0" err="1">
                  <a:latin typeface="KoPub돋움체 Medium"/>
                </a:rPr>
                <a:t>제거</a:t>
              </a:r>
              <a:endParaRPr sz="1200" b="0" i="0" dirty="0">
                <a:latin typeface="KoPub돋움체 Medium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C08F65-E1EB-9516-C682-68D803279986}"/>
                </a:ext>
              </a:extLst>
            </p:cNvPr>
            <p:cNvSpPr txBox="1"/>
            <p:nvPr/>
          </p:nvSpPr>
          <p:spPr>
            <a:xfrm>
              <a:off x="4800600" y="2542032"/>
              <a:ext cx="2103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latin typeface="KoPub돋움체 Medium"/>
                </a:rPr>
                <a:t>MI &gt; 0</a:t>
              </a:r>
              <a:endParaRPr lang="en-US" sz="1200" dirty="0">
                <a:latin typeface="KoPub돋움체 Medium"/>
              </a:endParaRPr>
            </a:p>
            <a:p>
              <a:pPr algn="l"/>
              <a:r>
                <a:rPr lang="ko-KR" altLang="en-US" sz="1200" b="0" i="0" dirty="0">
                  <a:latin typeface="KoPub돋움체 Medium"/>
                </a:rPr>
                <a:t>또는</a:t>
              </a:r>
              <a:r>
                <a:rPr sz="1200" b="0" i="0" dirty="0">
                  <a:latin typeface="KoPub돋움체 Medium"/>
                </a:rPr>
                <a:t> Spearman p</a:t>
              </a:r>
              <a:r>
                <a:rPr lang="en-US" sz="1200" b="0" i="0" dirty="0">
                  <a:latin typeface="KoPub돋움체 Medium"/>
                </a:rPr>
                <a:t> </a:t>
              </a:r>
              <a:r>
                <a:rPr sz="1200" b="0" i="0" dirty="0">
                  <a:latin typeface="KoPub돋움체 Medium"/>
                </a:rPr>
                <a:t>&lt;</a:t>
              </a:r>
              <a:r>
                <a:rPr lang="en-US" sz="1200" b="0" i="0" dirty="0">
                  <a:latin typeface="KoPub돋움체 Medium"/>
                </a:rPr>
                <a:t> </a:t>
              </a:r>
              <a:r>
                <a:rPr sz="1200" b="0" i="0" dirty="0">
                  <a:latin typeface="KoPub돋움체 Medium"/>
                </a:rPr>
                <a:t>0.05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9EBE51-E9ED-A4C8-5681-199515BD66E1}"/>
                </a:ext>
              </a:extLst>
            </p:cNvPr>
            <p:cNvSpPr txBox="1"/>
            <p:nvPr/>
          </p:nvSpPr>
          <p:spPr>
            <a:xfrm>
              <a:off x="7040880" y="2542032"/>
              <a:ext cx="2103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latin typeface="KoPub돋움체 Medium"/>
                </a:rPr>
                <a:t>LASSO + RFECV</a:t>
              </a:r>
              <a:endParaRPr lang="en-US" sz="1200" dirty="0">
                <a:latin typeface="KoPub돋움체 Medium"/>
              </a:endParaRPr>
            </a:p>
            <a:p>
              <a:pPr algn="l"/>
              <a:r>
                <a:rPr sz="1200" b="0" i="0" dirty="0">
                  <a:latin typeface="KoPub돋움체 Medium"/>
                </a:rPr>
                <a:t>+ RF Permutation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D71BF4-9679-B31C-EDFF-5919DF3BE15E}"/>
                </a:ext>
              </a:extLst>
            </p:cNvPr>
            <p:cNvSpPr txBox="1"/>
            <p:nvPr/>
          </p:nvSpPr>
          <p:spPr>
            <a:xfrm>
              <a:off x="9281160" y="2542032"/>
              <a:ext cx="21031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latin typeface="KoPub돋움체 Medium"/>
                </a:rPr>
                <a:t>VIF &gt; 10</a:t>
              </a:r>
              <a:r>
                <a:rPr lang="en-US" sz="1200" b="0" i="0" dirty="0">
                  <a:latin typeface="KoPub돋움체 Medium"/>
                </a:rPr>
                <a:t> </a:t>
              </a:r>
              <a:r>
                <a:rPr sz="1200" b="0" i="0" dirty="0" err="1">
                  <a:latin typeface="KoPub돋움체 Medium"/>
                </a:rPr>
                <a:t>반복</a:t>
              </a:r>
              <a:r>
                <a:rPr sz="1200" b="0" i="0" dirty="0">
                  <a:latin typeface="KoPub돋움체 Medium"/>
                </a:rPr>
                <a:t> </a:t>
              </a:r>
              <a:r>
                <a:rPr sz="1200" b="0" i="0" dirty="0" err="1">
                  <a:latin typeface="KoPub돋움체 Medium"/>
                </a:rPr>
                <a:t>제거</a:t>
              </a:r>
              <a:endParaRPr sz="1200" b="0" i="0" dirty="0">
                <a:latin typeface="KoPub돋움체 Medium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8A39C34-6D03-D4B8-9D65-0DB57021CBF2}"/>
              </a:ext>
            </a:extLst>
          </p:cNvPr>
          <p:cNvSpPr txBox="1"/>
          <p:nvPr/>
        </p:nvSpPr>
        <p:spPr>
          <a:xfrm>
            <a:off x="6479967" y="3302596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latin typeface="KoPub돋움체 Bold"/>
              </a:rPr>
              <a:t>최종</a:t>
            </a:r>
            <a:r>
              <a:rPr sz="1600" b="1" i="0" dirty="0">
                <a:latin typeface="KoPub돋움체 Bold"/>
              </a:rPr>
              <a:t> </a:t>
            </a:r>
            <a:r>
              <a:rPr sz="1600" b="1" i="0" dirty="0" err="1">
                <a:latin typeface="KoPub돋움체 Bold"/>
              </a:rPr>
              <a:t>선택</a:t>
            </a:r>
            <a:r>
              <a:rPr sz="1600" b="1" i="0" dirty="0">
                <a:latin typeface="KoPub돋움체 Bold"/>
              </a:rPr>
              <a:t> </a:t>
            </a:r>
            <a:r>
              <a:rPr sz="1600" b="1" i="0" dirty="0" err="1">
                <a:latin typeface="KoPub돋움체 Bold"/>
              </a:rPr>
              <a:t>피처</a:t>
            </a:r>
            <a:r>
              <a:rPr sz="1600" b="1" i="0" dirty="0">
                <a:latin typeface="KoPub돋움체 Bold"/>
              </a:rPr>
              <a:t> 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ABCF90-8287-49E7-403E-09E7AEEB9982}"/>
              </a:ext>
            </a:extLst>
          </p:cNvPr>
          <p:cNvSpPr txBox="1"/>
          <p:nvPr/>
        </p:nvSpPr>
        <p:spPr>
          <a:xfrm>
            <a:off x="320040" y="6014535"/>
            <a:ext cx="11363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7F27"/>
                </a:solidFill>
                <a:latin typeface="KoPub돋움체 Medium"/>
              </a:rPr>
              <a:t>* mean 피처는 AEC 신호 평균 진폭 = 해석 가능성 최우선 → 모든 최종 세트에 강제 포함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E5F45D-6041-A0EA-E652-8E74C4B7FB17}"/>
              </a:ext>
            </a:extLst>
          </p:cNvPr>
          <p:cNvSpPr txBox="1"/>
          <p:nvPr/>
        </p:nvSpPr>
        <p:spPr>
          <a:xfrm>
            <a:off x="563878" y="3302596"/>
            <a:ext cx="5916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latin typeface="KoPub돋움체 Bold"/>
              </a:rPr>
              <a:t>파이프라인</a:t>
            </a:r>
            <a:r>
              <a:rPr sz="1600" b="1" i="0" dirty="0">
                <a:latin typeface="KoPub돋움체 Bold"/>
              </a:rPr>
              <a:t> </a:t>
            </a:r>
            <a:r>
              <a:rPr sz="1600" b="1" i="0" dirty="0" err="1">
                <a:latin typeface="KoPub돋움체 Bold"/>
              </a:rPr>
              <a:t>단계별</a:t>
            </a:r>
            <a:r>
              <a:rPr sz="1600" b="1" i="0" dirty="0">
                <a:latin typeface="KoPub돋움체 Bold"/>
              </a:rPr>
              <a:t> </a:t>
            </a:r>
            <a:r>
              <a:rPr sz="1600" b="1" i="0" dirty="0" err="1">
                <a:latin typeface="KoPub돋움체 Bold"/>
              </a:rPr>
              <a:t>피처</a:t>
            </a:r>
            <a:r>
              <a:rPr sz="1600" b="1" i="0" dirty="0">
                <a:latin typeface="KoPub돋움체 Bold"/>
              </a:rPr>
              <a:t> 수 </a:t>
            </a:r>
            <a:r>
              <a:rPr sz="1600" b="1" i="0" dirty="0" err="1">
                <a:latin typeface="KoPub돋움체 Bold"/>
              </a:rPr>
              <a:t>변화</a:t>
            </a:r>
            <a:r>
              <a:rPr sz="1600" b="1" i="0" dirty="0">
                <a:latin typeface="KoPub돋움체 Bold"/>
              </a:rPr>
              <a:t> (</a:t>
            </a:r>
            <a:r>
              <a:rPr sz="1600" b="1" i="0" dirty="0" err="1">
                <a:latin typeface="KoPub돋움체 Bold"/>
              </a:rPr>
              <a:t>강남</a:t>
            </a:r>
            <a:r>
              <a:rPr sz="1600" b="1" i="0" dirty="0">
                <a:latin typeface="KoPub돋움체 Bold"/>
              </a:rPr>
              <a:t> </a:t>
            </a:r>
            <a:r>
              <a:rPr sz="1600" b="1" i="0" dirty="0" err="1">
                <a:latin typeface="KoPub돋움체 Bold"/>
              </a:rPr>
              <a:t>기준</a:t>
            </a:r>
            <a:r>
              <a:rPr sz="1600" b="1" i="0" dirty="0">
                <a:latin typeface="KoPub돋움체 Bold"/>
              </a:rPr>
              <a:t>)</a:t>
            </a:r>
          </a:p>
        </p:txBody>
      </p:sp>
      <p:graphicFrame>
        <p:nvGraphicFramePr>
          <p:cNvPr id="39" name="Table 6">
            <a:extLst>
              <a:ext uri="{FF2B5EF4-FFF2-40B4-BE49-F238E27FC236}">
                <a16:creationId xmlns:a16="http://schemas.microsoft.com/office/drawing/2014/main" id="{42FBA0F0-A196-6D6F-2EEE-67705DFC7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00252"/>
              </p:ext>
            </p:extLst>
          </p:nvPr>
        </p:nvGraphicFramePr>
        <p:xfrm>
          <a:off x="568151" y="3706842"/>
          <a:ext cx="4803454" cy="216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11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단계</a:t>
                      </a:r>
                      <a:endParaRPr sz="1100" b="1" dirty="0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제거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수</a:t>
                      </a:r>
                      <a:endParaRPr sz="1100" b="1" dirty="0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잔여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Features</a:t>
                      </a:r>
                      <a:endParaRPr sz="1100" b="1" dirty="0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998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Step 1 - Near-zero var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0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65개 전체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998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Step 2 - High correlation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20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45개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998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Step 3 - Union pass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43개 </a:t>
                      </a:r>
                      <a:r>
                        <a:rPr sz="1100" b="0" dirty="0" err="1">
                          <a:solidFill>
                            <a:srgbClr val="1A1A2E"/>
                          </a:solidFill>
                        </a:rPr>
                        <a:t>후보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9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Step 4 - Best search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0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22개 풀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9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VIF pruning (VIF&gt;10)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13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A1A2E"/>
                          </a:solidFill>
                        </a:rPr>
                        <a:t>최종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 9개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" name="Table 6">
            <a:extLst>
              <a:ext uri="{FF2B5EF4-FFF2-40B4-BE49-F238E27FC236}">
                <a16:creationId xmlns:a16="http://schemas.microsoft.com/office/drawing/2014/main" id="{63449535-FBF9-C660-62B1-1B938514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905067"/>
              </p:ext>
            </p:extLst>
          </p:nvPr>
        </p:nvGraphicFramePr>
        <p:xfrm>
          <a:off x="6479967" y="3706841"/>
          <a:ext cx="5028152" cy="157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940">
                  <a:extLst>
                    <a:ext uri="{9D8B030D-6E8A-4147-A177-3AD203B41FA5}">
                      <a16:colId xmlns:a16="http://schemas.microsoft.com/office/drawing/2014/main" val="3663847924"/>
                    </a:ext>
                  </a:extLst>
                </a:gridCol>
                <a:gridCol w="1137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1100" b="1" dirty="0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Selected Features</a:t>
                      </a:r>
                      <a:endParaRPr sz="1100" b="1" dirty="0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Pipeline R²</a:t>
                      </a:r>
                      <a:endParaRPr sz="1100" b="1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Prev R²</a:t>
                      </a:r>
                      <a:endParaRPr sz="1100" b="1">
                        <a:solidFill>
                          <a:srgbClr val="FFFFFF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96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A1A2E"/>
                          </a:solidFill>
                        </a:rPr>
                        <a:t>강남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9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0.1818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0.1768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신촌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13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0.0775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0.0305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병합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11</a:t>
                      </a:r>
                      <a:endParaRPr sz="1100" b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0.0881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2E"/>
                          </a:solidFill>
                        </a:rPr>
                        <a:t>0.0965</a:t>
                      </a:r>
                      <a:endParaRPr sz="11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05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3" name="Picture 3" descr="01_correlation_heatmap.png">
            <a:extLst>
              <a:ext uri="{FF2B5EF4-FFF2-40B4-BE49-F238E27FC236}">
                <a16:creationId xmlns:a16="http://schemas.microsoft.com/office/drawing/2014/main" id="{151481C9-9D84-912C-1C87-DD8B1F5A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54236"/>
            <a:ext cx="5669280" cy="4863437"/>
          </a:xfrm>
          <a:prstGeom prst="rect">
            <a:avLst/>
          </a:prstGeom>
        </p:spPr>
      </p:pic>
      <p:pic>
        <p:nvPicPr>
          <p:cNvPr id="6" name="Picture 4" descr="05_final_features_summary.png">
            <a:extLst>
              <a:ext uri="{FF2B5EF4-FFF2-40B4-BE49-F238E27FC236}">
                <a16:creationId xmlns:a16="http://schemas.microsoft.com/office/drawing/2014/main" id="{E1D79CFF-0E3C-0AB0-818C-4B26ABBF9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54236"/>
            <a:ext cx="5760720" cy="4863437"/>
          </a:xfrm>
          <a:prstGeom prst="rect">
            <a:avLst/>
          </a:prstGeom>
        </p:spPr>
      </p:pic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- </a:t>
            </a:r>
            <a:r>
              <a:rPr lang="ko-KR" altLang="en-US" dirty="0"/>
              <a:t>강남</a:t>
            </a:r>
          </a:p>
        </p:txBody>
      </p:sp>
    </p:spTree>
    <p:extLst>
      <p:ext uri="{BB962C8B-B14F-4D97-AF65-F5344CB8AC3E}">
        <p14:creationId xmlns:p14="http://schemas.microsoft.com/office/powerpoint/2010/main" val="304284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D0B0C-8128-0E3D-D347-28912C24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8E7EB-E2BF-C1B7-6D30-550E8D7E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D50687-CA39-FD6C-EEF2-546C35A8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16FF268-E11B-74BA-5023-2397CABC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- </a:t>
            </a:r>
            <a:r>
              <a:rPr lang="ko-KR" altLang="en-US" dirty="0"/>
              <a:t>신촌</a:t>
            </a:r>
          </a:p>
        </p:txBody>
      </p:sp>
      <p:pic>
        <p:nvPicPr>
          <p:cNvPr id="3" name="Picture 3" descr="01_correlation_heatmap.png">
            <a:extLst>
              <a:ext uri="{FF2B5EF4-FFF2-40B4-BE49-F238E27FC236}">
                <a16:creationId xmlns:a16="http://schemas.microsoft.com/office/drawing/2014/main" id="{0F09D61F-4575-4AA0-4EC0-F4ADA2B85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54236"/>
            <a:ext cx="5669280" cy="4906979"/>
          </a:xfrm>
          <a:prstGeom prst="rect">
            <a:avLst/>
          </a:prstGeom>
        </p:spPr>
      </p:pic>
      <p:pic>
        <p:nvPicPr>
          <p:cNvPr id="5" name="Picture 4" descr="05_final_features_summary.png">
            <a:extLst>
              <a:ext uri="{FF2B5EF4-FFF2-40B4-BE49-F238E27FC236}">
                <a16:creationId xmlns:a16="http://schemas.microsoft.com/office/drawing/2014/main" id="{69FA6F37-7768-C4BF-D5F4-6B224F40B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54236"/>
            <a:ext cx="5760720" cy="490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53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0AF5-5AD4-970A-6032-9A77087E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49E4D-9258-E9D9-61B0-7DF9AA00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9BAC8-C865-9E76-78F1-E5167BA5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5397248-C9F4-C827-E41B-B2FA3EF82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– </a:t>
            </a:r>
            <a:r>
              <a:rPr lang="ko-KR" altLang="en-US" dirty="0"/>
              <a:t>자동 선택</a:t>
            </a:r>
            <a:endParaRPr lang="en-US" altLang="ko-KR" dirty="0"/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FF409B6C-1299-8DA2-3803-D731263E4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525142"/>
              </p:ext>
            </p:extLst>
          </p:nvPr>
        </p:nvGraphicFramePr>
        <p:xfrm>
          <a:off x="1149945" y="4113064"/>
          <a:ext cx="9892110" cy="196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1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데이터셋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선택된 피처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강남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IQR,</a:t>
                      </a:r>
                      <a:r>
                        <a:rPr lang="en-US" altLang="ko-KR" sz="1200" dirty="0">
                          <a:effectLst/>
                        </a:rPr>
                        <a:t> mean,</a:t>
                      </a:r>
                      <a:r>
                        <a:rPr lang="en-US" sz="1200" dirty="0">
                          <a:effectLst/>
                        </a:rPr>
                        <a:t> band2_energy, </a:t>
                      </a:r>
                      <a:r>
                        <a:rPr lang="en-US" sz="1200" dirty="0" err="1">
                          <a:effectLst/>
                        </a:rPr>
                        <a:t>dominant_freq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slope_max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spectral_energy</a:t>
                      </a:r>
                      <a:r>
                        <a:rPr lang="en-US" sz="1200" dirty="0">
                          <a:effectLst/>
                        </a:rPr>
                        <a:t>, wavelet_cD1_energy, wavelet_cD2_energy, wavelet_energy_ratio_D1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신촌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IQR, mean, </a:t>
                      </a:r>
                      <a:r>
                        <a:rPr lang="en-US" sz="1200" dirty="0" err="1">
                          <a:effectLst/>
                        </a:rPr>
                        <a:t>peak_count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peak_max_width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peak_mean_width</a:t>
                      </a:r>
                      <a:r>
                        <a:rPr lang="en-US" sz="1200" dirty="0">
                          <a:effectLst/>
                        </a:rPr>
                        <a:t>, skewness, </a:t>
                      </a:r>
                      <a:r>
                        <a:rPr lang="en-US" sz="1200" dirty="0" err="1">
                          <a:effectLst/>
                        </a:rPr>
                        <a:t>slope_mean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slope_min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spectral_centroid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spectral_energy</a:t>
                      </a:r>
                      <a:r>
                        <a:rPr lang="en-US" sz="1200" dirty="0">
                          <a:effectLst/>
                        </a:rPr>
                        <a:t>, wavelet_cD2_std, wavelet_cD3_energy, </a:t>
                      </a:r>
                      <a:r>
                        <a:rPr lang="en-US" sz="1200" dirty="0" err="1">
                          <a:effectLst/>
                        </a:rPr>
                        <a:t>zero_crossing_rate</a:t>
                      </a:r>
                      <a:endParaRPr lang="en-US" sz="12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병합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강남</a:t>
                      </a:r>
                      <a:r>
                        <a:rPr lang="en-US" altLang="ko-KR" sz="1400" dirty="0">
                          <a:effectLst/>
                        </a:rPr>
                        <a:t>+</a:t>
                      </a:r>
                      <a:r>
                        <a:rPr lang="ko-KR" altLang="en-US" sz="1400" dirty="0">
                          <a:effectLst/>
                        </a:rPr>
                        <a:t>신촌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mean, </a:t>
                      </a:r>
                      <a:r>
                        <a:rPr lang="en-US" sz="1200" dirty="0">
                          <a:effectLst/>
                        </a:rPr>
                        <a:t>band3_energy_ratio, </a:t>
                      </a:r>
                      <a:r>
                        <a:rPr lang="en-US" sz="1200" dirty="0" err="1">
                          <a:effectLst/>
                        </a:rPr>
                        <a:t>peak_main_pos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peak_std_height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signal_length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slope_mean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spectral_energy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valley_count</a:t>
                      </a:r>
                      <a:r>
                        <a:rPr lang="en-US" sz="1200" dirty="0">
                          <a:effectLst/>
                        </a:rPr>
                        <a:t>, wavelet_cD1_std, wavelet_cD3_std, </a:t>
                      </a:r>
                      <a:r>
                        <a:rPr lang="en-US" sz="1200" dirty="0" err="1">
                          <a:effectLst/>
                        </a:rPr>
                        <a:t>zero_crossing_rate</a:t>
                      </a:r>
                      <a:endParaRPr lang="en-US" sz="12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9836D049-1183-77F9-8DE6-0E2B7CFCA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802482"/>
              </p:ext>
            </p:extLst>
          </p:nvPr>
        </p:nvGraphicFramePr>
        <p:xfrm>
          <a:off x="1149945" y="1909943"/>
          <a:ext cx="4573152" cy="1610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38">
                  <a:extLst>
                    <a:ext uri="{9D8B030D-6E8A-4147-A177-3AD203B41FA5}">
                      <a16:colId xmlns:a16="http://schemas.microsoft.com/office/drawing/2014/main" val="3457807918"/>
                    </a:ext>
                  </a:extLst>
                </a:gridCol>
                <a:gridCol w="1577668">
                  <a:extLst>
                    <a:ext uri="{9D8B030D-6E8A-4147-A177-3AD203B41FA5}">
                      <a16:colId xmlns:a16="http://schemas.microsoft.com/office/drawing/2014/main" val="1544939453"/>
                    </a:ext>
                  </a:extLst>
                </a:gridCol>
              </a:tblGrid>
              <a:tr h="181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데이터셋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선택 피처 수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강남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1674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신촌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1271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13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6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병합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강남</a:t>
                      </a:r>
                      <a:r>
                        <a:rPr lang="en-US" altLang="ko-KR" sz="1400" dirty="0">
                          <a:effectLst/>
                        </a:rPr>
                        <a:t>+</a:t>
                      </a:r>
                      <a:r>
                        <a:rPr lang="ko-KR" altLang="en-US" sz="1400" dirty="0">
                          <a:effectLst/>
                        </a:rPr>
                        <a:t>신촌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</a:p>
                  </a:txBody>
                  <a:tcPr marL="82550" marR="8255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2945</a:t>
                      </a:r>
                    </a:p>
                  </a:txBody>
                  <a:tcPr marL="82550" marR="8255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11</a:t>
                      </a:r>
                    </a:p>
                  </a:txBody>
                  <a:tcPr marL="82550" marR="82550" marT="38100" marB="381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600E78C-9705-3789-2144-42ECABA0B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09" y="493961"/>
            <a:ext cx="6172200" cy="33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72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CCBB0-676E-4847-9AB2-B740348A580D}"/>
              </a:ext>
            </a:extLst>
          </p:cNvPr>
          <p:cNvSpPr txBox="1"/>
          <p:nvPr/>
        </p:nvSpPr>
        <p:spPr>
          <a:xfrm>
            <a:off x="508000" y="11430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전처리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580AC9F-0DD3-4342-AF67-67F08217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36562"/>
              </p:ext>
            </p:extLst>
          </p:nvPr>
        </p:nvGraphicFramePr>
        <p:xfrm>
          <a:off x="50800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처리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Model</a:t>
                      </a: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400" dirty="0">
                          <a:solidFill>
                            <a:srgbClr val="1A1A2E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One-hot encoding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C77E2BB-1799-4B59-B5B7-2C5CDD2840DA}"/>
              </a:ext>
            </a:extLst>
          </p:cNvPr>
          <p:cNvSpPr txBox="1"/>
          <p:nvPr/>
        </p:nvSpPr>
        <p:spPr>
          <a:xfrm>
            <a:off x="6608492" y="1143000"/>
            <a:ext cx="477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ABE816E-5173-468F-AECB-91929F28626A}"/>
              </a:ext>
            </a:extLst>
          </p:cNvPr>
          <p:cNvSpPr/>
          <p:nvPr/>
        </p:nvSpPr>
        <p:spPr>
          <a:xfrm>
            <a:off x="6647688" y="150876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F8D97-BF6F-4D4B-8C3D-2EE29484D2BB}"/>
              </a:ext>
            </a:extLst>
          </p:cNvPr>
          <p:cNvSpPr txBox="1"/>
          <p:nvPr/>
        </p:nvSpPr>
        <p:spPr>
          <a:xfrm>
            <a:off x="6733774" y="155448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선형</a:t>
            </a:r>
            <a:r>
              <a:rPr sz="1300"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회귀</a:t>
            </a:r>
            <a:endParaRPr sz="1300"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6B442-8E7F-4C02-BA3A-AA8F6615BA9E}"/>
              </a:ext>
            </a:extLst>
          </p:cNvPr>
          <p:cNvSpPr txBox="1"/>
          <p:nvPr/>
        </p:nvSpPr>
        <p:spPr>
          <a:xfrm>
            <a:off x="6733774" y="184606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 OLS
(Ordinary Least Squares)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A15040D-26ED-427B-8A02-B600C767E3C5}"/>
              </a:ext>
            </a:extLst>
          </p:cNvPr>
          <p:cNvSpPr/>
          <p:nvPr/>
        </p:nvSpPr>
        <p:spPr>
          <a:xfrm>
            <a:off x="6647688" y="251460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2E6A60-AD0C-495A-B9BE-D7CCD291496A}"/>
              </a:ext>
            </a:extLst>
          </p:cNvPr>
          <p:cNvSpPr txBox="1"/>
          <p:nvPr/>
        </p:nvSpPr>
        <p:spPr>
          <a:xfrm>
            <a:off x="6733774" y="256032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로지스틱 회귀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5A3F8D-13A4-4355-B19C-9CE28B178117}"/>
              </a:ext>
            </a:extLst>
          </p:cNvPr>
          <p:cNvSpPr txBox="1"/>
          <p:nvPr/>
        </p:nvSpPr>
        <p:spPr>
          <a:xfrm>
            <a:off x="6733774" y="285190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Logit
(BFGS, </a:t>
            </a:r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maxiter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=1,000)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A4BCF-6B4B-41DF-B085-EE80E6A29BBF}"/>
              </a:ext>
            </a:extLst>
          </p:cNvPr>
          <p:cNvSpPr txBox="1"/>
          <p:nvPr/>
        </p:nvSpPr>
        <p:spPr>
          <a:xfrm>
            <a:off x="508000" y="3566160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검증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전략</a:t>
            </a:r>
            <a:endParaRPr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23" name="Table 15">
            <a:extLst>
              <a:ext uri="{FF2B5EF4-FFF2-40B4-BE49-F238E27FC236}">
                <a16:creationId xmlns:a16="http://schemas.microsoft.com/office/drawing/2014/main" id="{784D0E6A-BB73-461D-A2D6-C8B46A2B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79115"/>
              </p:ext>
            </p:extLst>
          </p:nvPr>
        </p:nvGraphicFramePr>
        <p:xfrm>
          <a:off x="508000" y="3931920"/>
          <a:ext cx="1117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검증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상세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8622571-6AAB-407B-9DAA-FC7685AA1F20}"/>
              </a:ext>
            </a:extLst>
          </p:cNvPr>
          <p:cNvSpPr txBox="1"/>
          <p:nvPr/>
        </p:nvSpPr>
        <p:spPr>
          <a:xfrm>
            <a:off x="320040" y="5943600"/>
            <a:ext cx="11521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※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선형·로지스틱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회귀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모두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Case 1(Sex</a:t>
            </a:r>
            <a:r>
              <a:rPr lang="en-US"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Age) → Case 2(+AEC) → Case 3(+CT Model</a:t>
            </a:r>
            <a:r>
              <a:rPr lang="en-US" sz="110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kVp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순으로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점진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투입</a:t>
            </a:r>
            <a:endParaRPr sz="1100" b="0" i="1" dirty="0">
              <a:solidFill>
                <a:srgbClr val="2E75B6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604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59333-5D10-83CB-AA31-404CAED8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2DBD3-62E5-96A7-3E5F-73205B97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BMI </a:t>
            </a:r>
            <a:r>
              <a:rPr lang="ko-KR" altLang="en-US" sz="4000" dirty="0"/>
              <a:t>기여도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A3F2-ECC9-8DC2-BE19-247AABEF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20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E032-80A1-2BD5-1738-6C0FFD59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71CB4-AFD1-AFED-FDBF-0C1C13F0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C294E-00FF-5AF0-05D9-AC6B3F25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C187963-7A49-FE75-24B5-BC08064FA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BMI </a:t>
            </a:r>
            <a:r>
              <a:rPr lang="ko-KR" altLang="en-US" dirty="0"/>
              <a:t>유무에 따른 성능 비교 </a:t>
            </a:r>
            <a:r>
              <a:rPr lang="en-US" altLang="ko-KR" dirty="0"/>
              <a:t>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86CC0959-5CB0-AE80-3D0E-6EBF13808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56667"/>
              </p:ext>
            </p:extLst>
          </p:nvPr>
        </p:nvGraphicFramePr>
        <p:xfrm>
          <a:off x="455222" y="1688275"/>
          <a:ext cx="11281555" cy="260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975073768"/>
                    </a:ext>
                  </a:extLst>
                </a:gridCol>
                <a:gridCol w="1013188">
                  <a:extLst>
                    <a:ext uri="{9D8B030D-6E8A-4147-A177-3AD203B41FA5}">
                      <a16:colId xmlns:a16="http://schemas.microsoft.com/office/drawing/2014/main" val="3998434773"/>
                    </a:ext>
                  </a:extLst>
                </a:gridCol>
                <a:gridCol w="1638818">
                  <a:extLst>
                    <a:ext uri="{9D8B030D-6E8A-4147-A177-3AD203B41FA5}">
                      <a16:colId xmlns:a16="http://schemas.microsoft.com/office/drawing/2014/main" val="3457807918"/>
                    </a:ext>
                  </a:extLst>
                </a:gridCol>
                <a:gridCol w="1446166">
                  <a:extLst>
                    <a:ext uri="{9D8B030D-6E8A-4147-A177-3AD203B41FA5}">
                      <a16:colId xmlns:a16="http://schemas.microsoft.com/office/drawing/2014/main" val="1544939453"/>
                    </a:ext>
                  </a:extLst>
                </a:gridCol>
                <a:gridCol w="1628815">
                  <a:extLst>
                    <a:ext uri="{9D8B030D-6E8A-4147-A177-3AD203B41FA5}">
                      <a16:colId xmlns:a16="http://schemas.microsoft.com/office/drawing/2014/main" val="3303967436"/>
                    </a:ext>
                  </a:extLst>
                </a:gridCol>
                <a:gridCol w="1616649">
                  <a:extLst>
                    <a:ext uri="{9D8B030D-6E8A-4147-A177-3AD203B41FA5}">
                      <a16:colId xmlns:a16="http://schemas.microsoft.com/office/drawing/2014/main" val="1596193348"/>
                    </a:ext>
                  </a:extLst>
                </a:gridCol>
                <a:gridCol w="1630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BMI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N feat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Lin R²(±std)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Lin RMSE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Log AUC(±std)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Log Sens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Log Spec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 1 (no BMI)</a:t>
                      </a:r>
                      <a:endParaRPr lang="en-US" sz="11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0.5430 ± 0.0401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19.91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0.5992 ± 0.0403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0.3886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0.8173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Case 1 (+BMI)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>
                        <a:effectLst/>
                      </a:endParaRP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0.6620 ± 0.0367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17.12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0.7427 ± 0.0188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0.7647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0.6491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28694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2 (no BMI)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6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0.6300 ± 0.0407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17.91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0.7000 ± 0.0276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0.7741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0.5726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95472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Case 2 (+BMI)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>
                        <a:effectLst/>
                      </a:endParaRP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0.6780 ± 0.0357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16.71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0.7510 ± 0.0227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0.7394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0.6883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532009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4 (no BMI)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45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0.6210 ± 0.0339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18.13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0.7104 ± 0.0260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0.7834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0.5889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4 (+BMI)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46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0.6682 ± 0.0318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16.96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0.7400 ± 0.0287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0.7834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0.6319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C5D62D1-777B-B096-AF47-AA0131186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691709"/>
              </p:ext>
            </p:extLst>
          </p:nvPr>
        </p:nvGraphicFramePr>
        <p:xfrm>
          <a:off x="455222" y="4611584"/>
          <a:ext cx="7675418" cy="125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403">
                  <a:extLst>
                    <a:ext uri="{9D8B030D-6E8A-4147-A177-3AD203B41FA5}">
                      <a16:colId xmlns:a16="http://schemas.microsoft.com/office/drawing/2014/main" val="3110612638"/>
                    </a:ext>
                  </a:extLst>
                </a:gridCol>
                <a:gridCol w="1377165">
                  <a:extLst>
                    <a:ext uri="{9D8B030D-6E8A-4147-A177-3AD203B41FA5}">
                      <a16:colId xmlns:a16="http://schemas.microsoft.com/office/drawing/2014/main" val="3068643098"/>
                    </a:ext>
                  </a:extLst>
                </a:gridCol>
                <a:gridCol w="1199284">
                  <a:extLst>
                    <a:ext uri="{9D8B030D-6E8A-4147-A177-3AD203B41FA5}">
                      <a16:colId xmlns:a16="http://schemas.microsoft.com/office/drawing/2014/main" val="1665777330"/>
                    </a:ext>
                  </a:extLst>
                </a:gridCol>
                <a:gridCol w="1199284">
                  <a:extLst>
                    <a:ext uri="{9D8B030D-6E8A-4147-A177-3AD203B41FA5}">
                      <a16:colId xmlns:a16="http://schemas.microsoft.com/office/drawing/2014/main" val="3948507518"/>
                    </a:ext>
                  </a:extLst>
                </a:gridCol>
                <a:gridCol w="1678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R²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RMSE (cm²)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AUC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해석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+0.1190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-2.79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+0.1435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-0.0410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BMI </a:t>
                      </a:r>
                      <a:r>
                        <a:rPr lang="ko-KR" altLang="en-US" sz="140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C2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+0.0480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-1.20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+0.0510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+0.0806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BMI </a:t>
                      </a:r>
                      <a:r>
                        <a:rPr lang="ko-KR" altLang="en-US" sz="140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+0.0472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-1.17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+0.0296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+0.0330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BMI </a:t>
                      </a:r>
                      <a:r>
                        <a:rPr lang="ko-KR" altLang="en-US" sz="1400" dirty="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070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34-D765-F834-655F-EFF28665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F2980-D61F-3A99-31FA-CDFEDCC9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6D1EF-DC95-CBDA-BC54-ACCF7BBF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B40FB36-EED3-A518-CFBA-F86F9F23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BMI </a:t>
            </a:r>
            <a:r>
              <a:rPr lang="ko-KR" altLang="en-US" dirty="0"/>
              <a:t>유무에 따른 성능 비교 </a:t>
            </a:r>
            <a:r>
              <a:rPr lang="en-US" altLang="ko-KR" dirty="0"/>
              <a:t>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983188-77AE-AF74-A801-610DA0B5F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659"/>
            <a:ext cx="12192000" cy="43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54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BE89-483D-22CF-0B03-0686AFCC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477A6-BF02-0B2B-C253-6CFD1963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CDB12-F8EA-C571-F002-DD98450F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0CBD8F0-F695-6084-612A-182BA033E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BMI </a:t>
            </a:r>
            <a:r>
              <a:rPr lang="ko-KR" altLang="en-US" dirty="0"/>
              <a:t>유무에 따른 성능 비교 </a:t>
            </a:r>
            <a:r>
              <a:rPr lang="en-US" altLang="ko-KR" dirty="0"/>
              <a:t>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314823B-A23B-1A1D-93EE-3DE90B6D4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83014"/>
              </p:ext>
            </p:extLst>
          </p:nvPr>
        </p:nvGraphicFramePr>
        <p:xfrm>
          <a:off x="455222" y="1688275"/>
          <a:ext cx="11281555" cy="260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975073768"/>
                    </a:ext>
                  </a:extLst>
                </a:gridCol>
                <a:gridCol w="1013188">
                  <a:extLst>
                    <a:ext uri="{9D8B030D-6E8A-4147-A177-3AD203B41FA5}">
                      <a16:colId xmlns:a16="http://schemas.microsoft.com/office/drawing/2014/main" val="3998434773"/>
                    </a:ext>
                  </a:extLst>
                </a:gridCol>
                <a:gridCol w="1638818">
                  <a:extLst>
                    <a:ext uri="{9D8B030D-6E8A-4147-A177-3AD203B41FA5}">
                      <a16:colId xmlns:a16="http://schemas.microsoft.com/office/drawing/2014/main" val="3457807918"/>
                    </a:ext>
                  </a:extLst>
                </a:gridCol>
                <a:gridCol w="1446166">
                  <a:extLst>
                    <a:ext uri="{9D8B030D-6E8A-4147-A177-3AD203B41FA5}">
                      <a16:colId xmlns:a16="http://schemas.microsoft.com/office/drawing/2014/main" val="1544939453"/>
                    </a:ext>
                  </a:extLst>
                </a:gridCol>
                <a:gridCol w="1628815">
                  <a:extLst>
                    <a:ext uri="{9D8B030D-6E8A-4147-A177-3AD203B41FA5}">
                      <a16:colId xmlns:a16="http://schemas.microsoft.com/office/drawing/2014/main" val="3303967436"/>
                    </a:ext>
                  </a:extLst>
                </a:gridCol>
                <a:gridCol w="1616649">
                  <a:extLst>
                    <a:ext uri="{9D8B030D-6E8A-4147-A177-3AD203B41FA5}">
                      <a16:colId xmlns:a16="http://schemas.microsoft.com/office/drawing/2014/main" val="1596193348"/>
                    </a:ext>
                  </a:extLst>
                </a:gridCol>
                <a:gridCol w="1630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BMI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N feat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Lin R²(±std)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Lin RMSE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Log AUC(±std)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Log Sens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Log Spec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Case 1 (no BMI)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0.5216 ± 0.0656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21.24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0.6076 ± 0.0299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0.5505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0.6938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1 (+BMI)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0.6398 ± 0.0629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18.42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0.7513 ± 0.0332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0.7988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0.6073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28694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2 (no BMI)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6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0.5444 ± 0.0587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20.73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0.6441 ± 0.0430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0.6114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0.6552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95472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2 (+BMI)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>
                        <a:effectLst/>
                      </a:endParaRP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0.6415 ± 0.0615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18.37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0.7502 ± 0.0362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0.8055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0.6125</a:t>
                      </a:r>
                    </a:p>
                  </a:txBody>
                  <a:tcPr marL="82550" marR="82550" marT="38100" marB="381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532009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4 (no BMI)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no BMI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58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0.5350 ± 0.0693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20.92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0.6784 ± 0.0236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0.6410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0.6740</a:t>
                      </a:r>
                    </a:p>
                  </a:txBody>
                  <a:tcPr marL="82550" marR="825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Case 4 (+BMI)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+BMI</a:t>
                      </a:r>
                      <a:endParaRPr 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59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0.6340 ± 0.0590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18.56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0.7529 ± 0.0321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0.7572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0.6896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CC2CB5A6-F5DD-FBF1-C92C-D06C15163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812341"/>
              </p:ext>
            </p:extLst>
          </p:nvPr>
        </p:nvGraphicFramePr>
        <p:xfrm>
          <a:off x="455222" y="4611584"/>
          <a:ext cx="7675418" cy="125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403">
                  <a:extLst>
                    <a:ext uri="{9D8B030D-6E8A-4147-A177-3AD203B41FA5}">
                      <a16:colId xmlns:a16="http://schemas.microsoft.com/office/drawing/2014/main" val="3110612638"/>
                    </a:ext>
                  </a:extLst>
                </a:gridCol>
                <a:gridCol w="1377165">
                  <a:extLst>
                    <a:ext uri="{9D8B030D-6E8A-4147-A177-3AD203B41FA5}">
                      <a16:colId xmlns:a16="http://schemas.microsoft.com/office/drawing/2014/main" val="3068643098"/>
                    </a:ext>
                  </a:extLst>
                </a:gridCol>
                <a:gridCol w="1199284">
                  <a:extLst>
                    <a:ext uri="{9D8B030D-6E8A-4147-A177-3AD203B41FA5}">
                      <a16:colId xmlns:a16="http://schemas.microsoft.com/office/drawing/2014/main" val="1665777330"/>
                    </a:ext>
                  </a:extLst>
                </a:gridCol>
                <a:gridCol w="1199284">
                  <a:extLst>
                    <a:ext uri="{9D8B030D-6E8A-4147-A177-3AD203B41FA5}">
                      <a16:colId xmlns:a16="http://schemas.microsoft.com/office/drawing/2014/main" val="3948507518"/>
                    </a:ext>
                  </a:extLst>
                </a:gridCol>
                <a:gridCol w="1678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Case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R²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RMSE (cm²)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AUC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해석</a:t>
                      </a:r>
                    </a:p>
                  </a:txBody>
                  <a:tcPr marL="82550" marR="82550" marT="38100" marB="381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+0.1182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-2.82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+0.1437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-0.0047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BMI </a:t>
                      </a:r>
                      <a:r>
                        <a:rPr lang="ko-KR" altLang="en-US" sz="140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C2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+0.0971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-2.36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+0.1061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+0.0150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BMI </a:t>
                      </a:r>
                      <a:r>
                        <a:rPr lang="ko-KR" altLang="en-US" sz="140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+0.0990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effectLst/>
                        </a:rPr>
                        <a:t>-2.36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+0.0745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+0.0403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BMI </a:t>
                      </a:r>
                      <a:r>
                        <a:rPr lang="ko-KR" altLang="en-US" sz="1400" dirty="0">
                          <a:effectLst/>
                        </a:rPr>
                        <a:t>보정 유효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150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7A36-C441-079A-3D51-01658E9B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E09C3DB-1D07-5DCE-3DAE-9CBE3E15B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659"/>
            <a:ext cx="12192000" cy="43542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F4E1A1-4B68-6C2B-0905-572F9787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6A584-FD61-4899-84D4-D328667D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8F0502B-6362-FF80-9026-F61BE2388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BMI </a:t>
            </a:r>
            <a:r>
              <a:rPr lang="ko-KR" altLang="en-US" dirty="0"/>
              <a:t>유무에 따른 성능 비교 </a:t>
            </a:r>
            <a:r>
              <a:rPr lang="en-US" altLang="ko-KR" dirty="0"/>
              <a:t>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4354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048-3D54-90BA-4C63-E9E6CBFE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5F65B-4C7C-5F4C-D369-09DC5557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Multivariable Analysis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9C3DE5-6647-3CC0-BA2B-261B8E16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494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94DCFC33-C28C-2700-774F-9A442D3EB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77021"/>
              </p:ext>
            </p:extLst>
          </p:nvPr>
        </p:nvGraphicFramePr>
        <p:xfrm>
          <a:off x="695998" y="1714259"/>
          <a:ext cx="1080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772">
                  <a:extLst>
                    <a:ext uri="{9D8B030D-6E8A-4147-A177-3AD203B41FA5}">
                      <a16:colId xmlns:a16="http://schemas.microsoft.com/office/drawing/2014/main" val="32184430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437228936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56125398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Case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N feat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R²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/>
                        </a:rPr>
                        <a:t>mean±std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MAE (cm²)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RMSE (cm²)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Case 1  Clinical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0.662 ± 0.037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12.83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17.12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Case 2 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AEC_prev</a:t>
                      </a:r>
                      <a:endParaRPr sz="14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0.678 ± 0.036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12.53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16.71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7736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Case 3 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AEC_new</a:t>
                      </a:r>
                      <a:endParaRPr sz="14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0.669 ± 0.038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12.59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16.93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Case 4 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AEC_prev</a:t>
                      </a:r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Scanner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/</a:t>
                      </a:r>
                      <a:r>
                        <a:rPr lang="en-US"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kVp</a:t>
                      </a:r>
                      <a:endParaRPr sz="14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0.668 ± 0.032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12.77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16.96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Case 5 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AEC_new</a:t>
                      </a:r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+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 </a:t>
                      </a:r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Scanner</a:t>
                      </a:r>
                      <a:r>
                        <a:rPr lang="en-US"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/</a:t>
                      </a:r>
                      <a:r>
                        <a:rPr lang="en-US" sz="1400" b="0" dirty="0" err="1">
                          <a:solidFill>
                            <a:srgbClr val="1A1A2E"/>
                          </a:solidFill>
                          <a:latin typeface="KoPub돋움체 Medium"/>
                        </a:rPr>
                        <a:t>kVp</a:t>
                      </a:r>
                      <a:endParaRPr sz="1400" b="0" dirty="0">
                        <a:solidFill>
                          <a:srgbClr val="1A1A2E"/>
                        </a:solidFill>
                        <a:latin typeface="KoPub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KoPub돋움체 Medium"/>
                        </a:rPr>
                        <a:t>0.662 ± 0.035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12.74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1A2E"/>
                          </a:solidFill>
                          <a:latin typeface="KoPub돋움체 Medium"/>
                        </a:rPr>
                        <a:t>17.11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(5-fold CV) –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8DD6A-655F-02B1-E450-20C581D2F763}"/>
              </a:ext>
            </a:extLst>
          </p:cNvPr>
          <p:cNvSpPr txBox="1"/>
          <p:nvPr/>
        </p:nvSpPr>
        <p:spPr>
          <a:xfrm>
            <a:off x="741104" y="4018547"/>
            <a:ext cx="1070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AEC </a:t>
            </a:r>
            <a:r>
              <a:rPr lang="ko-KR" altLang="en-US" sz="1400" b="1" dirty="0">
                <a:solidFill>
                  <a:srgbClr val="0070C0"/>
                </a:solidFill>
              </a:rPr>
              <a:t>기여도 </a:t>
            </a:r>
            <a:r>
              <a:rPr lang="en-US" altLang="ko-KR" sz="1400" b="1" dirty="0">
                <a:solidFill>
                  <a:srgbClr val="0070C0"/>
                </a:solidFill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</a:rPr>
              <a:t>선형 </a:t>
            </a:r>
            <a:r>
              <a:rPr lang="en-US" altLang="ko-KR" sz="1400" b="1" dirty="0">
                <a:solidFill>
                  <a:srgbClr val="0070C0"/>
                </a:solidFill>
              </a:rPr>
              <a:t>R²):</a:t>
            </a:r>
            <a:r>
              <a:rPr lang="en-US" altLang="ko-KR" sz="1400" dirty="0">
                <a:solidFill>
                  <a:srgbClr val="0070C0"/>
                </a:solidFill>
              </a:rPr>
              <a:t> </a:t>
            </a:r>
            <a:r>
              <a:rPr lang="en-US" altLang="ko-KR" sz="1400" dirty="0" err="1">
                <a:solidFill>
                  <a:srgbClr val="0070C0"/>
                </a:solidFill>
              </a:rPr>
              <a:t>AEC_prev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+0.0160 | </a:t>
            </a:r>
            <a:r>
              <a:rPr lang="en-US" altLang="ko-KR" sz="1400" dirty="0" err="1">
                <a:solidFill>
                  <a:srgbClr val="0070C0"/>
                </a:solidFill>
              </a:rPr>
              <a:t>AEC_new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+0.0074 | </a:t>
            </a:r>
            <a:r>
              <a:rPr lang="ko-KR" altLang="en-US" sz="1400" dirty="0">
                <a:solidFill>
                  <a:srgbClr val="0070C0"/>
                </a:solidFill>
              </a:rPr>
              <a:t>차이 </a:t>
            </a:r>
            <a:r>
              <a:rPr lang="en-US" altLang="ko-KR" sz="1400" dirty="0">
                <a:solidFill>
                  <a:srgbClr val="0070C0"/>
                </a:solidFill>
              </a:rPr>
              <a:t>(new-</a:t>
            </a:r>
            <a:r>
              <a:rPr lang="en-US" altLang="ko-KR" sz="1400" dirty="0" err="1">
                <a:solidFill>
                  <a:srgbClr val="0070C0"/>
                </a:solidFill>
              </a:rPr>
              <a:t>prev</a:t>
            </a:r>
            <a:r>
              <a:rPr lang="en-US" altLang="ko-KR" sz="1400" dirty="0">
                <a:solidFill>
                  <a:srgbClr val="0070C0"/>
                </a:solidFill>
              </a:rPr>
              <a:t>) = -0.0086</a:t>
            </a:r>
            <a:endParaRPr sz="1400" b="1" i="0" dirty="0">
              <a:solidFill>
                <a:srgbClr val="0070C0"/>
              </a:solidFill>
              <a:latin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85302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7C3C-4653-E1E8-34C3-4DE3700A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754F0-975C-63A5-9703-08B00C81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D4FFE-10CB-4156-612D-F30A1CFE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8" name="Picture 5" descr="01_linear_actual_vs_pred.png">
            <a:extLst>
              <a:ext uri="{FF2B5EF4-FFF2-40B4-BE49-F238E27FC236}">
                <a16:creationId xmlns:a16="http://schemas.microsoft.com/office/drawing/2014/main" id="{C671C277-89AA-1AC0-6310-66046529B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454236"/>
            <a:ext cx="11610505" cy="2473330"/>
          </a:xfrm>
          <a:prstGeom prst="rect">
            <a:avLst/>
          </a:prstGeom>
        </p:spPr>
      </p:pic>
      <p:pic>
        <p:nvPicPr>
          <p:cNvPr id="10" name="Picture 7" descr="03_linear_coefficients.png">
            <a:extLst>
              <a:ext uri="{FF2B5EF4-FFF2-40B4-BE49-F238E27FC236}">
                <a16:creationId xmlns:a16="http://schemas.microsoft.com/office/drawing/2014/main" id="{35231708-4493-894B-79D3-89FD4CD77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3927566"/>
            <a:ext cx="11610505" cy="247333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EC9F7-2246-ED5F-159E-5D0850FD9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(5-fold CV) –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3855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BD93E-4F6B-E136-B982-87019565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2553B926-1BE2-B289-82FC-C1DD7EA9B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1101"/>
              </p:ext>
            </p:extLst>
          </p:nvPr>
        </p:nvGraphicFramePr>
        <p:xfrm>
          <a:off x="696000" y="1658112"/>
          <a:ext cx="1080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723">
                  <a:extLst>
                    <a:ext uri="{9D8B030D-6E8A-4147-A177-3AD203B41FA5}">
                      <a16:colId xmlns:a16="http://schemas.microsoft.com/office/drawing/2014/main" val="3218443073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1437228936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1561253987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Case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AUC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/>
                        </a:rPr>
                        <a:t>mean±std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Sensitivity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Specificity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Case 1 Clinical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effectLst/>
                        </a:rPr>
                        <a:t>0.7427 ± 0.0188</a:t>
                      </a:r>
                      <a:endParaRPr lang="ko-KR" altLang="en-US" sz="1400" b="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0.6762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0.7647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0.6491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Case 2 +AEC_prev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effectLst/>
                        </a:rPr>
                        <a:t>0.7510 ± 0.0227</a:t>
                      </a:r>
                      <a:endParaRPr lang="ko-KR" altLang="en-US" sz="1400" b="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0.7004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0.7394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0.6883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7736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Case 3 +AEC_new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effectLst/>
                        </a:rPr>
                        <a:t>0.7442 ± 0.0280</a:t>
                      </a:r>
                      <a:endParaRPr lang="ko-KR" altLang="en-US" sz="1400" b="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0.6374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0.8274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0.5794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Case 4 +AEC_prev +Scanner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effectLst/>
                        </a:rPr>
                        <a:t>0.7400 ± 0.0287</a:t>
                      </a:r>
                      <a:endParaRPr lang="ko-KR" altLang="en-US" sz="1400" b="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0.6674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0.7834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0.6319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Case 5 +AEC_new +Scanner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effectLst/>
                        </a:rPr>
                        <a:t>0.7311 ± 0.0291</a:t>
                      </a:r>
                      <a:endParaRPr lang="ko-KR" altLang="en-US" sz="1400" b="0" dirty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0.6762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0.7522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0.6529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A6FE18B7-D629-E66E-BFE1-7DC89F0F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0BD7E6-EF9B-E36B-1DCD-CED3DA9C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(5-fold CV)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8B3DF-A802-77BB-D637-F6348941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99AA7-704D-17FF-4B91-28A54DA61309}"/>
              </a:ext>
            </a:extLst>
          </p:cNvPr>
          <p:cNvSpPr txBox="1"/>
          <p:nvPr/>
        </p:nvSpPr>
        <p:spPr>
          <a:xfrm>
            <a:off x="696000" y="3962400"/>
            <a:ext cx="10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AEC </a:t>
            </a:r>
            <a:r>
              <a:rPr lang="ko-KR" altLang="en-US" sz="1400" b="1" dirty="0">
                <a:solidFill>
                  <a:srgbClr val="0070C0"/>
                </a:solidFill>
              </a:rPr>
              <a:t>기여도 </a:t>
            </a:r>
            <a:r>
              <a:rPr lang="en-US" altLang="ko-KR" sz="1400" b="1" dirty="0">
                <a:solidFill>
                  <a:srgbClr val="0070C0"/>
                </a:solidFill>
              </a:rPr>
              <a:t>(AUC):</a:t>
            </a:r>
            <a:r>
              <a:rPr lang="en-US" altLang="ko-KR" sz="1400" dirty="0">
                <a:solidFill>
                  <a:srgbClr val="0070C0"/>
                </a:solidFill>
              </a:rPr>
              <a:t> </a:t>
            </a:r>
            <a:r>
              <a:rPr lang="en-US" altLang="ko-KR" sz="1400" dirty="0" err="1">
                <a:solidFill>
                  <a:srgbClr val="0070C0"/>
                </a:solidFill>
              </a:rPr>
              <a:t>AEC_prev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+0.0083 | </a:t>
            </a:r>
            <a:r>
              <a:rPr lang="en-US" altLang="ko-KR" sz="1400" dirty="0" err="1">
                <a:solidFill>
                  <a:srgbClr val="0070C0"/>
                </a:solidFill>
              </a:rPr>
              <a:t>AEC_new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+0.0015 | </a:t>
            </a:r>
            <a:r>
              <a:rPr lang="ko-KR" altLang="en-US" sz="1400" dirty="0">
                <a:solidFill>
                  <a:srgbClr val="0070C0"/>
                </a:solidFill>
              </a:rPr>
              <a:t>차이 </a:t>
            </a:r>
            <a:r>
              <a:rPr lang="en-US" altLang="ko-KR" sz="1400" dirty="0">
                <a:solidFill>
                  <a:srgbClr val="0070C0"/>
                </a:solidFill>
              </a:rPr>
              <a:t>(new-</a:t>
            </a:r>
            <a:r>
              <a:rPr lang="en-US" altLang="ko-KR" sz="1400" dirty="0" err="1">
                <a:solidFill>
                  <a:srgbClr val="0070C0"/>
                </a:solidFill>
              </a:rPr>
              <a:t>prev</a:t>
            </a:r>
            <a:r>
              <a:rPr lang="en-US" altLang="ko-KR" sz="1400" dirty="0">
                <a:solidFill>
                  <a:srgbClr val="0070C0"/>
                </a:solidFill>
              </a:rPr>
              <a:t>) = -0.0068</a:t>
            </a:r>
            <a:endParaRPr lang="en-US" altLang="ko-KR" sz="1400" b="1" dirty="0">
              <a:solidFill>
                <a:srgbClr val="0070C0"/>
              </a:solidFill>
              <a:latin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714209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7EDD-BBED-5745-339F-DE33ECE8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8E1BD-5C73-F9E4-0B9E-604BCC62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3DEC87-6666-F73C-8D68-B4B5F464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(5-fold CV)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4728E-DC65-4208-F163-B0EFE7BD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31</a:t>
            </a:fld>
            <a:endParaRPr lang="ko-KR" altLang="en-US" dirty="0"/>
          </a:p>
        </p:txBody>
      </p:sp>
      <p:pic>
        <p:nvPicPr>
          <p:cNvPr id="5" name="Picture 5" descr="04_logistic_roc.png">
            <a:extLst>
              <a:ext uri="{FF2B5EF4-FFF2-40B4-BE49-F238E27FC236}">
                <a16:creationId xmlns:a16="http://schemas.microsoft.com/office/drawing/2014/main" id="{3D094B75-AA7C-0679-5174-34B7EB1C6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247" y="1378291"/>
            <a:ext cx="3123595" cy="2660680"/>
          </a:xfrm>
          <a:prstGeom prst="rect">
            <a:avLst/>
          </a:prstGeom>
        </p:spPr>
      </p:pic>
      <p:pic>
        <p:nvPicPr>
          <p:cNvPr id="7" name="Picture 7" descr="06_logistic_confusion.png">
            <a:extLst>
              <a:ext uri="{FF2B5EF4-FFF2-40B4-BE49-F238E27FC236}">
                <a16:creationId xmlns:a16="http://schemas.microsoft.com/office/drawing/2014/main" id="{D9D4E2D7-C6D1-FF1A-5E19-EBE1C0469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5776"/>
            <a:ext cx="8983422" cy="2509024"/>
          </a:xfrm>
          <a:prstGeom prst="rect">
            <a:avLst/>
          </a:prstGeom>
        </p:spPr>
      </p:pic>
      <p:pic>
        <p:nvPicPr>
          <p:cNvPr id="8" name="Picture 9" descr="07_logistic_coefficients.png">
            <a:extLst>
              <a:ext uri="{FF2B5EF4-FFF2-40B4-BE49-F238E27FC236}">
                <a16:creationId xmlns:a16="http://schemas.microsoft.com/office/drawing/2014/main" id="{AA3D9CB8-60E9-DA22-9684-6344A9E5D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4800"/>
            <a:ext cx="12192000" cy="232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99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51A8-3835-CCEA-C419-550150CF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7408A1CA-D336-AF2C-7C8F-F9EBA15EF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71971"/>
              </p:ext>
            </p:extLst>
          </p:nvPr>
        </p:nvGraphicFramePr>
        <p:xfrm>
          <a:off x="695998" y="1714259"/>
          <a:ext cx="1080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772">
                  <a:extLst>
                    <a:ext uri="{9D8B030D-6E8A-4147-A177-3AD203B41FA5}">
                      <a16:colId xmlns:a16="http://schemas.microsoft.com/office/drawing/2014/main" val="32184430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437228936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56125398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Case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N feat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R²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/>
                        </a:rPr>
                        <a:t>mean±std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MAE (cm²)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RMSE (cm²)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Case 1 Clinical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0.640 ± 0.063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13.82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18.42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2 +AEC_prev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0.641 ± 0.061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13.83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18.37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7736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3 +AEC_new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0.637 ± 0.067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13.81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18.48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4 +AEC_prev +Scanner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59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0.634 ± 0.059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14.00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18.56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5 +AEC_new +Scanner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66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0.638 ± 0.054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13.94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effectLst/>
                        </a:rPr>
                        <a:t>18.48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4640984-1D3E-0DCD-F5D0-6826F2D34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5EA2E-FF17-30D6-5615-AFEC32F27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(5-fold CV)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4E691-CDF2-D3B6-CE48-E6FCBEFA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DA337-73E2-1A0C-2AB0-F482B4A43D92}"/>
              </a:ext>
            </a:extLst>
          </p:cNvPr>
          <p:cNvSpPr txBox="1"/>
          <p:nvPr/>
        </p:nvSpPr>
        <p:spPr>
          <a:xfrm>
            <a:off x="741104" y="4018547"/>
            <a:ext cx="1070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AEC </a:t>
            </a:r>
            <a:r>
              <a:rPr lang="ko-KR" altLang="en-US" sz="1400" b="1" dirty="0">
                <a:solidFill>
                  <a:srgbClr val="0070C0"/>
                </a:solidFill>
              </a:rPr>
              <a:t>기여도 </a:t>
            </a:r>
            <a:r>
              <a:rPr lang="en-US" altLang="ko-KR" sz="1400" b="1" dirty="0">
                <a:solidFill>
                  <a:srgbClr val="0070C0"/>
                </a:solidFill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</a:rPr>
              <a:t>선형 </a:t>
            </a:r>
            <a:r>
              <a:rPr lang="en-US" altLang="ko-KR" sz="1400" b="1" dirty="0">
                <a:solidFill>
                  <a:srgbClr val="0070C0"/>
                </a:solidFill>
              </a:rPr>
              <a:t>R²):</a:t>
            </a:r>
            <a:r>
              <a:rPr lang="en-US" altLang="ko-KR" sz="1400" dirty="0">
                <a:solidFill>
                  <a:srgbClr val="0070C0"/>
                </a:solidFill>
              </a:rPr>
              <a:t> </a:t>
            </a:r>
            <a:r>
              <a:rPr lang="en-US" altLang="ko-KR" sz="1400" dirty="0" err="1">
                <a:solidFill>
                  <a:srgbClr val="0070C0"/>
                </a:solidFill>
              </a:rPr>
              <a:t>AEC_prev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+0.0017 | </a:t>
            </a:r>
            <a:r>
              <a:rPr lang="en-US" altLang="ko-KR" sz="1400" dirty="0" err="1">
                <a:solidFill>
                  <a:srgbClr val="0070C0"/>
                </a:solidFill>
              </a:rPr>
              <a:t>AEC_new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-0.0027 | </a:t>
            </a:r>
            <a:r>
              <a:rPr lang="ko-KR" altLang="en-US" sz="1400" dirty="0">
                <a:solidFill>
                  <a:srgbClr val="0070C0"/>
                </a:solidFill>
              </a:rPr>
              <a:t>차이 </a:t>
            </a:r>
            <a:r>
              <a:rPr lang="en-US" altLang="ko-KR" sz="1400" dirty="0">
                <a:solidFill>
                  <a:srgbClr val="0070C0"/>
                </a:solidFill>
              </a:rPr>
              <a:t>(new-</a:t>
            </a:r>
            <a:r>
              <a:rPr lang="en-US" altLang="ko-KR" sz="1400" dirty="0" err="1">
                <a:solidFill>
                  <a:srgbClr val="0070C0"/>
                </a:solidFill>
              </a:rPr>
              <a:t>prev</a:t>
            </a:r>
            <a:r>
              <a:rPr lang="en-US" altLang="ko-KR" sz="1400" dirty="0">
                <a:solidFill>
                  <a:srgbClr val="0070C0"/>
                </a:solidFill>
              </a:rPr>
              <a:t>) = -0.0044</a:t>
            </a:r>
            <a:endParaRPr lang="ko-KR" altLang="en-US" sz="1400" b="1" dirty="0">
              <a:solidFill>
                <a:srgbClr val="0070C0"/>
              </a:solidFill>
              <a:latin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015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0B83-930D-CD0D-C43F-86D6C8A7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7B4C5-A686-79CB-5D8C-0F253E0A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63CA50-BEBA-716A-0432-E11CC20C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85CD5D-99D4-2CD0-E53A-65E84FA78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963"/>
            <a:ext cx="12192000" cy="243840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82AF84-369B-8873-99B7-35DF74AF1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(5-fold CV) –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0E0C6C-2239-6340-7AF2-46BB5D2EB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9687"/>
            <a:ext cx="12192000" cy="259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5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4C4F-88F7-D6CA-C91C-59AD956C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F10C9133-6F55-4993-F2DD-EE1A12426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251682"/>
              </p:ext>
            </p:extLst>
          </p:nvPr>
        </p:nvGraphicFramePr>
        <p:xfrm>
          <a:off x="725688" y="1658112"/>
          <a:ext cx="1080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723">
                  <a:extLst>
                    <a:ext uri="{9D8B030D-6E8A-4147-A177-3AD203B41FA5}">
                      <a16:colId xmlns:a16="http://schemas.microsoft.com/office/drawing/2014/main" val="3218443073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1437228936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1561253987"/>
                    </a:ext>
                  </a:extLst>
                </a:gridCol>
                <a:gridCol w="189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Case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AUC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/>
                        </a:rPr>
                        <a:t>mean±std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Sensitivity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/>
                        </a:rPr>
                        <a:t>Specificity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Case 1 Clinical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0.7513 ± 0.0332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0.6541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0.7988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0.6073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2 +AEC_prev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0.7502 ± 0.0362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0.6596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0.8055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0.6125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7736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3 +AEC_new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0.7492 ± 0.0239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0.6762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0.7857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0.6406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4 +AEC_prev +Scanner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0.7529 ± 0.0321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0.7061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0.7572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0.6896</a:t>
                      </a:r>
                    </a:p>
                  </a:txBody>
                  <a:tcPr marL="82550" marR="8255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effectLst/>
                        </a:rPr>
                        <a:t>Case 5 +AEC_new +Scanner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solidFill>
                            <a:srgbClr val="000000"/>
                          </a:solidFill>
                          <a:effectLst/>
                        </a:rPr>
                        <a:t>0.7493 ± 0.0342</a:t>
                      </a:r>
                      <a:endParaRPr lang="ko-KR" altLang="en-US" sz="1400" b="0">
                        <a:effectLst/>
                      </a:endParaRP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0.7164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effectLst/>
                        </a:rPr>
                        <a:t>0.6987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>
                          <a:effectLst/>
                        </a:rPr>
                        <a:t>0.7219</a:t>
                      </a:r>
                    </a:p>
                  </a:txBody>
                  <a:tcPr marL="82550" marR="825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9216515-6012-82DA-121E-E3E018E6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B75B5-5FB1-713C-9105-90396123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(5-fold CV)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7FE5C-85DC-1ABA-B9ED-E967A54D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A62A1-6AC4-C7BE-BA95-14207B870729}"/>
              </a:ext>
            </a:extLst>
          </p:cNvPr>
          <p:cNvSpPr txBox="1"/>
          <p:nvPr/>
        </p:nvSpPr>
        <p:spPr>
          <a:xfrm>
            <a:off x="696000" y="3962400"/>
            <a:ext cx="10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AEC </a:t>
            </a:r>
            <a:r>
              <a:rPr lang="ko-KR" altLang="en-US" sz="1400" b="1" dirty="0">
                <a:solidFill>
                  <a:srgbClr val="0070C0"/>
                </a:solidFill>
              </a:rPr>
              <a:t>기여도 </a:t>
            </a:r>
            <a:r>
              <a:rPr lang="en-US" altLang="ko-KR" sz="1400" b="1" dirty="0">
                <a:solidFill>
                  <a:srgbClr val="0070C0"/>
                </a:solidFill>
              </a:rPr>
              <a:t>(AUC):</a:t>
            </a:r>
            <a:r>
              <a:rPr lang="en-US" altLang="ko-KR" sz="1400" dirty="0">
                <a:solidFill>
                  <a:srgbClr val="0070C0"/>
                </a:solidFill>
              </a:rPr>
              <a:t> </a:t>
            </a:r>
            <a:r>
              <a:rPr lang="en-US" altLang="ko-KR" sz="1400" dirty="0" err="1">
                <a:solidFill>
                  <a:srgbClr val="0070C0"/>
                </a:solidFill>
              </a:rPr>
              <a:t>AEC_prev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-0.0011 | </a:t>
            </a:r>
            <a:r>
              <a:rPr lang="en-US" altLang="ko-KR" sz="1400" dirty="0" err="1">
                <a:solidFill>
                  <a:srgbClr val="0070C0"/>
                </a:solidFill>
              </a:rPr>
              <a:t>AEC_new</a:t>
            </a:r>
            <a:r>
              <a:rPr lang="en-US" altLang="ko-KR" sz="1400" dirty="0">
                <a:solidFill>
                  <a:srgbClr val="0070C0"/>
                </a:solidFill>
              </a:rPr>
              <a:t> </a:t>
            </a:r>
            <a:r>
              <a:rPr lang="el-GR" altLang="ko-KR" sz="1400" dirty="0">
                <a:solidFill>
                  <a:srgbClr val="0070C0"/>
                </a:solidFill>
              </a:rPr>
              <a:t>Δ = -0.0021 | </a:t>
            </a:r>
            <a:r>
              <a:rPr lang="ko-KR" altLang="en-US" sz="1400" dirty="0">
                <a:solidFill>
                  <a:srgbClr val="0070C0"/>
                </a:solidFill>
              </a:rPr>
              <a:t>차이 </a:t>
            </a:r>
            <a:r>
              <a:rPr lang="en-US" altLang="ko-KR" sz="1400" dirty="0">
                <a:solidFill>
                  <a:srgbClr val="0070C0"/>
                </a:solidFill>
              </a:rPr>
              <a:t>(new-</a:t>
            </a:r>
            <a:r>
              <a:rPr lang="en-US" altLang="ko-KR" sz="1400" dirty="0" err="1">
                <a:solidFill>
                  <a:srgbClr val="0070C0"/>
                </a:solidFill>
              </a:rPr>
              <a:t>prev</a:t>
            </a:r>
            <a:r>
              <a:rPr lang="en-US" altLang="ko-KR" sz="1400" dirty="0">
                <a:solidFill>
                  <a:srgbClr val="0070C0"/>
                </a:solidFill>
              </a:rPr>
              <a:t>) = -0.0010</a:t>
            </a:r>
            <a:endParaRPr lang="en-US" altLang="ko-KR" sz="1400" b="1" dirty="0">
              <a:solidFill>
                <a:srgbClr val="0070C0"/>
              </a:solidFill>
              <a:latin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9417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7077-E1FD-D83A-6E63-7AF36816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2A4F272-B4DE-21A8-4A6F-FC45D6CC5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423" y="1378292"/>
            <a:ext cx="3113420" cy="26605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D27FB0-CEE9-0F6B-9DC5-F7EE7F549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776"/>
            <a:ext cx="8983422" cy="25090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EF7A1BF-EA6A-FD51-B153-5384F1C1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AC4AF-2D55-F48D-0F0E-5FB8D9B13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(5-fold CV)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A9F13-F466-EFD5-AD51-ABEA508E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35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1E4197F-A4BC-0C67-0D16-3AD89985B2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12192000" cy="232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4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6644-A6D9-C744-1A0A-0829CD01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4058F-693E-837F-AD14-6990529B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External Verification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EBFF5-7D7B-F945-033C-DDE9B095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241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C4E4-BBA7-5186-4805-767C92EF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24B18-20E0-C337-5B78-39EE73AF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696106-F74C-85FD-FF81-B8707270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External Verification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B4286-6361-9A29-A413-C5CB0D0F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37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68293D4-52FF-DAB4-D495-820F5CF70C45}"/>
              </a:ext>
            </a:extLst>
          </p:cNvPr>
          <p:cNvGrpSpPr/>
          <p:nvPr/>
        </p:nvGrpSpPr>
        <p:grpSpPr>
          <a:xfrm>
            <a:off x="465964" y="2025964"/>
            <a:ext cx="11260072" cy="3362842"/>
            <a:chOff x="1128724" y="1726209"/>
            <a:chExt cx="9827500" cy="293500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1F1B413-99B2-3201-1F57-72CBDE65F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098"/>
            <a:stretch>
              <a:fillRect/>
            </a:stretch>
          </p:blipFill>
          <p:spPr>
            <a:xfrm>
              <a:off x="1128724" y="4393581"/>
              <a:ext cx="9827500" cy="26762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F46A1AB-843A-5874-7FD2-03EC76CEA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84" b="55122"/>
            <a:stretch>
              <a:fillRect/>
            </a:stretch>
          </p:blipFill>
          <p:spPr>
            <a:xfrm>
              <a:off x="1128724" y="1726209"/>
              <a:ext cx="9827500" cy="26673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6590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8E05-D044-09CE-C295-67924F57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36BA2E2-5663-9090-EADD-5C789C641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80"/>
          <a:stretch>
            <a:fillRect/>
          </a:stretch>
        </p:blipFill>
        <p:spPr>
          <a:xfrm>
            <a:off x="508000" y="2025964"/>
            <a:ext cx="11232000" cy="34895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2DA1B66-7739-D858-81A3-453B8597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F49A9-F899-3D64-089A-BD89B057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External Verification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918A8-EF1C-8731-0935-B97E60A6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621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BMI</a:t>
            </a:r>
            <a:r>
              <a:rPr lang="ko-KR" altLang="en-US" dirty="0"/>
              <a:t>를 </a:t>
            </a:r>
            <a:r>
              <a:rPr lang="en-US" altLang="ko-KR" dirty="0"/>
              <a:t>Clinic Data</a:t>
            </a:r>
            <a:r>
              <a:rPr lang="ko-KR" altLang="en-US" dirty="0"/>
              <a:t>에 포함하면 성능이 향상되는 것 확인</a:t>
            </a:r>
            <a:endParaRPr lang="en-US" altLang="ko-KR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, AEC</a:t>
            </a:r>
            <a:r>
              <a:rPr lang="ko-KR" altLang="en-US" dirty="0"/>
              <a:t>와 이외의 </a:t>
            </a:r>
            <a:r>
              <a:rPr lang="en-US" altLang="ko-KR" dirty="0"/>
              <a:t>feature</a:t>
            </a:r>
            <a:r>
              <a:rPr lang="ko-KR" altLang="en-US" dirty="0"/>
              <a:t>를 포함했을 때의 차이가 이전보다는 미비함</a:t>
            </a:r>
            <a:endParaRPr lang="en-US" altLang="ko-KR" dirty="0"/>
          </a:p>
          <a:p>
            <a:r>
              <a:rPr lang="ko-KR" altLang="en-US" dirty="0"/>
              <a:t>외부 검증 결과 </a:t>
            </a:r>
            <a:r>
              <a:rPr lang="en-US" altLang="ko-KR" dirty="0"/>
              <a:t>Sensitivity</a:t>
            </a:r>
            <a:r>
              <a:rPr lang="ko-KR" altLang="en-US"/>
              <a:t>가 매우 낮음 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661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5EEC-2CEC-6365-9E7D-50563D5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01FE3-122C-A217-8711-BE44765EB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ML </a:t>
            </a:r>
            <a:r>
              <a:rPr lang="ko-KR" altLang="en-US" dirty="0"/>
              <a:t>기반 앙상블 모델 비교 </a:t>
            </a:r>
            <a:r>
              <a:rPr lang="en-US" altLang="ko-KR" dirty="0"/>
              <a:t>(Random Forest, </a:t>
            </a:r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추후 </a:t>
            </a:r>
            <a:r>
              <a:rPr lang="en-US" altLang="ko-KR" dirty="0"/>
              <a:t>SMI(TAMA/Height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도 활용 가능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ABBE78-02FA-72F3-4C99-5DF66B430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AE87C-2C19-EF69-E4B0-C48A4BD1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7360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2741</Words>
  <Application>Microsoft Office PowerPoint</Application>
  <PresentationFormat>와이드스크린</PresentationFormat>
  <Paragraphs>796</Paragraphs>
  <Slides>41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KoPub돋움체 Bold</vt:lpstr>
      <vt:lpstr>KoPubWorld돋움체 Medium</vt:lpstr>
      <vt:lpstr>KoPub돋움체 Medium</vt:lpstr>
      <vt:lpstr>KoPubWorld돋움체 Bold</vt:lpstr>
      <vt:lpstr>맑은 고딕</vt:lpstr>
      <vt:lpstr>Arial</vt:lpstr>
      <vt:lpstr>Office 테마</vt:lpstr>
      <vt:lpstr>PowerPoint 프레젠테이션</vt:lpstr>
      <vt:lpstr>1. What’s discussed in the last meetings</vt:lpstr>
      <vt:lpstr>2. Research Summary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BMI 기여도 분석</vt:lpstr>
      <vt:lpstr>3. Detailed progress</vt:lpstr>
      <vt:lpstr>3. Detailed progress</vt:lpstr>
      <vt:lpstr>3. Detailed progress</vt:lpstr>
      <vt:lpstr>3. Detailed progress</vt:lpstr>
      <vt:lpstr>Multivariable Analysis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External Verification</vt:lpstr>
      <vt:lpstr>3. Detailed progress</vt:lpstr>
      <vt:lpstr>3. Detailed progress</vt:lpstr>
      <vt:lpstr>4. Conclusion</vt:lpstr>
      <vt:lpstr>5. Next Plan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100</cp:revision>
  <dcterms:created xsi:type="dcterms:W3CDTF">2026-04-09T07:05:16Z</dcterms:created>
  <dcterms:modified xsi:type="dcterms:W3CDTF">2026-05-06T07:50:17Z</dcterms:modified>
</cp:coreProperties>
</file>