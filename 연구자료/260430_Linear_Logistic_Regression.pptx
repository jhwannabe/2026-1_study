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346" r:id="rId5"/>
    <p:sldId id="350" r:id="rId6"/>
    <p:sldId id="351" r:id="rId7"/>
    <p:sldId id="352" r:id="rId8"/>
    <p:sldId id="354" r:id="rId9"/>
    <p:sldId id="383" r:id="rId10"/>
    <p:sldId id="404" r:id="rId11"/>
    <p:sldId id="424" r:id="rId12"/>
    <p:sldId id="426" r:id="rId13"/>
    <p:sldId id="369" r:id="rId14"/>
    <p:sldId id="438" r:id="rId15"/>
    <p:sldId id="397" r:id="rId16"/>
    <p:sldId id="439" r:id="rId17"/>
    <p:sldId id="355" r:id="rId18"/>
    <p:sldId id="427" r:id="rId19"/>
    <p:sldId id="398" r:id="rId20"/>
    <p:sldId id="420" r:id="rId21"/>
    <p:sldId id="384" r:id="rId22"/>
    <p:sldId id="443" r:id="rId23"/>
    <p:sldId id="440" r:id="rId24"/>
    <p:sldId id="444" r:id="rId25"/>
    <p:sldId id="399" r:id="rId26"/>
    <p:sldId id="345" r:id="rId27"/>
  </p:sldIdLst>
  <p:sldSz cx="12192000" cy="6858000"/>
  <p:notesSz cx="6858000" cy="9144000"/>
  <p:embeddedFontLst>
    <p:embeddedFont>
      <p:font typeface="KoPubWorld돋움체 Bold" panose="020B0600000101010101" charset="-127"/>
      <p:bold r:id="rId29"/>
    </p:embeddedFont>
    <p:embeddedFont>
      <p:font typeface="KoPubWorld돋움체 Medium" panose="020B0600000101010101" charset="-127"/>
      <p:regular r:id="rId30"/>
    </p:embeddedFont>
    <p:embeddedFont>
      <p:font typeface="KoPub돋움체 Bold" panose="020B0600000101010101" charset="-127"/>
      <p:bold r:id="rId31"/>
    </p:embeddedFont>
    <p:embeddedFont>
      <p:font typeface="KoPub돋움체 Medium" panose="020B0600000101010101" charset="-127"/>
      <p:regular r:id="rId32"/>
    </p:embeddedFont>
    <p:embeddedFont>
      <p:font typeface="맑은 고딕" panose="020B0503020000020004" pitchFamily="50" charset="-127"/>
      <p:regular r:id="rId33"/>
      <p:bold r:id="rId34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257"/>
            <p14:sldId id="258"/>
            <p14:sldId id="346"/>
            <p14:sldId id="350"/>
            <p14:sldId id="351"/>
            <p14:sldId id="352"/>
            <p14:sldId id="354"/>
            <p14:sldId id="383"/>
            <p14:sldId id="404"/>
            <p14:sldId id="424"/>
            <p14:sldId id="426"/>
            <p14:sldId id="369"/>
            <p14:sldId id="438"/>
            <p14:sldId id="397"/>
            <p14:sldId id="439"/>
            <p14:sldId id="355"/>
            <p14:sldId id="427"/>
            <p14:sldId id="398"/>
            <p14:sldId id="420"/>
            <p14:sldId id="384"/>
            <p14:sldId id="443"/>
            <p14:sldId id="440"/>
            <p14:sldId id="444"/>
            <p14:sldId id="399"/>
            <p14:sldId id="34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23670"/>
    <a:srgbClr val="17A5AA"/>
    <a:srgbClr val="1F34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9280094-6966-4D40-B0D2-C3AF0E296DD5}" v="33" dt="2026-04-29T05:12:11.973"/>
    <p1510:client id="{F96BF643-3359-45F4-82D4-8AA1E0B6CADD}" v="30" dt="2026-04-29T10:17:24.925"/>
  </p1510:revLst>
</p1510:revInfo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82185" autoAdjust="0"/>
  </p:normalViewPr>
  <p:slideViewPr>
    <p:cSldViewPr snapToGrid="0">
      <p:cViewPr varScale="1">
        <p:scale>
          <a:sx n="95" d="100"/>
          <a:sy n="95" d="100"/>
        </p:scale>
        <p:origin x="20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6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1.fntdata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4.fntdata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35" Type="http://schemas.openxmlformats.org/officeDocument/2006/relationships/commentAuthors" Target="comment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5.fntdata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ghoon jun" userId="056a5883350c2f5e" providerId="LiveId" clId="{74AFAB52-6487-4651-9B79-2F181DBD8D0A}"/>
    <pc:docChg chg="undo custSel addSld delSld modSld sldOrd modSection">
      <pc:chgData name="janghoon jun" userId="056a5883350c2f5e" providerId="LiveId" clId="{74AFAB52-6487-4651-9B79-2F181DBD8D0A}" dt="2026-04-29T05:13:04.141" v="1429" actId="47"/>
      <pc:docMkLst>
        <pc:docMk/>
      </pc:docMkLst>
      <pc:sldChg chg="modSp mod">
        <pc:chgData name="janghoon jun" userId="056a5883350c2f5e" providerId="LiveId" clId="{74AFAB52-6487-4651-9B79-2F181DBD8D0A}" dt="2026-04-29T00:52:38.595" v="540" actId="20577"/>
        <pc:sldMkLst>
          <pc:docMk/>
          <pc:sldMk cId="3808511553" sldId="258"/>
        </pc:sldMkLst>
        <pc:spChg chg="mod">
          <ac:chgData name="janghoon jun" userId="056a5883350c2f5e" providerId="LiveId" clId="{74AFAB52-6487-4651-9B79-2F181DBD8D0A}" dt="2026-04-29T00:52:38.595" v="540" actId="20577"/>
          <ac:spMkLst>
            <pc:docMk/>
            <pc:sldMk cId="3808511553" sldId="258"/>
            <ac:spMk id="3" creationId="{A84C152F-6AC6-4EBB-8679-327588602FD5}"/>
          </ac:spMkLst>
        </pc:spChg>
      </pc:sldChg>
      <pc:sldChg chg="addSp delSp modSp mod">
        <pc:chgData name="janghoon jun" userId="056a5883350c2f5e" providerId="LiveId" clId="{74AFAB52-6487-4651-9B79-2F181DBD8D0A}" dt="2026-04-29T05:06:16.836" v="1272" actId="14100"/>
        <pc:sldMkLst>
          <pc:docMk/>
          <pc:sldMk cId="3042847678" sldId="355"/>
        </pc:sldMkLst>
        <pc:graphicFrameChg chg="del mod">
          <ac:chgData name="janghoon jun" userId="056a5883350c2f5e" providerId="LiveId" clId="{74AFAB52-6487-4651-9B79-2F181DBD8D0A}" dt="2026-04-29T05:06:02.806" v="1268" actId="478"/>
          <ac:graphicFrameMkLst>
            <pc:docMk/>
            <pc:sldMk cId="3042847678" sldId="355"/>
            <ac:graphicFrameMk id="8" creationId="{3649AB2B-068A-41A4-9569-D888FFBE35F3}"/>
          </ac:graphicFrameMkLst>
        </pc:graphicFrameChg>
        <pc:picChg chg="add mod">
          <ac:chgData name="janghoon jun" userId="056a5883350c2f5e" providerId="LiveId" clId="{74AFAB52-6487-4651-9B79-2F181DBD8D0A}" dt="2026-04-29T05:06:16.836" v="1272" actId="14100"/>
          <ac:picMkLst>
            <pc:docMk/>
            <pc:sldMk cId="3042847678" sldId="355"/>
            <ac:picMk id="3" creationId="{151481C9-9D84-912C-1C87-DD8B1F5AD3B8}"/>
          </ac:picMkLst>
        </pc:picChg>
        <pc:picChg chg="del">
          <ac:chgData name="janghoon jun" userId="056a5883350c2f5e" providerId="LiveId" clId="{74AFAB52-6487-4651-9B79-2F181DBD8D0A}" dt="2026-04-29T05:06:03.484" v="1269" actId="478"/>
          <ac:picMkLst>
            <pc:docMk/>
            <pc:sldMk cId="3042847678" sldId="355"/>
            <ac:picMk id="5" creationId="{3069512A-1034-4976-1550-EAA8B67F6E5E}"/>
          </ac:picMkLst>
        </pc:picChg>
        <pc:picChg chg="add mod">
          <ac:chgData name="janghoon jun" userId="056a5883350c2f5e" providerId="LiveId" clId="{74AFAB52-6487-4651-9B79-2F181DBD8D0A}" dt="2026-04-29T05:06:16.836" v="1272" actId="14100"/>
          <ac:picMkLst>
            <pc:docMk/>
            <pc:sldMk cId="3042847678" sldId="355"/>
            <ac:picMk id="6" creationId="{E1D79CFF-0E3C-0AB0-818C-4B26ABBF9E26}"/>
          </ac:picMkLst>
        </pc:picChg>
      </pc:sldChg>
      <pc:sldChg chg="addSp delSp modSp mod">
        <pc:chgData name="janghoon jun" userId="056a5883350c2f5e" providerId="LiveId" clId="{74AFAB52-6487-4651-9B79-2F181DBD8D0A}" dt="2026-04-29T04:53:10.821" v="1144" actId="1076"/>
        <pc:sldMkLst>
          <pc:docMk/>
          <pc:sldMk cId="566521264" sldId="383"/>
        </pc:sldMkLst>
        <pc:spChg chg="mod">
          <ac:chgData name="janghoon jun" userId="056a5883350c2f5e" providerId="LiveId" clId="{74AFAB52-6487-4651-9B79-2F181DBD8D0A}" dt="2026-04-29T04:53:02.743" v="1143" actId="6549"/>
          <ac:spMkLst>
            <pc:docMk/>
            <pc:sldMk cId="566521264" sldId="383"/>
            <ac:spMk id="11" creationId="{2F49DB3D-7569-41CE-98E6-0D040C938EC9}"/>
          </ac:spMkLst>
        </pc:spChg>
        <pc:spChg chg="mod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39" creationId="{BE12C57E-DDA6-448D-86BC-F1DC21EC5D54}"/>
          </ac:spMkLst>
        </pc:spChg>
        <pc:spChg chg="mod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0" creationId="{9341836B-E0D9-4AAE-A183-22EFDBEB5A9F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1" creationId="{FA0E5E16-BED6-4786-BA12-4B9DA00E5C69}"/>
          </ac:spMkLst>
        </pc:spChg>
        <pc:spChg chg="mod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2" creationId="{2BDD2FD2-D736-4432-A9D6-16A0A1C7E0A0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3" creationId="{393F3D5B-8095-49E6-98D3-E24267C25BDA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4" creationId="{43CA52CD-5E1B-4300-A6A1-8E0FB8D87ABE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5" creationId="{20A8A9A3-5B0C-4B19-B70F-63963F3E6EDA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6" creationId="{40535323-FE78-4A6C-BA8C-0B802F73AE17}"/>
          </ac:spMkLst>
        </pc:spChg>
        <pc:spChg chg="mod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7" creationId="{DD5D9754-A87E-43AF-A4C5-5CF4B1571F89}"/>
          </ac:spMkLst>
        </pc:spChg>
        <pc:spChg chg="de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48" creationId="{7A62C207-1358-4540-BAF7-886B262642A4}"/>
          </ac:spMkLst>
        </pc:spChg>
        <pc:spChg chg="de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49" creationId="{D247224A-B980-4279-B627-9DE525993057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0" creationId="{3DF80006-189B-46B5-B51D-3D8BBBB8A175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1" creationId="{4B6BE63E-0123-4F18-8E59-967505038D69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2" creationId="{0BA79CE8-F960-47A9-AC4D-67BD17CA8306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3" creationId="{124F43EC-9CF1-44BF-9E3E-4BF33DCA13C3}"/>
          </ac:spMkLst>
        </pc:spChg>
        <pc:spChg chg="de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4" creationId="{1DC6C060-CEA6-4E72-A09E-83151C02FBFB}"/>
          </ac:spMkLst>
        </pc:spChg>
        <pc:spChg chg="de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5" creationId="{0173FB4F-2768-4C0B-9D08-4D1348DEB512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6" creationId="{0EBFA46C-0E8B-4078-B998-CFCF1C15E333}"/>
          </ac:spMkLst>
        </pc:spChg>
        <pc:spChg chg="mod">
          <ac:chgData name="janghoon jun" userId="056a5883350c2f5e" providerId="LiveId" clId="{74AFAB52-6487-4651-9B79-2F181DBD8D0A}" dt="2026-04-29T01:29:47.884" v="1057" actId="20577"/>
          <ac:spMkLst>
            <pc:docMk/>
            <pc:sldMk cId="566521264" sldId="383"/>
            <ac:spMk id="61" creationId="{F8B5CF73-5AD1-47BB-9047-4C29B1832002}"/>
          </ac:spMkLst>
        </pc:spChg>
        <pc:grpChg chg="add mod">
          <ac:chgData name="janghoon jun" userId="056a5883350c2f5e" providerId="LiveId" clId="{74AFAB52-6487-4651-9B79-2F181DBD8D0A}" dt="2026-04-29T04:53:10.821" v="1144" actId="1076"/>
          <ac:grpSpMkLst>
            <pc:docMk/>
            <pc:sldMk cId="566521264" sldId="383"/>
            <ac:grpSpMk id="6" creationId="{134B4283-B221-6F97-DFAF-C89D8539DEF5}"/>
          </ac:grpSpMkLst>
        </pc:grpChg>
        <pc:graphicFrameChg chg="modGraphic">
          <ac:chgData name="janghoon jun" userId="056a5883350c2f5e" providerId="LiveId" clId="{74AFAB52-6487-4651-9B79-2F181DBD8D0A}" dt="2026-04-29T01:24:53.790" v="1035" actId="20577"/>
          <ac:graphicFrameMkLst>
            <pc:docMk/>
            <pc:sldMk cId="566521264" sldId="383"/>
            <ac:graphicFrameMk id="58" creationId="{482DE016-3F1C-4650-8969-98555872D4F0}"/>
          </ac:graphicFrameMkLst>
        </pc:graphicFrameChg>
      </pc:sldChg>
      <pc:sldChg chg="addSp modSp">
        <pc:chgData name="janghoon jun" userId="056a5883350c2f5e" providerId="LiveId" clId="{74AFAB52-6487-4651-9B79-2F181DBD8D0A}" dt="2026-04-23T05:26:23.108" v="73"/>
        <pc:sldMkLst>
          <pc:docMk/>
          <pc:sldMk cId="1785302506" sldId="384"/>
        </pc:sldMkLst>
        <pc:spChg chg="mod">
          <ac:chgData name="janghoon jun" userId="056a5883350c2f5e" providerId="LiveId" clId="{74AFAB52-6487-4651-9B79-2F181DBD8D0A}" dt="2026-04-23T05:26:23.108" v="73"/>
          <ac:spMkLst>
            <pc:docMk/>
            <pc:sldMk cId="1785302506" sldId="384"/>
            <ac:spMk id="3" creationId="{A84C152F-6AC6-4EBB-8679-327588602FD5}"/>
          </ac:spMkLst>
        </pc:spChg>
      </pc:sldChg>
      <pc:sldChg chg="del">
        <pc:chgData name="janghoon jun" userId="056a5883350c2f5e" providerId="LiveId" clId="{74AFAB52-6487-4651-9B79-2F181DBD8D0A}" dt="2026-04-29T05:12:52.217" v="1425" actId="47"/>
        <pc:sldMkLst>
          <pc:docMk/>
          <pc:sldMk cId="351167328" sldId="390"/>
        </pc:sldMkLst>
      </pc:sldChg>
      <pc:sldChg chg="addSp modSp del">
        <pc:chgData name="janghoon jun" userId="056a5883350c2f5e" providerId="LiveId" clId="{74AFAB52-6487-4651-9B79-2F181DBD8D0A}" dt="2026-04-29T05:12:55.518" v="1426" actId="47"/>
        <pc:sldMkLst>
          <pc:docMk/>
          <pc:sldMk cId="1047168083" sldId="391"/>
        </pc:sldMkLst>
      </pc:sldChg>
      <pc:sldChg chg="addSp modSp mod ord">
        <pc:chgData name="janghoon jun" userId="056a5883350c2f5e" providerId="LiveId" clId="{74AFAB52-6487-4651-9B79-2F181DBD8D0A}" dt="2026-04-29T05:08:03.869" v="1302" actId="20577"/>
        <pc:sldMkLst>
          <pc:docMk/>
          <pc:sldMk cId="433290991" sldId="397"/>
        </pc:sldMkLst>
        <pc:spChg chg="add mod">
          <ac:chgData name="janghoon jun" userId="056a5883350c2f5e" providerId="LiveId" clId="{74AFAB52-6487-4651-9B79-2F181DBD8D0A}" dt="2026-04-23T05:32:00.228" v="85"/>
          <ac:spMkLst>
            <pc:docMk/>
            <pc:sldMk cId="433290991" sldId="397"/>
            <ac:spMk id="7" creationId="{E7E0ACB4-8F9E-E8EE-4C62-427B6EC3AE55}"/>
          </ac:spMkLst>
        </pc:spChg>
        <pc:spChg chg="mod">
          <ac:chgData name="janghoon jun" userId="056a5883350c2f5e" providerId="LiveId" clId="{74AFAB52-6487-4651-9B79-2F181DBD8D0A}" dt="2026-04-29T05:08:03.869" v="1302" actId="20577"/>
          <ac:spMkLst>
            <pc:docMk/>
            <pc:sldMk cId="433290991" sldId="397"/>
            <ac:spMk id="11" creationId="{2F49DB3D-7569-41CE-98E6-0D040C938EC9}"/>
          </ac:spMkLst>
        </pc:spChg>
        <pc:graphicFrameChg chg="add mod">
          <ac:chgData name="janghoon jun" userId="056a5883350c2f5e" providerId="LiveId" clId="{74AFAB52-6487-4651-9B79-2F181DBD8D0A}" dt="2026-04-23T05:32:00.228" v="85"/>
          <ac:graphicFrameMkLst>
            <pc:docMk/>
            <pc:sldMk cId="433290991" sldId="397"/>
            <ac:graphicFrameMk id="8" creationId="{28DA11E0-4E3C-811C-B8A9-9CD0FDFDB9D9}"/>
          </ac:graphicFrameMkLst>
        </pc:graphicFrameChg>
        <pc:graphicFrameChg chg="mod">
          <ac:chgData name="janghoon jun" userId="056a5883350c2f5e" providerId="LiveId" clId="{74AFAB52-6487-4651-9B79-2F181DBD8D0A}" dt="2026-04-23T04:34:00.740" v="2"/>
          <ac:graphicFrameMkLst>
            <pc:docMk/>
            <pc:sldMk cId="433290991" sldId="397"/>
            <ac:graphicFrameMk id="9" creationId="{C580C458-2EE5-4689-8617-EE9C75945DE5}"/>
          </ac:graphicFrameMkLst>
        </pc:graphicFrameChg>
      </pc:sldChg>
      <pc:sldChg chg="modSp del mod ord">
        <pc:chgData name="janghoon jun" userId="056a5883350c2f5e" providerId="LiveId" clId="{74AFAB52-6487-4651-9B79-2F181DBD8D0A}" dt="2026-04-29T04:53:12.821" v="1145" actId="47"/>
        <pc:sldMkLst>
          <pc:docMk/>
          <pc:sldMk cId="1327445754" sldId="403"/>
        </pc:sldMkLst>
        <pc:spChg chg="mod">
          <ac:chgData name="janghoon jun" userId="056a5883350c2f5e" providerId="LiveId" clId="{74AFAB52-6487-4651-9B79-2F181DBD8D0A}" dt="2026-04-29T04:52:38.493" v="1134" actId="21"/>
          <ac:spMkLst>
            <pc:docMk/>
            <pc:sldMk cId="1327445754" sldId="403"/>
            <ac:spMk id="11" creationId="{2F49DB3D-7569-41CE-98E6-0D040C938EC9}"/>
          </ac:spMkLst>
        </pc:spChg>
      </pc:sldChg>
      <pc:sldChg chg="addSp delSp modSp mod ord">
        <pc:chgData name="janghoon jun" userId="056a5883350c2f5e" providerId="LiveId" clId="{74AFAB52-6487-4651-9B79-2F181DBD8D0A}" dt="2026-04-29T04:57:34.087" v="1197" actId="1035"/>
        <pc:sldMkLst>
          <pc:docMk/>
          <pc:sldMk cId="79559792" sldId="404"/>
        </pc:sldMkLst>
        <pc:picChg chg="add mod ord">
          <ac:chgData name="janghoon jun" userId="056a5883350c2f5e" providerId="LiveId" clId="{74AFAB52-6487-4651-9B79-2F181DBD8D0A}" dt="2026-04-29T04:53:55.259" v="1151" actId="167"/>
          <ac:picMkLst>
            <pc:docMk/>
            <pc:sldMk cId="79559792" sldId="404"/>
            <ac:picMk id="3" creationId="{D80867D5-EA38-95C1-DE7E-5B101673B098}"/>
          </ac:picMkLst>
        </pc:picChg>
        <pc:picChg chg="add del">
          <ac:chgData name="janghoon jun" userId="056a5883350c2f5e" providerId="LiveId" clId="{74AFAB52-6487-4651-9B79-2F181DBD8D0A}" dt="2026-04-29T01:39:14.961" v="1124" actId="478"/>
          <ac:picMkLst>
            <pc:docMk/>
            <pc:sldMk cId="79559792" sldId="404"/>
            <ac:picMk id="5" creationId="{0D09B646-F084-4AEA-BEEF-1A6E6900AD82}"/>
          </ac:picMkLst>
        </pc:picChg>
        <pc:picChg chg="add mod ord">
          <ac:chgData name="janghoon jun" userId="056a5883350c2f5e" providerId="LiveId" clId="{74AFAB52-6487-4651-9B79-2F181DBD8D0A}" dt="2026-04-29T04:57:34.087" v="1197" actId="1035"/>
          <ac:picMkLst>
            <pc:docMk/>
            <pc:sldMk cId="79559792" sldId="404"/>
            <ac:picMk id="5" creationId="{832C7808-8D4F-C5F2-EA44-1E8125FD959A}"/>
          </ac:picMkLst>
        </pc:picChg>
        <pc:picChg chg="add del">
          <ac:chgData name="janghoon jun" userId="056a5883350c2f5e" providerId="LiveId" clId="{74AFAB52-6487-4651-9B79-2F181DBD8D0A}" dt="2026-04-29T01:39:15.555" v="1125" actId="478"/>
          <ac:picMkLst>
            <pc:docMk/>
            <pc:sldMk cId="79559792" sldId="404"/>
            <ac:picMk id="6" creationId="{E0F76B1F-ACFD-F8B9-7EB7-7F91F47F3EB9}"/>
          </ac:picMkLst>
        </pc:picChg>
        <pc:picChg chg="add del mod ord">
          <ac:chgData name="janghoon jun" userId="056a5883350c2f5e" providerId="LiveId" clId="{74AFAB52-6487-4651-9B79-2F181DBD8D0A}" dt="2026-04-29T04:53:58.868" v="1152" actId="478"/>
          <ac:picMkLst>
            <pc:docMk/>
            <pc:sldMk cId="79559792" sldId="404"/>
            <ac:picMk id="7" creationId="{589A79D3-6C6E-4C9C-5192-74A2A746330D}"/>
          </ac:picMkLst>
        </pc:picChg>
        <pc:picChg chg="del">
          <ac:chgData name="janghoon jun" userId="056a5883350c2f5e" providerId="LiveId" clId="{74AFAB52-6487-4651-9B79-2F181DBD8D0A}" dt="2026-04-29T04:54:39.904" v="1160" actId="478"/>
          <ac:picMkLst>
            <pc:docMk/>
            <pc:sldMk cId="79559792" sldId="404"/>
            <ac:picMk id="8" creationId="{BFB89FDA-A353-493A-B9D5-D8613A24BF28}"/>
          </ac:picMkLst>
        </pc:picChg>
        <pc:picChg chg="add del mod">
          <ac:chgData name="janghoon jun" userId="056a5883350c2f5e" providerId="LiveId" clId="{74AFAB52-6487-4651-9B79-2F181DBD8D0A}" dt="2026-04-29T01:39:44.323" v="1131" actId="478"/>
          <ac:picMkLst>
            <pc:docMk/>
            <pc:sldMk cId="79559792" sldId="404"/>
            <ac:picMk id="10" creationId="{7DA4E8E9-B57F-6CE5-8D2E-7AAD5ABC9D0E}"/>
          </ac:picMkLst>
        </pc:picChg>
      </pc:sldChg>
      <pc:sldChg chg="addSp modSp">
        <pc:chgData name="janghoon jun" userId="056a5883350c2f5e" providerId="LiveId" clId="{74AFAB52-6487-4651-9B79-2F181DBD8D0A}" dt="2026-04-23T05:56:02.974" v="110"/>
        <pc:sldMkLst>
          <pc:docMk/>
          <pc:sldMk cId="466496045" sldId="405"/>
        </pc:sldMkLst>
        <pc:spChg chg="mod">
          <ac:chgData name="janghoon jun" userId="056a5883350c2f5e" providerId="LiveId" clId="{74AFAB52-6487-4651-9B79-2F181DBD8D0A}" dt="2026-04-23T05:26:32.903" v="76"/>
          <ac:spMkLst>
            <pc:docMk/>
            <pc:sldMk cId="466496045" sldId="405"/>
            <ac:spMk id="3" creationId="{A84C152F-6AC6-4EBB-8679-327588602FD5}"/>
          </ac:spMkLst>
        </pc:spChg>
      </pc:sldChg>
      <pc:sldChg chg="addSp modSp add del">
        <pc:chgData name="janghoon jun" userId="056a5883350c2f5e" providerId="LiveId" clId="{74AFAB52-6487-4651-9B79-2F181DBD8D0A}" dt="2026-04-29T05:06:36.258" v="1273" actId="47"/>
        <pc:sldMkLst>
          <pc:docMk/>
          <pc:sldMk cId="3676489374" sldId="417"/>
        </pc:sldMkLst>
      </pc:sldChg>
      <pc:sldChg chg="addSp modSp add del">
        <pc:chgData name="janghoon jun" userId="056a5883350c2f5e" providerId="LiveId" clId="{74AFAB52-6487-4651-9B79-2F181DBD8D0A}" dt="2026-04-29T05:12:59.134" v="1427" actId="47"/>
        <pc:sldMkLst>
          <pc:docMk/>
          <pc:sldMk cId="547293721" sldId="419"/>
        </pc:sldMkLst>
      </pc:sldChg>
      <pc:sldChg chg="add">
        <pc:chgData name="janghoon jun" userId="056a5883350c2f5e" providerId="LiveId" clId="{74AFAB52-6487-4651-9B79-2F181DBD8D0A}" dt="2026-04-23T04:39:03.863" v="8"/>
        <pc:sldMkLst>
          <pc:docMk/>
          <pc:sldMk cId="3365920944" sldId="420"/>
        </pc:sldMkLst>
      </pc:sldChg>
      <pc:sldChg chg="addSp modSp add">
        <pc:chgData name="janghoon jun" userId="056a5883350c2f5e" providerId="LiveId" clId="{74AFAB52-6487-4651-9B79-2F181DBD8D0A}" dt="2026-04-23T05:57:19.986" v="113"/>
        <pc:sldMkLst>
          <pc:docMk/>
          <pc:sldMk cId="3547569925" sldId="422"/>
        </pc:sldMkLst>
        <pc:spChg chg="mod">
          <ac:chgData name="janghoon jun" userId="056a5883350c2f5e" providerId="LiveId" clId="{74AFAB52-6487-4651-9B79-2F181DBD8D0A}" dt="2026-04-23T05:26:26.545" v="74"/>
          <ac:spMkLst>
            <pc:docMk/>
            <pc:sldMk cId="3547569925" sldId="422"/>
            <ac:spMk id="3" creationId="{30721414-7466-5650-BAC8-D758D5070DDF}"/>
          </ac:spMkLst>
        </pc:spChg>
        <pc:graphicFrameChg chg="mod">
          <ac:chgData name="janghoon jun" userId="056a5883350c2f5e" providerId="LiveId" clId="{74AFAB52-6487-4651-9B79-2F181DBD8D0A}" dt="2026-04-23T05:57:19.986" v="113"/>
          <ac:graphicFrameMkLst>
            <pc:docMk/>
            <pc:sldMk cId="3547569925" sldId="422"/>
            <ac:graphicFrameMk id="5" creationId="{4699A663-B3CC-B714-E6F9-499E8573ACF4}"/>
          </ac:graphicFrameMkLst>
        </pc:graphicFrameChg>
      </pc:sldChg>
      <pc:sldChg chg="addSp modSp add ord">
        <pc:chgData name="janghoon jun" userId="056a5883350c2f5e" providerId="LiveId" clId="{74AFAB52-6487-4651-9B79-2F181DBD8D0A}" dt="2026-04-23T05:26:29.992" v="75"/>
        <pc:sldMkLst>
          <pc:docMk/>
          <pc:sldMk cId="3308675570" sldId="423"/>
        </pc:sldMkLst>
        <pc:spChg chg="mod">
          <ac:chgData name="janghoon jun" userId="056a5883350c2f5e" providerId="LiveId" clId="{74AFAB52-6487-4651-9B79-2F181DBD8D0A}" dt="2026-04-23T05:26:29.992" v="75"/>
          <ac:spMkLst>
            <pc:docMk/>
            <pc:sldMk cId="3308675570" sldId="423"/>
            <ac:spMk id="3" creationId="{A44B45EA-279F-152C-D434-8555DC90FDC3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8" creationId="{5FD278BE-2939-A140-95D1-C7B1675A82D8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0" creationId="{87DABCD7-4336-E07B-7F55-27928E031AAF}"/>
          </ac:spMkLst>
        </pc:spChg>
        <pc:spChg chg="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1" creationId="{0887E2A8-F60D-2C0A-3D81-B79D5BDA9995}"/>
          </ac:spMkLst>
        </pc:spChg>
        <pc:spChg chg="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4" creationId="{B0C3C66E-CEF0-6110-680E-9998A5F03F3B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5" creationId="{83F9244F-FBB3-25C7-6EA3-541E8BD7119E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6" creationId="{05CEC35F-70AA-7B03-9F4B-3FC1821FAD56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7" creationId="{69A261BF-B7FA-C0AB-B04E-83E43FA4E0F4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9" creationId="{853DBD02-12E1-A458-5544-9226CC8F7FC6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20" creationId="{BAFD56FE-D663-EF0C-CA7D-EC3BA87C6010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24" creationId="{591DDF2B-35A1-CF06-B6AD-94F9E36D309E}"/>
          </ac:spMkLst>
        </pc:spChg>
        <pc:spChg chg="add mod">
          <ac:chgData name="janghoon jun" userId="056a5883350c2f5e" providerId="LiveId" clId="{74AFAB52-6487-4651-9B79-2F181DBD8D0A}" dt="2026-04-23T04:53:10.993" v="20"/>
          <ac:spMkLst>
            <pc:docMk/>
            <pc:sldMk cId="3308675570" sldId="423"/>
            <ac:spMk id="25" creationId="{674C3EF3-0935-826A-B417-0D31D506C774}"/>
          </ac:spMkLst>
        </pc:spChg>
        <pc:graphicFrameChg chg="mod">
          <ac:chgData name="janghoon jun" userId="056a5883350c2f5e" providerId="LiveId" clId="{74AFAB52-6487-4651-9B79-2F181DBD8D0A}" dt="2026-04-23T04:56:56.939" v="24"/>
          <ac:graphicFrameMkLst>
            <pc:docMk/>
            <pc:sldMk cId="3308675570" sldId="423"/>
            <ac:graphicFrameMk id="26" creationId="{04CB2AEB-4DC2-EB2F-42C7-3FEE6A0C3CFB}"/>
          </ac:graphicFrameMkLst>
        </pc:graphicFrameChg>
      </pc:sldChg>
      <pc:sldChg chg="addSp delSp modSp add mod">
        <pc:chgData name="janghoon jun" userId="056a5883350c2f5e" providerId="LiveId" clId="{74AFAB52-6487-4651-9B79-2F181DBD8D0A}" dt="2026-04-29T04:55:36.689" v="1171" actId="478"/>
        <pc:sldMkLst>
          <pc:docMk/>
          <pc:sldMk cId="1183344318" sldId="424"/>
        </pc:sldMkLst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8" creationId="{B2C6FAFE-5A2E-DCD4-F728-0A160BF938E2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9" creationId="{86C24931-875C-3989-300F-D88BEF4035F5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0" creationId="{82A01A6E-863E-4AFF-F49A-B40630B6E2BD}"/>
          </ac:spMkLst>
        </pc:spChg>
        <pc:spChg chg="mod">
          <ac:chgData name="janghoon jun" userId="056a5883350c2f5e" providerId="LiveId" clId="{74AFAB52-6487-4651-9B79-2F181DBD8D0A}" dt="2026-04-29T04:55:03.874" v="1164"/>
          <ac:spMkLst>
            <pc:docMk/>
            <pc:sldMk cId="1183344318" sldId="424"/>
            <ac:spMk id="11" creationId="{594F712F-1DB0-B5A0-BE58-7BFD2221BF1E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2" creationId="{C6320AB4-C620-3751-F94E-1A5B13A211D9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3" creationId="{57E5F73A-6064-1474-6695-8D4D33781130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4" creationId="{F774B30F-91B8-335E-45E3-29769878AD72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5" creationId="{9FC8664F-C3C0-43E3-A023-1597F0919F2E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6" creationId="{C724235D-C6ED-C88A-511C-4D5DAF759BAA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7" creationId="{0BC4B2E7-0901-F577-D184-231021AFF4F7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39" creationId="{74709CDB-3511-EB3A-EB8B-DF963D2B515F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0" creationId="{29DAD80C-8BB0-BD76-4CD8-1E2A19475F0A}"/>
          </ac:spMkLst>
        </pc:spChg>
        <pc:spChg chg="mod topLvl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1" creationId="{513777AE-C7E1-CE07-B746-19A75A1A8EE1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2" creationId="{9CDA1897-BED6-81E9-B864-D37489699BA6}"/>
          </ac:spMkLst>
        </pc:spChg>
        <pc:spChg chg="mod topLvl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3" creationId="{778CDC44-B827-AE00-4D82-C5AAAF0929B6}"/>
          </ac:spMkLst>
        </pc:spChg>
        <pc:spChg chg="mod topLvl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4" creationId="{D400DB57-6635-6B94-9E8D-6E2BDBEFAFFC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5" creationId="{32141635-C4C2-7A98-989A-2541DBB4E694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6" creationId="{6C4F65FA-0C59-AD1B-0695-D13B08091D29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7" creationId="{5732E968-2554-EB9D-16F9-8131E5A09DCB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48" creationId="{FA7CA55E-15DC-9D15-13B8-8A14AAC56E54}"/>
          </ac:spMkLst>
        </pc:spChg>
        <pc:spChg chg="de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49" creationId="{11880D5B-0F7C-4470-AA10-C6A33AA4198D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0" creationId="{05208522-6278-D741-9B2F-262FBDEFC690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1" creationId="{7FA5140B-7E90-34EC-DBE2-FFF673BDF000}"/>
          </ac:spMkLst>
        </pc:spChg>
        <pc:spChg chg="de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2" creationId="{3AEEF341-5712-B06D-4E32-C100545D2439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3" creationId="{4D59BBC4-D670-C230-0E3D-6E9A8CC1071C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4" creationId="{7EC843AF-ADFB-C9DF-BB2F-72BE02FB9E0F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5" creationId="{5089480E-2BC3-C771-0EC1-613CBF8B14EA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6" creationId="{BAEC52FB-84B6-559A-4886-34A0FC2877A8}"/>
          </ac:spMkLst>
        </pc:spChg>
        <pc:spChg chg="mod">
          <ac:chgData name="janghoon jun" userId="056a5883350c2f5e" providerId="LiveId" clId="{74AFAB52-6487-4651-9B79-2F181DBD8D0A}" dt="2026-04-29T01:31:34.994" v="1063" actId="20577"/>
          <ac:spMkLst>
            <pc:docMk/>
            <pc:sldMk cId="1183344318" sldId="424"/>
            <ac:spMk id="61" creationId="{6D2F29C0-3430-B09B-78DB-3454E73F31E6}"/>
          </ac:spMkLst>
        </pc:spChg>
        <pc:grpChg chg="add mod">
          <ac:chgData name="janghoon jun" userId="056a5883350c2f5e" providerId="LiveId" clId="{74AFAB52-6487-4651-9B79-2F181DBD8D0A}" dt="2026-04-29T04:55:32.947" v="1170" actId="1076"/>
          <ac:grpSpMkLst>
            <pc:docMk/>
            <pc:sldMk cId="1183344318" sldId="424"/>
            <ac:grpSpMk id="6" creationId="{E8D9A72F-68D0-7578-2E09-58FBE8B862FE}"/>
          </ac:grpSpMkLst>
        </pc:grpChg>
        <pc:grpChg chg="add del mod">
          <ac:chgData name="janghoon jun" userId="056a5883350c2f5e" providerId="LiveId" clId="{74AFAB52-6487-4651-9B79-2F181DBD8D0A}" dt="2026-04-29T04:55:36.689" v="1171" actId="478"/>
          <ac:grpSpMkLst>
            <pc:docMk/>
            <pc:sldMk cId="1183344318" sldId="424"/>
            <ac:grpSpMk id="7" creationId="{9B6432B3-8AAE-B46C-7F9B-BF1C31DA4C5A}"/>
          </ac:grpSpMkLst>
        </pc:grpChg>
        <pc:graphicFrameChg chg="mod modGraphic">
          <ac:chgData name="janghoon jun" userId="056a5883350c2f5e" providerId="LiveId" clId="{74AFAB52-6487-4651-9B79-2F181DBD8D0A}" dt="2026-04-29T01:32:30.040" v="1067" actId="20577"/>
          <ac:graphicFrameMkLst>
            <pc:docMk/>
            <pc:sldMk cId="1183344318" sldId="424"/>
            <ac:graphicFrameMk id="58" creationId="{93111E9C-3E6D-1CC0-B18B-8040697D5774}"/>
          </ac:graphicFrameMkLst>
        </pc:graphicFrameChg>
      </pc:sldChg>
      <pc:sldChg chg="modSp add del mod ord">
        <pc:chgData name="janghoon jun" userId="056a5883350c2f5e" providerId="LiveId" clId="{74AFAB52-6487-4651-9B79-2F181DBD8D0A}" dt="2026-04-29T04:56:08.117" v="1172" actId="47"/>
        <pc:sldMkLst>
          <pc:docMk/>
          <pc:sldMk cId="3567372362" sldId="425"/>
        </pc:sldMkLst>
        <pc:spChg chg="mod">
          <ac:chgData name="janghoon jun" userId="056a5883350c2f5e" providerId="LiveId" clId="{74AFAB52-6487-4651-9B79-2F181DBD8D0A}" dt="2026-04-29T04:55:00.102" v="1161" actId="21"/>
          <ac:spMkLst>
            <pc:docMk/>
            <pc:sldMk cId="3567372362" sldId="425"/>
            <ac:spMk id="11" creationId="{4925A88E-9A76-1866-300E-75B3BD583781}"/>
          </ac:spMkLst>
        </pc:spChg>
      </pc:sldChg>
      <pc:sldChg chg="addSp delSp modSp add mod ord">
        <pc:chgData name="janghoon jun" userId="056a5883350c2f5e" providerId="LiveId" clId="{74AFAB52-6487-4651-9B79-2F181DBD8D0A}" dt="2026-04-29T04:57:29.837" v="1195" actId="1036"/>
        <pc:sldMkLst>
          <pc:docMk/>
          <pc:sldMk cId="2035619833" sldId="426"/>
        </pc:sldMkLst>
        <pc:picChg chg="add mod ord">
          <ac:chgData name="janghoon jun" userId="056a5883350c2f5e" providerId="LiveId" clId="{74AFAB52-6487-4651-9B79-2F181DBD8D0A}" dt="2026-04-29T04:56:36.008" v="1178" actId="167"/>
          <ac:picMkLst>
            <pc:docMk/>
            <pc:sldMk cId="2035619833" sldId="426"/>
            <ac:picMk id="3" creationId="{65FE3929-3ACF-4164-1782-1CD0C45B795C}"/>
          </ac:picMkLst>
        </pc:picChg>
        <pc:picChg chg="add mod ord">
          <ac:chgData name="janghoon jun" userId="056a5883350c2f5e" providerId="LiveId" clId="{74AFAB52-6487-4651-9B79-2F181DBD8D0A}" dt="2026-04-29T04:57:29.837" v="1195" actId="1036"/>
          <ac:picMkLst>
            <pc:docMk/>
            <pc:sldMk cId="2035619833" sldId="426"/>
            <ac:picMk id="5" creationId="{AE1BC314-3C9D-B4FC-C010-D9D561C73F2A}"/>
          </ac:picMkLst>
        </pc:picChg>
        <pc:picChg chg="del">
          <ac:chgData name="janghoon jun" userId="056a5883350c2f5e" providerId="LiveId" clId="{74AFAB52-6487-4651-9B79-2F181DBD8D0A}" dt="2026-04-29T04:56:37.399" v="1179" actId="478"/>
          <ac:picMkLst>
            <pc:docMk/>
            <pc:sldMk cId="2035619833" sldId="426"/>
            <ac:picMk id="6" creationId="{BC1F4BBC-90CD-A9A8-90E9-192C692B7D96}"/>
          </ac:picMkLst>
        </pc:picChg>
        <pc:picChg chg="add del">
          <ac:chgData name="janghoon jun" userId="056a5883350c2f5e" providerId="LiveId" clId="{74AFAB52-6487-4651-9B79-2F181DBD8D0A}" dt="2026-04-29T04:57:16.306" v="1187" actId="478"/>
          <ac:picMkLst>
            <pc:docMk/>
            <pc:sldMk cId="2035619833" sldId="426"/>
            <ac:picMk id="7" creationId="{F4CEE441-38AF-6F6C-F259-1C70D50A04DC}"/>
          </ac:picMkLst>
        </pc:picChg>
        <pc:picChg chg="add del">
          <ac:chgData name="janghoon jun" userId="056a5883350c2f5e" providerId="LiveId" clId="{74AFAB52-6487-4651-9B79-2F181DBD8D0A}" dt="2026-04-29T04:56:39.119" v="1180" actId="478"/>
          <ac:picMkLst>
            <pc:docMk/>
            <pc:sldMk cId="2035619833" sldId="426"/>
            <ac:picMk id="10" creationId="{585EAB18-FCD9-0D20-39A8-0352ED13AA94}"/>
          </ac:picMkLst>
        </pc:picChg>
      </pc:sldChg>
      <pc:sldChg chg="addSp delSp modSp add mod ord">
        <pc:chgData name="janghoon jun" userId="056a5883350c2f5e" providerId="LiveId" clId="{74AFAB52-6487-4651-9B79-2F181DBD8D0A}" dt="2026-04-29T05:07:12.337" v="1279" actId="14100"/>
        <pc:sldMkLst>
          <pc:docMk/>
          <pc:sldMk cId="3896853274" sldId="427"/>
        </pc:sldMkLst>
        <pc:graphicFrameChg chg="del mod">
          <ac:chgData name="janghoon jun" userId="056a5883350c2f5e" providerId="LiveId" clId="{74AFAB52-6487-4651-9B79-2F181DBD8D0A}" dt="2026-04-29T05:06:45.649" v="1274" actId="478"/>
          <ac:graphicFrameMkLst>
            <pc:docMk/>
            <pc:sldMk cId="3896853274" sldId="427"/>
            <ac:graphicFrameMk id="8" creationId="{E1BF661B-644B-B413-5A1F-111F1F8F21AD}"/>
          </ac:graphicFrameMkLst>
        </pc:graphicFrameChg>
        <pc:picChg chg="add mod">
          <ac:chgData name="janghoon jun" userId="056a5883350c2f5e" providerId="LiveId" clId="{74AFAB52-6487-4651-9B79-2F181DBD8D0A}" dt="2026-04-29T05:07:12.337" v="1279" actId="14100"/>
          <ac:picMkLst>
            <pc:docMk/>
            <pc:sldMk cId="3896853274" sldId="427"/>
            <ac:picMk id="3" creationId="{0F09D61F-4575-4AA0-4EC0-F4ADA2B8559F}"/>
          </ac:picMkLst>
        </pc:picChg>
        <pc:picChg chg="add mod">
          <ac:chgData name="janghoon jun" userId="056a5883350c2f5e" providerId="LiveId" clId="{74AFAB52-6487-4651-9B79-2F181DBD8D0A}" dt="2026-04-29T05:07:12.337" v="1279" actId="14100"/>
          <ac:picMkLst>
            <pc:docMk/>
            <pc:sldMk cId="3896853274" sldId="427"/>
            <ac:picMk id="5" creationId="{69FA6F37-7768-C4BF-D5F4-6B224F40B4BE}"/>
          </ac:picMkLst>
        </pc:picChg>
        <pc:picChg chg="add del">
          <ac:chgData name="janghoon jun" userId="056a5883350c2f5e" providerId="LiveId" clId="{74AFAB52-6487-4651-9B79-2F181DBD8D0A}" dt="2026-04-29T05:06:46.212" v="1275" actId="478"/>
          <ac:picMkLst>
            <pc:docMk/>
            <pc:sldMk cId="3896853274" sldId="427"/>
            <ac:picMk id="6" creationId="{C54047D0-AF13-B2B0-3AD7-EC4D64CA5AA4}"/>
          </ac:picMkLst>
        </pc:picChg>
      </pc:sldChg>
      <pc:sldChg chg="addSp modSp add del ord modCm">
        <pc:chgData name="janghoon jun" userId="056a5883350c2f5e" providerId="LiveId" clId="{74AFAB52-6487-4651-9B79-2F181DBD8D0A}" dt="2026-04-29T05:07:29.696" v="1280" actId="47"/>
        <pc:sldMkLst>
          <pc:docMk/>
          <pc:sldMk cId="2959586648" sldId="429"/>
        </pc:sldMkLst>
      </pc:sldChg>
      <pc:sldChg chg="addSp modSp add del">
        <pc:chgData name="janghoon jun" userId="056a5883350c2f5e" providerId="LiveId" clId="{74AFAB52-6487-4651-9B79-2F181DBD8D0A}" dt="2026-04-29T05:13:01.931" v="1428" actId="47"/>
        <pc:sldMkLst>
          <pc:docMk/>
          <pc:sldMk cId="2349903612" sldId="430"/>
        </pc:sldMkLst>
      </pc:sldChg>
      <pc:sldChg chg="addSp modSp add del">
        <pc:chgData name="janghoon jun" userId="056a5883350c2f5e" providerId="LiveId" clId="{74AFAB52-6487-4651-9B79-2F181DBD8D0A}" dt="2026-04-29T05:13:04.141" v="1429" actId="47"/>
        <pc:sldMkLst>
          <pc:docMk/>
          <pc:sldMk cId="3899760896" sldId="431"/>
        </pc:sldMkLst>
      </pc:sldChg>
      <pc:sldChg chg="modSp add">
        <pc:chgData name="janghoon jun" userId="056a5883350c2f5e" providerId="LiveId" clId="{74AFAB52-6487-4651-9B79-2F181DBD8D0A}" dt="2026-04-23T05:39:15.891" v="89"/>
        <pc:sldMkLst>
          <pc:docMk/>
          <pc:sldMk cId="2969810267" sldId="432"/>
        </pc:sldMkLst>
        <pc:graphicFrameChg chg="mod">
          <ac:chgData name="janghoon jun" userId="056a5883350c2f5e" providerId="LiveId" clId="{74AFAB52-6487-4651-9B79-2F181DBD8D0A}" dt="2026-04-23T05:39:15.891" v="89"/>
          <ac:graphicFrameMkLst>
            <pc:docMk/>
            <pc:sldMk cId="2969810267" sldId="432"/>
            <ac:graphicFrameMk id="6" creationId="{87B1BB24-C14C-5EA9-3753-52F08462A815}"/>
          </ac:graphicFrameMkLst>
        </pc:graphicFrameChg>
      </pc:sldChg>
      <pc:sldChg chg="addSp modSp add">
        <pc:chgData name="janghoon jun" userId="056a5883350c2f5e" providerId="LiveId" clId="{74AFAB52-6487-4651-9B79-2F181DBD8D0A}" dt="2026-04-23T05:43:54.193" v="98"/>
        <pc:sldMkLst>
          <pc:docMk/>
          <pc:sldMk cId="1692516220" sldId="433"/>
        </pc:sldMkLst>
        <pc:graphicFrameChg chg="mod">
          <ac:chgData name="janghoon jun" userId="056a5883350c2f5e" providerId="LiveId" clId="{74AFAB52-6487-4651-9B79-2F181DBD8D0A}" dt="2026-04-23T05:43:54.193" v="98"/>
          <ac:graphicFrameMkLst>
            <pc:docMk/>
            <pc:sldMk cId="1692516220" sldId="433"/>
            <ac:graphicFrameMk id="5" creationId="{D8ACE963-4A5C-2307-31E4-57C078ACF9A7}"/>
          </ac:graphicFrameMkLst>
        </pc:graphicFrameChg>
        <pc:picChg chg="add mod">
          <ac:chgData name="janghoon jun" userId="056a5883350c2f5e" providerId="LiveId" clId="{74AFAB52-6487-4651-9B79-2F181DBD8D0A}" dt="2026-04-23T05:39:57.027" v="90"/>
          <ac:picMkLst>
            <pc:docMk/>
            <pc:sldMk cId="1692516220" sldId="433"/>
            <ac:picMk id="9" creationId="{3CFBF344-A77E-61E0-8A5A-E2E2B6A04A26}"/>
          </ac:picMkLst>
        </pc:picChg>
      </pc:sldChg>
      <pc:sldChg chg="addSp modSp add">
        <pc:chgData name="janghoon jun" userId="056a5883350c2f5e" providerId="LiveId" clId="{74AFAB52-6487-4651-9B79-2F181DBD8D0A}" dt="2026-04-23T05:46:02.267" v="101"/>
        <pc:sldMkLst>
          <pc:docMk/>
          <pc:sldMk cId="893488612" sldId="434"/>
        </pc:sldMkLst>
        <pc:graphicFrameChg chg="mod">
          <ac:chgData name="janghoon jun" userId="056a5883350c2f5e" providerId="LiveId" clId="{74AFAB52-6487-4651-9B79-2F181DBD8D0A}" dt="2026-04-23T05:45:56.324" v="100"/>
          <ac:graphicFrameMkLst>
            <pc:docMk/>
            <pc:sldMk cId="893488612" sldId="434"/>
            <ac:graphicFrameMk id="26" creationId="{3A76AD0E-611F-DE73-5345-869AF07F99C3}"/>
          </ac:graphicFrameMkLst>
        </pc:graphicFrameChg>
        <pc:picChg chg="add mod">
          <ac:chgData name="janghoon jun" userId="056a5883350c2f5e" providerId="LiveId" clId="{74AFAB52-6487-4651-9B79-2F181DBD8D0A}" dt="2026-04-23T05:46:02.267" v="101"/>
          <ac:picMkLst>
            <pc:docMk/>
            <pc:sldMk cId="893488612" sldId="434"/>
            <ac:picMk id="6" creationId="{DE9F1DF5-E762-D36C-B819-A343CF944A70}"/>
          </ac:picMkLst>
        </pc:picChg>
      </pc:sldChg>
      <pc:sldChg chg="addSp delSp modSp add">
        <pc:chgData name="janghoon jun" userId="056a5883350c2f5e" providerId="LiveId" clId="{74AFAB52-6487-4651-9B79-2F181DBD8D0A}" dt="2026-04-23T05:48:35.651" v="107"/>
        <pc:sldMkLst>
          <pc:docMk/>
          <pc:sldMk cId="1865432423" sldId="435"/>
        </pc:sldMkLst>
        <pc:graphicFrameChg chg="mod">
          <ac:chgData name="janghoon jun" userId="056a5883350c2f5e" providerId="LiveId" clId="{74AFAB52-6487-4651-9B79-2F181DBD8D0A}" dt="2026-04-23T05:48:31.315" v="106"/>
          <ac:graphicFrameMkLst>
            <pc:docMk/>
            <pc:sldMk cId="1865432423" sldId="435"/>
            <ac:graphicFrameMk id="15" creationId="{61E140C2-30D8-84E7-4462-DB355F84FBEC}"/>
          </ac:graphicFrameMkLst>
        </pc:graphicFrameChg>
        <pc:picChg chg="add mod">
          <ac:chgData name="janghoon jun" userId="056a5883350c2f5e" providerId="LiveId" clId="{74AFAB52-6487-4651-9B79-2F181DBD8D0A}" dt="2026-04-23T05:46:54.122" v="102"/>
          <ac:picMkLst>
            <pc:docMk/>
            <pc:sldMk cId="1865432423" sldId="435"/>
            <ac:picMk id="7" creationId="{2AA11500-F8DA-3AEA-D9BE-F3024A955622}"/>
          </ac:picMkLst>
        </pc:picChg>
      </pc:sldChg>
      <pc:sldChg chg="addSp modSp add">
        <pc:chgData name="janghoon jun" userId="056a5883350c2f5e" providerId="LiveId" clId="{74AFAB52-6487-4651-9B79-2F181DBD8D0A}" dt="2026-04-23T06:03:17.716" v="115" actId="571"/>
        <pc:sldMkLst>
          <pc:docMk/>
          <pc:sldMk cId="3977348690" sldId="436"/>
        </pc:sldMkLst>
        <pc:spChg chg="add mod">
          <ac:chgData name="janghoon jun" userId="056a5883350c2f5e" providerId="LiveId" clId="{74AFAB52-6487-4651-9B79-2F181DBD8D0A}" dt="2026-04-23T06:03:17.716" v="115" actId="571"/>
          <ac:spMkLst>
            <pc:docMk/>
            <pc:sldMk cId="3977348690" sldId="436"/>
            <ac:spMk id="12" creationId="{83A9C69A-BC9E-3158-2906-F42B4EE922E5}"/>
          </ac:spMkLst>
        </pc:spChg>
      </pc:sldChg>
      <pc:sldChg chg="add">
        <pc:chgData name="janghoon jun" userId="056a5883350c2f5e" providerId="LiveId" clId="{74AFAB52-6487-4651-9B79-2F181DBD8D0A}" dt="2026-04-23T06:03:44.517" v="116"/>
        <pc:sldMkLst>
          <pc:docMk/>
          <pc:sldMk cId="3506109384" sldId="437"/>
        </pc:sldMkLst>
      </pc:sldChg>
      <pc:sldChg chg="addSp delSp modSp add mod">
        <pc:chgData name="janghoon jun" userId="056a5883350c2f5e" providerId="LiveId" clId="{74AFAB52-6487-4651-9B79-2F181DBD8D0A}" dt="2026-04-29T00:58:34.506" v="999"/>
        <pc:sldMkLst>
          <pc:docMk/>
          <pc:sldMk cId="4099219520" sldId="438"/>
        </pc:sldMkLst>
        <pc:spChg chg="add del mod">
          <ac:chgData name="janghoon jun" userId="056a5883350c2f5e" providerId="LiveId" clId="{74AFAB52-6487-4651-9B79-2F181DBD8D0A}" dt="2026-04-29T00:56:21.849" v="726" actId="478"/>
          <ac:spMkLst>
            <pc:docMk/>
            <pc:sldMk cId="4099219520" sldId="438"/>
            <ac:spMk id="3" creationId="{E1F33830-6301-294E-965D-34195F4CF66F}"/>
          </ac:spMkLst>
        </pc:spChg>
        <pc:spChg chg="mod">
          <ac:chgData name="janghoon jun" userId="056a5883350c2f5e" providerId="LiveId" clId="{74AFAB52-6487-4651-9B79-2F181DBD8D0A}" dt="2026-04-29T00:58:34.506" v="999"/>
          <ac:spMkLst>
            <pc:docMk/>
            <pc:sldMk cId="4099219520" sldId="438"/>
            <ac:spMk id="14" creationId="{776DA4E4-00A3-E690-8224-10FF5B020CD9}"/>
          </ac:spMkLst>
        </pc:spChg>
      </pc:sldChg>
      <pc:sldChg chg="addSp delSp modSp add mod">
        <pc:chgData name="janghoon jun" userId="056a5883350c2f5e" providerId="LiveId" clId="{74AFAB52-6487-4651-9B79-2F181DBD8D0A}" dt="2026-04-29T05:11:30.008" v="1404" actId="403"/>
        <pc:sldMkLst>
          <pc:docMk/>
          <pc:sldMk cId="2448059843" sldId="439"/>
        </pc:sldMkLst>
        <pc:spChg chg="add del mod">
          <ac:chgData name="janghoon jun" userId="056a5883350c2f5e" providerId="LiveId" clId="{74AFAB52-6487-4651-9B79-2F181DBD8D0A}" dt="2026-04-29T04:58:23.399" v="1199" actId="478"/>
          <ac:spMkLst>
            <pc:docMk/>
            <pc:sldMk cId="2448059843" sldId="439"/>
            <ac:spMk id="5" creationId="{A68442DD-1B4E-D047-8850-38A5979BA4A6}"/>
          </ac:spMkLst>
        </pc:spChg>
        <pc:spChg chg="mod">
          <ac:chgData name="janghoon jun" userId="056a5883350c2f5e" providerId="LiveId" clId="{74AFAB52-6487-4651-9B79-2F181DBD8D0A}" dt="2026-04-29T04:59:37.277" v="1210" actId="14100"/>
          <ac:spMkLst>
            <pc:docMk/>
            <pc:sldMk cId="2448059843" sldId="439"/>
            <ac:spMk id="6" creationId="{F522D9CA-DB13-E8D4-A211-D139CF214D05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8" creationId="{6DF69552-3717-1F7A-BF20-B7A3EB3652C3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9" creationId="{1C25C5CD-59C4-9F33-F311-8696BFE0CD8D}"/>
          </ac:spMkLst>
        </pc:spChg>
        <pc:spChg chg="mod">
          <ac:chgData name="janghoon jun" userId="056a5883350c2f5e" providerId="LiveId" clId="{74AFAB52-6487-4651-9B79-2F181DBD8D0A}" dt="2026-04-29T04:59:40.743" v="1211" actId="164"/>
          <ac:spMkLst>
            <pc:docMk/>
            <pc:sldMk cId="2448059843" sldId="439"/>
            <ac:spMk id="10" creationId="{A6A389E8-DA0D-5668-B5B5-85D7D1CEDEA8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12" creationId="{7C4608E4-FF89-612E-FBFF-3E77474EA99D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13" creationId="{ADAFA306-3339-92E0-C35C-9A8634BF50C0}"/>
          </ac:spMkLst>
        </pc:spChg>
        <pc:spChg chg="del">
          <ac:chgData name="janghoon jun" userId="056a5883350c2f5e" providerId="LiveId" clId="{74AFAB52-6487-4651-9B79-2F181DBD8D0A}" dt="2026-04-29T04:58:20.587" v="1198" actId="478"/>
          <ac:spMkLst>
            <pc:docMk/>
            <pc:sldMk cId="2448059843" sldId="439"/>
            <ac:spMk id="14" creationId="{30577F5C-B21D-CABE-BC19-67450CCB75A3}"/>
          </ac:spMkLst>
        </pc:spChg>
        <pc:spChg chg="mod">
          <ac:chgData name="janghoon jun" userId="056a5883350c2f5e" providerId="LiveId" clId="{74AFAB52-6487-4651-9B79-2F181DBD8D0A}" dt="2026-04-29T04:59:37.277" v="1210" actId="14100"/>
          <ac:spMkLst>
            <pc:docMk/>
            <pc:sldMk cId="2448059843" sldId="439"/>
            <ac:spMk id="15" creationId="{DF4BAE5E-2CB0-FB8A-D168-38B463ED8A67}"/>
          </ac:spMkLst>
        </pc:spChg>
        <pc:spChg chg="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18" creationId="{A377C9B6-A7A1-0364-F85D-33EA1C751C86}"/>
          </ac:spMkLst>
        </pc:spChg>
        <pc:spChg chg="mod">
          <ac:chgData name="janghoon jun" userId="056a5883350c2f5e" providerId="LiveId" clId="{74AFAB52-6487-4651-9B79-2F181DBD8D0A}" dt="2026-04-29T04:59:37.277" v="1210" actId="14100"/>
          <ac:spMkLst>
            <pc:docMk/>
            <pc:sldMk cId="2448059843" sldId="439"/>
            <ac:spMk id="19" creationId="{305ABC69-8443-3860-EBCE-B25C8E3514A1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20" creationId="{15001893-4CFA-862E-C332-192491807659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21" creationId="{8C0F5990-A1D7-FA1A-5DA8-53EC9153E62E}"/>
          </ac:spMkLst>
        </pc:spChg>
        <pc:spChg chg="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22" creationId="{BAFA56F1-E95D-E6C7-D1FE-6BE6E209EFDF}"/>
          </ac:spMkLst>
        </pc:spChg>
        <pc:spChg chg="mod">
          <ac:chgData name="janghoon jun" userId="056a5883350c2f5e" providerId="LiveId" clId="{74AFAB52-6487-4651-9B79-2F181DBD8D0A}" dt="2026-04-29T04:59:37.277" v="1210" actId="14100"/>
          <ac:spMkLst>
            <pc:docMk/>
            <pc:sldMk cId="2448059843" sldId="439"/>
            <ac:spMk id="23" creationId="{206EECF2-3CF6-4F72-AA40-8064A0124F64}"/>
          </ac:spMkLst>
        </pc:spChg>
        <pc:spChg chg="mod">
          <ac:chgData name="janghoon jun" userId="056a5883350c2f5e" providerId="LiveId" clId="{74AFAB52-6487-4651-9B79-2F181DBD8D0A}" dt="2026-04-29T04:59:40.743" v="1211" actId="164"/>
          <ac:spMkLst>
            <pc:docMk/>
            <pc:sldMk cId="2448059843" sldId="439"/>
            <ac:spMk id="24" creationId="{3A666981-EE36-9701-8DA5-6383D6814977}"/>
          </ac:spMkLst>
        </pc:spChg>
        <pc:spChg chg="mod">
          <ac:chgData name="janghoon jun" userId="056a5883350c2f5e" providerId="LiveId" clId="{74AFAB52-6487-4651-9B79-2F181DBD8D0A}" dt="2026-04-29T05:01:17.093" v="1255" actId="403"/>
          <ac:spMkLst>
            <pc:docMk/>
            <pc:sldMk cId="2448059843" sldId="439"/>
            <ac:spMk id="26" creationId="{8842D9D5-20CD-7538-6FE5-794AB94CC6A3}"/>
          </ac:spMkLst>
        </pc:spChg>
        <pc:spChg chg="add mod">
          <ac:chgData name="janghoon jun" userId="056a5883350c2f5e" providerId="LiveId" clId="{74AFAB52-6487-4651-9B79-2F181DBD8D0A}" dt="2026-04-29T05:01:17.093" v="1255" actId="403"/>
          <ac:spMkLst>
            <pc:docMk/>
            <pc:sldMk cId="2448059843" sldId="439"/>
            <ac:spMk id="27" creationId="{15E6DE08-3482-EEB1-582C-86F481BD675A}"/>
          </ac:spMkLst>
        </pc:spChg>
        <pc:spChg chg="mod">
          <ac:chgData name="janghoon jun" userId="056a5883350c2f5e" providerId="LiveId" clId="{74AFAB52-6487-4651-9B79-2F181DBD8D0A}" dt="2026-04-29T05:01:21.759" v="1257" actId="20577"/>
          <ac:spMkLst>
            <pc:docMk/>
            <pc:sldMk cId="2448059843" sldId="439"/>
            <ac:spMk id="28" creationId="{DBC08F65-E1EB-9516-C682-68D803279986}"/>
          </ac:spMkLst>
        </pc:spChg>
        <pc:spChg chg="mod">
          <ac:chgData name="janghoon jun" userId="056a5883350c2f5e" providerId="LiveId" clId="{74AFAB52-6487-4651-9B79-2F181DBD8D0A}" dt="2026-04-29T05:01:24.039" v="1259" actId="20577"/>
          <ac:spMkLst>
            <pc:docMk/>
            <pc:sldMk cId="2448059843" sldId="439"/>
            <ac:spMk id="29" creationId="{C59EBE51-E9ED-A4C8-5681-199515BD66E1}"/>
          </ac:spMkLst>
        </pc:spChg>
        <pc:spChg chg="add mod">
          <ac:chgData name="janghoon jun" userId="056a5883350c2f5e" providerId="LiveId" clId="{74AFAB52-6487-4651-9B79-2F181DBD8D0A}" dt="2026-04-29T05:01:17.093" v="1255" actId="403"/>
          <ac:spMkLst>
            <pc:docMk/>
            <pc:sldMk cId="2448059843" sldId="439"/>
            <ac:spMk id="30" creationId="{2CD71BF4-9679-B31C-EDFF-5919DF3BE15E}"/>
          </ac:spMkLst>
        </pc:spChg>
        <pc:spChg chg="add mod">
          <ac:chgData name="janghoon jun" userId="056a5883350c2f5e" providerId="LiveId" clId="{74AFAB52-6487-4651-9B79-2F181DBD8D0A}" dt="2026-04-29T05:11:15.259" v="1398" actId="1076"/>
          <ac:spMkLst>
            <pc:docMk/>
            <pc:sldMk cId="2448059843" sldId="439"/>
            <ac:spMk id="32" creationId="{28A39C34-6D03-D4B8-9D65-0DB57021CBF2}"/>
          </ac:spMkLst>
        </pc:spChg>
        <pc:spChg chg="add mod">
          <ac:chgData name="janghoon jun" userId="056a5883350c2f5e" providerId="LiveId" clId="{74AFAB52-6487-4651-9B79-2F181DBD8D0A}" dt="2026-04-29T04:58:46.446" v="1202" actId="14100"/>
          <ac:spMkLst>
            <pc:docMk/>
            <pc:sldMk cId="2448059843" sldId="439"/>
            <ac:spMk id="34" creationId="{91ABCF90-8287-49E7-403E-09E7AEEB9982}"/>
          </ac:spMkLst>
        </pc:spChg>
        <pc:spChg chg="add mod">
          <ac:chgData name="janghoon jun" userId="056a5883350c2f5e" providerId="LiveId" clId="{74AFAB52-6487-4651-9B79-2F181DBD8D0A}" dt="2026-04-29T05:08:47.984" v="1329" actId="1076"/>
          <ac:spMkLst>
            <pc:docMk/>
            <pc:sldMk cId="2448059843" sldId="439"/>
            <ac:spMk id="35" creationId="{20E5F45D-6041-A0EA-E652-8E74C4B7FB17}"/>
          </ac:spMkLst>
        </pc:spChg>
        <pc:spChg chg="add mod">
          <ac:chgData name="janghoon jun" userId="056a5883350c2f5e" providerId="LiveId" clId="{74AFAB52-6487-4651-9B79-2F181DBD8D0A}" dt="2026-04-29T05:08:31.493" v="1327" actId="20577"/>
          <ac:spMkLst>
            <pc:docMk/>
            <pc:sldMk cId="2448059843" sldId="439"/>
            <ac:spMk id="38" creationId="{50D0C90D-3828-BC8C-1164-95B6C1A3CE44}"/>
          </ac:spMkLst>
        </pc:spChg>
        <pc:grpChg chg="mod">
          <ac:chgData name="janghoon jun" userId="056a5883350c2f5e" providerId="LiveId" clId="{74AFAB52-6487-4651-9B79-2F181DBD8D0A}" dt="2026-04-29T05:08:57.180" v="1330" actId="1076"/>
          <ac:grpSpMkLst>
            <pc:docMk/>
            <pc:sldMk cId="2448059843" sldId="439"/>
            <ac:grpSpMk id="36" creationId="{11B4D52B-15F6-8DA4-2739-8DF1FEB18585}"/>
          </ac:grpSpMkLst>
        </pc:grpChg>
        <pc:grpChg chg="add mod">
          <ac:chgData name="janghoon jun" userId="056a5883350c2f5e" providerId="LiveId" clId="{74AFAB52-6487-4651-9B79-2F181DBD8D0A}" dt="2026-04-29T05:08:57.180" v="1330" actId="1076"/>
          <ac:grpSpMkLst>
            <pc:docMk/>
            <pc:sldMk cId="2448059843" sldId="439"/>
            <ac:grpSpMk id="37" creationId="{CFD91A08-AC4C-D477-F737-33C06636B116}"/>
          </ac:grpSpMkLst>
        </pc:grpChg>
        <pc:graphicFrameChg chg="del mod modGraphic">
          <ac:chgData name="janghoon jun" userId="056a5883350c2f5e" providerId="LiveId" clId="{74AFAB52-6487-4651-9B79-2F181DBD8D0A}" dt="2026-04-29T05:09:59.040" v="1339" actId="478"/>
          <ac:graphicFrameMkLst>
            <pc:docMk/>
            <pc:sldMk cId="2448059843" sldId="439"/>
            <ac:graphicFrameMk id="31" creationId="{765346FE-96C0-AEF4-247E-6463725ACB27}"/>
          </ac:graphicFrameMkLst>
        </pc:graphicFrameChg>
        <pc:graphicFrameChg chg="del mod modGraphic">
          <ac:chgData name="janghoon jun" userId="056a5883350c2f5e" providerId="LiveId" clId="{74AFAB52-6487-4651-9B79-2F181DBD8D0A}" dt="2026-04-29T05:10:21.181" v="1352" actId="478"/>
          <ac:graphicFrameMkLst>
            <pc:docMk/>
            <pc:sldMk cId="2448059843" sldId="439"/>
            <ac:graphicFrameMk id="33" creationId="{9311C8D9-654A-D371-D1EE-2AB63DDABA47}"/>
          </ac:graphicFrameMkLst>
        </pc:graphicFrameChg>
        <pc:graphicFrameChg chg="add mod modGraphic">
          <ac:chgData name="janghoon jun" userId="056a5883350c2f5e" providerId="LiveId" clId="{74AFAB52-6487-4651-9B79-2F181DBD8D0A}" dt="2026-04-29T05:11:24.852" v="1402" actId="403"/>
          <ac:graphicFrameMkLst>
            <pc:docMk/>
            <pc:sldMk cId="2448059843" sldId="439"/>
            <ac:graphicFrameMk id="39" creationId="{42FBA0F0-A196-6D6F-2EEE-67705DFC7194}"/>
          </ac:graphicFrameMkLst>
        </pc:graphicFrameChg>
        <pc:graphicFrameChg chg="add mod modGraphic">
          <ac:chgData name="janghoon jun" userId="056a5883350c2f5e" providerId="LiveId" clId="{74AFAB52-6487-4651-9B79-2F181DBD8D0A}" dt="2026-04-29T05:11:30.008" v="1404" actId="403"/>
          <ac:graphicFrameMkLst>
            <pc:docMk/>
            <pc:sldMk cId="2448059843" sldId="439"/>
            <ac:graphicFrameMk id="40" creationId="{63449535-FBF9-C660-62B1-1B9385149142}"/>
          </ac:graphicFrameMkLst>
        </pc:graphicFrameChg>
      </pc:sldChg>
      <pc:sldChg chg="delSp modSp add del mod">
        <pc:chgData name="janghoon jun" userId="056a5883350c2f5e" providerId="LiveId" clId="{74AFAB52-6487-4651-9B79-2F181DBD8D0A}" dt="2026-04-29T05:12:27.070" v="1424" actId="47"/>
        <pc:sldMkLst>
          <pc:docMk/>
          <pc:sldMk cId="1092152876" sldId="440"/>
        </pc:sldMkLst>
        <pc:spChg chg="mod">
          <ac:chgData name="janghoon jun" userId="056a5883350c2f5e" providerId="LiveId" clId="{74AFAB52-6487-4651-9B79-2F181DBD8D0A}" dt="2026-04-29T05:12:22.993" v="1423" actId="20577"/>
          <ac:spMkLst>
            <pc:docMk/>
            <pc:sldMk cId="1092152876" sldId="440"/>
            <ac:spMk id="11" creationId="{125788C7-5721-2014-73BF-3E824A329BFD}"/>
          </ac:spMkLst>
        </pc:spChg>
        <pc:picChg chg="del">
          <ac:chgData name="janghoon jun" userId="056a5883350c2f5e" providerId="LiveId" clId="{74AFAB52-6487-4651-9B79-2F181DBD8D0A}" dt="2026-04-29T05:12:14.144" v="1406" actId="478"/>
          <ac:picMkLst>
            <pc:docMk/>
            <pc:sldMk cId="1092152876" sldId="440"/>
            <ac:picMk id="3" creationId="{CA3DDB14-3FAA-600D-A130-C3277448B36B}"/>
          </ac:picMkLst>
        </pc:picChg>
        <pc:picChg chg="del">
          <ac:chgData name="janghoon jun" userId="056a5883350c2f5e" providerId="LiveId" clId="{74AFAB52-6487-4651-9B79-2F181DBD8D0A}" dt="2026-04-29T05:12:14.601" v="1407" actId="478"/>
          <ac:picMkLst>
            <pc:docMk/>
            <pc:sldMk cId="1092152876" sldId="440"/>
            <ac:picMk id="5" creationId="{CEB3CC55-1D88-761F-51B7-DAAAFA4685F9}"/>
          </ac:picMkLst>
        </pc:picChg>
      </pc:sldChg>
    </pc:docChg>
  </pc:docChgLst>
  <pc:docChgLst>
    <pc:chgData name="Jihun Kim" userId="2469e03939fca47a" providerId="LiveId" clId="{0EC0481E-6524-4E60-9AD2-E07F55D3906F}"/>
    <pc:docChg chg="undo custSel modSld modMainMaster">
      <pc:chgData name="Jihun Kim" userId="2469e03939fca47a" providerId="LiveId" clId="{0EC0481E-6524-4E60-9AD2-E07F55D3906F}" dt="2026-04-09T12:43:38.717" v="9" actId="113"/>
      <pc:docMkLst>
        <pc:docMk/>
      </pc:docMkLst>
      <pc:sldChg chg="modSp mod">
        <pc:chgData name="Jihun Kim" userId="2469e03939fca47a" providerId="LiveId" clId="{0EC0481E-6524-4E60-9AD2-E07F55D3906F}" dt="2026-04-09T12:43:04.015" v="5" actId="2711"/>
        <pc:sldMkLst>
          <pc:docMk/>
          <pc:sldMk cId="1998851532" sldId="256"/>
        </pc:sldMkLst>
        <pc:spChg chg="mod">
          <ac:chgData name="Jihun Kim" userId="2469e03939fca47a" providerId="LiveId" clId="{0EC0481E-6524-4E60-9AD2-E07F55D3906F}" dt="2026-04-09T12:41:51.143" v="2" actId="207"/>
          <ac:spMkLst>
            <pc:docMk/>
            <pc:sldMk cId="1998851532" sldId="256"/>
            <ac:spMk id="4" creationId="{4C14D9A0-1BB9-428F-B273-3CE24758593B}"/>
          </ac:spMkLst>
        </pc:spChg>
        <pc:spChg chg="mod">
          <ac:chgData name="Jihun Kim" userId="2469e03939fca47a" providerId="LiveId" clId="{0EC0481E-6524-4E60-9AD2-E07F55D3906F}" dt="2026-04-09T12:42:23.172" v="3" actId="2711"/>
          <ac:spMkLst>
            <pc:docMk/>
            <pc:sldMk cId="1998851532" sldId="256"/>
            <ac:spMk id="5" creationId="{94B21C1C-F3A0-440B-961E-968F2C77FB2A}"/>
          </ac:spMkLst>
        </pc:spChg>
        <pc:spChg chg="mod">
          <ac:chgData name="Jihun Kim" userId="2469e03939fca47a" providerId="LiveId" clId="{0EC0481E-6524-4E60-9AD2-E07F55D3906F}" dt="2026-04-09T12:42:57.903" v="4" actId="2711"/>
          <ac:spMkLst>
            <pc:docMk/>
            <pc:sldMk cId="1998851532" sldId="256"/>
            <ac:spMk id="6" creationId="{63F70F93-076B-4BBC-B933-AC7768BB0AE5}"/>
          </ac:spMkLst>
        </pc:spChg>
        <pc:spChg chg="mod">
          <ac:chgData name="Jihun Kim" userId="2469e03939fca47a" providerId="LiveId" clId="{0EC0481E-6524-4E60-9AD2-E07F55D3906F}" dt="2026-04-09T12:43:04.015" v="5" actId="2711"/>
          <ac:spMkLst>
            <pc:docMk/>
            <pc:sldMk cId="1998851532" sldId="256"/>
            <ac:spMk id="7" creationId="{CEB5E8A0-083F-4B6E-AA66-93BFFD6A8E1A}"/>
          </ac:spMkLst>
        </pc:spChg>
      </pc:sldChg>
      <pc:sldMasterChg chg="modSldLayout">
        <pc:chgData name="Jihun Kim" userId="2469e03939fca47a" providerId="LiveId" clId="{0EC0481E-6524-4E60-9AD2-E07F55D3906F}" dt="2026-04-09T12:43:38.717" v="9" actId="113"/>
        <pc:sldMasterMkLst>
          <pc:docMk/>
          <pc:sldMasterMk cId="2755485914" sldId="2147483648"/>
        </pc:sldMasterMkLst>
        <pc:sldLayoutChg chg="modSp mod">
          <pc:chgData name="Jihun Kim" userId="2469e03939fca47a" providerId="LiveId" clId="{0EC0481E-6524-4E60-9AD2-E07F55D3906F}" dt="2026-04-09T12:43:38.717" v="9" actId="113"/>
          <pc:sldLayoutMkLst>
            <pc:docMk/>
            <pc:sldMasterMk cId="2755485914" sldId="2147483648"/>
            <pc:sldLayoutMk cId="3176484067" sldId="2147483650"/>
          </pc:sldLayoutMkLst>
          <pc:spChg chg="mod">
            <ac:chgData name="Jihun Kim" userId="2469e03939fca47a" providerId="LiveId" clId="{0EC0481E-6524-4E60-9AD2-E07F55D3906F}" dt="2026-04-09T12:43:24.420" v="6" actId="2711"/>
            <ac:spMkLst>
              <pc:docMk/>
              <pc:sldMasterMk cId="2755485914" sldId="2147483648"/>
              <pc:sldLayoutMk cId="3176484067" sldId="2147483650"/>
              <ac:spMk id="2" creationId="{FE4F955D-C3E9-4033-8442-9095377B0662}"/>
            </ac:spMkLst>
          </pc:spChg>
          <pc:spChg chg="mod">
            <ac:chgData name="Jihun Kim" userId="2469e03939fca47a" providerId="LiveId" clId="{0EC0481E-6524-4E60-9AD2-E07F55D3906F}" dt="2026-04-09T12:43:38.717" v="9" actId="113"/>
            <ac:spMkLst>
              <pc:docMk/>
              <pc:sldMasterMk cId="2755485914" sldId="2147483648"/>
              <pc:sldLayoutMk cId="3176484067" sldId="2147483650"/>
              <ac:spMk id="3" creationId="{9CA482F1-FC12-443E-892A-B48F9C50AA53}"/>
            </ac:spMkLst>
          </pc:spChg>
        </pc:sldLayoutChg>
      </pc:sldMasterChg>
    </pc:docChg>
  </pc:docChgLst>
  <pc:docChgLst>
    <pc:chgData name="janghoon jun" userId="056a5883350c2f5e" providerId="LiveId" clId="{EC358B4E-7CCC-4F9E-86DF-ACF8DD1FCFA2}"/>
    <pc:docChg chg="addSld delSld modSld">
      <pc:chgData name="janghoon jun" userId="056a5883350c2f5e" providerId="LiveId" clId="{EC358B4E-7CCC-4F9E-86DF-ACF8DD1FCFA2}" dt="2026-04-29T10:17:24.925" v="27"/>
      <pc:docMkLst>
        <pc:docMk/>
      </pc:docMkLst>
      <pc:sldChg chg="addSp modSp">
        <pc:chgData name="janghoon jun" userId="056a5883350c2f5e" providerId="LiveId" clId="{EC358B4E-7CCC-4F9E-86DF-ACF8DD1FCFA2}" dt="2026-04-29T10:14:15.267" v="19"/>
        <pc:sldMkLst>
          <pc:docMk/>
          <pc:sldMk cId="1785302506" sldId="384"/>
        </pc:sldMkLst>
        <pc:spChg chg="add mod">
          <ac:chgData name="janghoon jun" userId="056a5883350c2f5e" providerId="LiveId" clId="{EC358B4E-7CCC-4F9E-86DF-ACF8DD1FCFA2}" dt="2026-04-29T10:14:15.267" v="19"/>
          <ac:spMkLst>
            <pc:docMk/>
            <pc:sldMk cId="1785302506" sldId="384"/>
            <ac:spMk id="7" creationId="{D618DD6A-655F-02B1-E450-20C581D2F763}"/>
          </ac:spMkLst>
        </pc:spChg>
        <pc:graphicFrameChg chg="add mod">
          <ac:chgData name="janghoon jun" userId="056a5883350c2f5e" providerId="LiveId" clId="{EC358B4E-7CCC-4F9E-86DF-ACF8DD1FCFA2}" dt="2026-04-29T10:13:56.021" v="18"/>
          <ac:graphicFrameMkLst>
            <pc:docMk/>
            <pc:sldMk cId="1785302506" sldId="384"/>
            <ac:graphicFrameMk id="5" creationId="{262DD5F6-1D23-AF82-0D60-D610B5A35E2B}"/>
          </ac:graphicFrameMkLst>
        </pc:graphicFrameChg>
        <pc:picChg chg="add mod">
          <ac:chgData name="janghoon jun" userId="056a5883350c2f5e" providerId="LiveId" clId="{EC358B4E-7CCC-4F9E-86DF-ACF8DD1FCFA2}" dt="2026-04-29T10:04:12.374" v="2"/>
          <ac:picMkLst>
            <pc:docMk/>
            <pc:sldMk cId="1785302506" sldId="384"/>
            <ac:picMk id="8" creationId="{BABCEC50-478A-14FA-E197-A97B59256A0B}"/>
          </ac:picMkLst>
        </pc:picChg>
      </pc:sldChg>
      <pc:sldChg chg="addSp modSp add">
        <pc:chgData name="janghoon jun" userId="056a5883350c2f5e" providerId="LiveId" clId="{EC358B4E-7CCC-4F9E-86DF-ACF8DD1FCFA2}" dt="2026-04-29T10:16:33.143" v="24"/>
        <pc:sldMkLst>
          <pc:docMk/>
          <pc:sldMk cId="714209222" sldId="440"/>
        </pc:sldMkLst>
        <pc:spChg chg="add mod">
          <ac:chgData name="janghoon jun" userId="056a5883350c2f5e" providerId="LiveId" clId="{EC358B4E-7CCC-4F9E-86DF-ACF8DD1FCFA2}" dt="2026-04-29T10:16:33.143" v="24"/>
          <ac:spMkLst>
            <pc:docMk/>
            <pc:sldMk cId="714209222" sldId="440"/>
            <ac:spMk id="10" creationId="{DE399AA7-704D-17FF-4B91-28A54DA61309}"/>
          </ac:spMkLst>
        </pc:spChg>
        <pc:graphicFrameChg chg="add mod">
          <ac:chgData name="janghoon jun" userId="056a5883350c2f5e" providerId="LiveId" clId="{EC358B4E-7CCC-4F9E-86DF-ACF8DD1FCFA2}" dt="2026-04-29T10:16:22.564" v="23"/>
          <ac:graphicFrameMkLst>
            <pc:docMk/>
            <pc:sldMk cId="714209222" sldId="440"/>
            <ac:graphicFrameMk id="9" creationId="{581A75F8-BE51-93AE-B17F-0F252D17B917}"/>
          </ac:graphicFrameMkLst>
        </pc:graphicFrameChg>
        <pc:picChg chg="add mod">
          <ac:chgData name="janghoon jun" userId="056a5883350c2f5e" providerId="LiveId" clId="{EC358B4E-7CCC-4F9E-86DF-ACF8DD1FCFA2}" dt="2026-04-29T10:04:25.576" v="4"/>
          <ac:picMkLst>
            <pc:docMk/>
            <pc:sldMk cId="714209222" sldId="440"/>
            <ac:picMk id="6" creationId="{50A6D846-F74A-6125-FBC8-89F0C194CDC7}"/>
          </ac:picMkLst>
        </pc:picChg>
        <pc:picChg chg="add mod">
          <ac:chgData name="janghoon jun" userId="056a5883350c2f5e" providerId="LiveId" clId="{EC358B4E-7CCC-4F9E-86DF-ACF8DD1FCFA2}" dt="2026-04-29T10:04:49.811" v="5"/>
          <ac:picMkLst>
            <pc:docMk/>
            <pc:sldMk cId="714209222" sldId="440"/>
            <ac:picMk id="8" creationId="{CC68D1C6-4FC1-2923-181C-C923DCC22909}"/>
          </ac:picMkLst>
        </pc:picChg>
      </pc:sldChg>
      <pc:sldChg chg="addSp modSp add">
        <pc:chgData name="janghoon jun" userId="056a5883350c2f5e" providerId="LiveId" clId="{EC358B4E-7CCC-4F9E-86DF-ACF8DD1FCFA2}" dt="2026-04-29T10:12:20.904" v="15"/>
        <pc:sldMkLst>
          <pc:docMk/>
          <pc:sldMk cId="1169445496" sldId="441"/>
        </pc:sldMkLst>
        <pc:picChg chg="add mod">
          <ac:chgData name="janghoon jun" userId="056a5883350c2f5e" providerId="LiveId" clId="{EC358B4E-7CCC-4F9E-86DF-ACF8DD1FCFA2}" dt="2026-04-29T10:07:44.203" v="9"/>
          <ac:picMkLst>
            <pc:docMk/>
            <pc:sldMk cId="1169445496" sldId="441"/>
            <ac:picMk id="5" creationId="{8CEBE4F0-D925-0C93-ED15-6375928CF00E}"/>
          </ac:picMkLst>
        </pc:picChg>
        <pc:picChg chg="add mod">
          <ac:chgData name="janghoon jun" userId="056a5883350c2f5e" providerId="LiveId" clId="{EC358B4E-7CCC-4F9E-86DF-ACF8DD1FCFA2}" dt="2026-04-29T10:07:44.203" v="9"/>
          <ac:picMkLst>
            <pc:docMk/>
            <pc:sldMk cId="1169445496" sldId="441"/>
            <ac:picMk id="6" creationId="{486DB92F-5292-11EE-0F84-7C5890098855}"/>
          </ac:picMkLst>
        </pc:picChg>
        <pc:picChg chg="add">
          <ac:chgData name="janghoon jun" userId="056a5883350c2f5e" providerId="LiveId" clId="{EC358B4E-7CCC-4F9E-86DF-ACF8DD1FCFA2}" dt="2026-04-29T10:12:02.310" v="14"/>
          <ac:picMkLst>
            <pc:docMk/>
            <pc:sldMk cId="1169445496" sldId="441"/>
            <ac:picMk id="8" creationId="{ABD205B6-E2A0-40D2-EC9D-A0F4A0718928}"/>
          </ac:picMkLst>
        </pc:picChg>
        <pc:picChg chg="add">
          <ac:chgData name="janghoon jun" userId="056a5883350c2f5e" providerId="LiveId" clId="{EC358B4E-7CCC-4F9E-86DF-ACF8DD1FCFA2}" dt="2026-04-29T10:12:20.904" v="15"/>
          <ac:picMkLst>
            <pc:docMk/>
            <pc:sldMk cId="1169445496" sldId="441"/>
            <ac:picMk id="12" creationId="{40A8DEF5-8F69-BD06-C19E-A884432F95AC}"/>
          </ac:picMkLst>
        </pc:picChg>
      </pc:sldChg>
      <pc:sldChg chg="addSp modSp add">
        <pc:chgData name="janghoon jun" userId="056a5883350c2f5e" providerId="LiveId" clId="{EC358B4E-7CCC-4F9E-86DF-ACF8DD1FCFA2}" dt="2026-04-29T10:08:15.189" v="13"/>
        <pc:sldMkLst>
          <pc:docMk/>
          <pc:sldMk cId="1130439883" sldId="442"/>
        </pc:sldMkLst>
        <pc:picChg chg="add mod">
          <ac:chgData name="janghoon jun" userId="056a5883350c2f5e" providerId="LiveId" clId="{EC358B4E-7CCC-4F9E-86DF-ACF8DD1FCFA2}" dt="2026-04-29T10:08:15.189" v="13"/>
          <ac:picMkLst>
            <pc:docMk/>
            <pc:sldMk cId="1130439883" sldId="442"/>
            <ac:picMk id="6" creationId="{B15D203E-E717-FA1D-7C15-CC0901CB1DD9}"/>
          </ac:picMkLst>
        </pc:picChg>
      </pc:sldChg>
      <pc:sldChg chg="modSp add">
        <pc:chgData name="janghoon jun" userId="056a5883350c2f5e" providerId="LiveId" clId="{EC358B4E-7CCC-4F9E-86DF-ACF8DD1FCFA2}" dt="2026-04-29T10:15:30.473" v="22"/>
        <pc:sldMkLst>
          <pc:docMk/>
          <pc:sldMk cId="310154155" sldId="443"/>
        </pc:sldMkLst>
        <pc:spChg chg="mod">
          <ac:chgData name="janghoon jun" userId="056a5883350c2f5e" providerId="LiveId" clId="{EC358B4E-7CCC-4F9E-86DF-ACF8DD1FCFA2}" dt="2026-04-29T10:15:20.066" v="21"/>
          <ac:spMkLst>
            <pc:docMk/>
            <pc:sldMk cId="310154155" sldId="443"/>
            <ac:spMk id="7" creationId="{50DDA337-73E2-1A0C-2AB0-F482B4A43D92}"/>
          </ac:spMkLst>
        </pc:spChg>
        <pc:graphicFrameChg chg="mod">
          <ac:chgData name="janghoon jun" userId="056a5883350c2f5e" providerId="LiveId" clId="{EC358B4E-7CCC-4F9E-86DF-ACF8DD1FCFA2}" dt="2026-04-29T10:15:30.473" v="22"/>
          <ac:graphicFrameMkLst>
            <pc:docMk/>
            <pc:sldMk cId="310154155" sldId="443"/>
            <ac:graphicFrameMk id="5" creationId="{3C0BB619-9603-9B4B-2A8A-3E53F036A746}"/>
          </ac:graphicFrameMkLst>
        </pc:graphicFrameChg>
      </pc:sldChg>
      <pc:sldChg chg="add del">
        <pc:chgData name="janghoon jun" userId="056a5883350c2f5e" providerId="LiveId" clId="{EC358B4E-7CCC-4F9E-86DF-ACF8DD1FCFA2}" dt="2026-04-29T10:08:08.850" v="12"/>
        <pc:sldMkLst>
          <pc:docMk/>
          <pc:sldMk cId="2197589260" sldId="443"/>
        </pc:sldMkLst>
      </pc:sldChg>
      <pc:sldChg chg="modSp add">
        <pc:chgData name="janghoon jun" userId="056a5883350c2f5e" providerId="LiveId" clId="{EC358B4E-7CCC-4F9E-86DF-ACF8DD1FCFA2}" dt="2026-04-29T10:17:24.925" v="27"/>
        <pc:sldMkLst>
          <pc:docMk/>
          <pc:sldMk cId="299417860" sldId="444"/>
        </pc:sldMkLst>
        <pc:spChg chg="mod">
          <ac:chgData name="janghoon jun" userId="056a5883350c2f5e" providerId="LiveId" clId="{EC358B4E-7CCC-4F9E-86DF-ACF8DD1FCFA2}" dt="2026-04-29T10:17:24.925" v="27"/>
          <ac:spMkLst>
            <pc:docMk/>
            <pc:sldMk cId="299417860" sldId="444"/>
            <ac:spMk id="10" creationId="{0C7A62A1-6AC4-C7BE-BA95-14207B870729}"/>
          </ac:spMkLst>
        </pc:spChg>
        <pc:graphicFrameChg chg="mod">
          <ac:chgData name="janghoon jun" userId="056a5883350c2f5e" providerId="LiveId" clId="{EC358B4E-7CCC-4F9E-86DF-ACF8DD1FCFA2}" dt="2026-04-29T10:17:10.593" v="26"/>
          <ac:graphicFrameMkLst>
            <pc:docMk/>
            <pc:sldMk cId="299417860" sldId="444"/>
            <ac:graphicFrameMk id="9" creationId="{0ACAF16E-1A24-E72D-5BE3-A1897A476C3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074436-1BEA-4F09-AD5C-9DF87C96BF5A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3C9518-700F-4811-95BB-24DAF3FA92F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549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44353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97061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0113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7331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34527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78988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48470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88308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70E41-9C8E-B03B-C05B-15F9B63B3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E954644-C05C-2FF6-A2B3-FEF9FBDD0D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92B7A4-4E18-F32E-24A9-EAC20F218C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43AA19-E653-9BF7-F509-8622929EEE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05749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70686-E559-A47E-16BB-A9B20FBB1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DC4B8A5-BE21-01F1-B2F1-611793A3F8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60EB328-114E-113A-F1E7-D1969E3E9A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3DED06-FBCA-CB43-944A-FE267C2480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6357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4832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AA566F-2E6E-1FA1-19C9-7DF770D62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1B90227-C94C-C1B8-0CEE-61B007ED77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A060A00-4238-8358-3234-740712683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CACDF0-3A10-A885-EC0C-7D4698CCF4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277922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58552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6489A-CEE8-338E-B78B-094157534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1F500A-8AB8-2AAC-71C0-B36548C153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AEB6B2D-447F-9132-5DDA-6DF3CA1B20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CD8D70-DAE0-6BF5-1824-C0307E0025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973744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1716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BA44EB-FD53-71A2-1186-B02757E91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7567FCD-F122-4801-820B-B26195B426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049407-EF8C-912F-23A8-2264476891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A795E1-0C43-0923-3307-17CC375B5A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87340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721922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461502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823C6-C6C8-6B11-EAE7-58CB2FF10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6C567CF-8004-EB95-4810-A2DB5A065A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8EDAAF5-83E1-05E5-3725-F98D653E89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580FFC-D69A-EE19-8653-44A576203E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466847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E04CF-A488-1A40-FF16-5335B765F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CCBE108-63F1-CFE1-5721-B565D13604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CA09878-90F5-F5AF-C1E2-ED35291688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ECD8FE-4D0D-F4EE-4A52-2674B332B8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952285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10577-DB47-79F1-9479-70925EBC3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5081F6F-CADB-E3BD-7E18-C3B8064189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2C631D-5CB8-2E88-B26D-E5E7D9B5B6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5A2087-0BD9-4A20-38AB-A6AFF39C18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805645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53327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3d412ffb079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40188" y="857250"/>
            <a:ext cx="4113212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3d412ffb079_0_61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4" name="Google Shape;1174;g3d412ffb079_0_61:notes"/>
          <p:cNvSpPr txBox="1">
            <a:spLocks noGrp="1"/>
          </p:cNvSpPr>
          <p:nvPr>
            <p:ph type="sldNum" idx="12"/>
          </p:nvPr>
        </p:nvSpPr>
        <p:spPr>
          <a:xfrm>
            <a:off x="6905625" y="6513513"/>
            <a:ext cx="5283300" cy="3444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26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56658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4C14D9A0-1BB9-428F-B273-3CE24758593B}"/>
              </a:ext>
            </a:extLst>
          </p:cNvPr>
          <p:cNvSpPr txBox="1">
            <a:spLocks/>
          </p:cNvSpPr>
          <p:nvPr/>
        </p:nvSpPr>
        <p:spPr>
          <a:xfrm>
            <a:off x="417068" y="2062806"/>
            <a:ext cx="11387837" cy="398186"/>
          </a:xfrm>
          <a:prstGeom prst="rect">
            <a:avLst/>
          </a:prstGeom>
        </p:spPr>
        <p:txBody>
          <a:bodyPr vert="horz" wrap="square" lIns="0" tIns="13335" rIns="0" bIns="0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ct val="100000"/>
              </a:lnSpc>
              <a:spcBef>
                <a:spcPts val="104"/>
              </a:spcBef>
              <a:defRPr/>
            </a:pP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Linear &amp; Logistic Regression</a:t>
            </a: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94B21C1C-F3A0-440B-961E-968F2C77FB2A}"/>
              </a:ext>
            </a:extLst>
          </p:cNvPr>
          <p:cNvSpPr txBox="1"/>
          <p:nvPr/>
        </p:nvSpPr>
        <p:spPr>
          <a:xfrm>
            <a:off x="417068" y="3139177"/>
            <a:ext cx="7139940" cy="259045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chemeClr val="bg1">
                    <a:lumMod val="7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2026. 04. 30</a:t>
            </a:r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id="{63F70F93-076B-4BBC-B933-AC7768BB0AE5}"/>
              </a:ext>
            </a:extLst>
          </p:cNvPr>
          <p:cNvSpPr txBox="1"/>
          <p:nvPr/>
        </p:nvSpPr>
        <p:spPr>
          <a:xfrm>
            <a:off x="417068" y="3564777"/>
            <a:ext cx="7139940" cy="28982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800" b="1" dirty="0" err="1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JangHoon</a:t>
            </a:r>
            <a:r>
              <a:rPr lang="en-US" altLang="ko-KR" sz="1800" b="1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 Chun</a:t>
            </a:r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CEB5E8A0-083F-4B6E-AA66-93BFFD6A8E1A}"/>
              </a:ext>
            </a:extLst>
          </p:cNvPr>
          <p:cNvSpPr txBox="1"/>
          <p:nvPr/>
        </p:nvSpPr>
        <p:spPr>
          <a:xfrm>
            <a:off x="417068" y="3978214"/>
            <a:ext cx="7139940" cy="121315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Department of, Medical Device Engineering &amp; Management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Gangnam Severance Hospital,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Yonsei University College of Medicine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lang="en-US" altLang="ko-KR" sz="1600" b="1" dirty="0">
              <a:solidFill>
                <a:srgbClr val="FFFFFF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sz="1600" b="1" baseline="250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8851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What’s discussed in the last meetings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AEC Features Extracting</a:t>
            </a:r>
            <a:endParaRPr lang="en-US" altLang="ko-KR" dirty="0">
              <a:ea typeface="KoPub돋움체 Bold" panose="02020603020101020101"/>
            </a:endParaRPr>
          </a:p>
          <a:p>
            <a:r>
              <a:rPr lang="en-US" altLang="ko-KR" b="1" dirty="0"/>
              <a:t>Linear &amp; Logistic Regression (</a:t>
            </a:r>
            <a:r>
              <a:rPr lang="ko-KR" altLang="en-US" b="1" dirty="0" err="1"/>
              <a:t>단변량</a:t>
            </a:r>
            <a:r>
              <a:rPr lang="en-US" altLang="ko-KR" b="1" dirty="0"/>
              <a:t>, </a:t>
            </a:r>
            <a:r>
              <a:rPr lang="ko-KR" altLang="en-US" b="1" dirty="0" err="1"/>
              <a:t>다변량</a:t>
            </a:r>
            <a:r>
              <a:rPr lang="en-US" altLang="ko-KR" b="1" dirty="0"/>
              <a:t>)</a:t>
            </a:r>
          </a:p>
          <a:p>
            <a:r>
              <a:rPr lang="en-US" altLang="ko-KR" b="1" dirty="0"/>
              <a:t>Multivariable Analysis (</a:t>
            </a:r>
            <a:r>
              <a:rPr lang="ko-KR" altLang="en-US" b="1" dirty="0"/>
              <a:t>심화</a:t>
            </a:r>
            <a:r>
              <a:rPr lang="en-US" altLang="ko-KR" b="1" dirty="0"/>
              <a:t>)</a:t>
            </a:r>
          </a:p>
          <a:p>
            <a:pPr lvl="1"/>
            <a:r>
              <a:rPr lang="en-US" altLang="ko-KR" dirty="0"/>
              <a:t>Case1 [</a:t>
            </a:r>
            <a:r>
              <a:rPr lang="ko-KR" altLang="en-US" dirty="0"/>
              <a:t>성별</a:t>
            </a:r>
            <a:r>
              <a:rPr lang="en-US" altLang="ko-KR" dirty="0"/>
              <a:t>, </a:t>
            </a:r>
            <a:r>
              <a:rPr lang="ko-KR" altLang="en-US" dirty="0"/>
              <a:t>나이</a:t>
            </a:r>
            <a:r>
              <a:rPr lang="en-US" altLang="ko-KR" dirty="0"/>
              <a:t>], Case2 [+AEC features], Case3 [+</a:t>
            </a:r>
            <a:r>
              <a:rPr lang="ko-KR" altLang="en-US" dirty="0"/>
              <a:t>모델명</a:t>
            </a:r>
            <a:r>
              <a:rPr lang="en-US" altLang="ko-KR" dirty="0"/>
              <a:t>]</a:t>
            </a:r>
          </a:p>
          <a:p>
            <a:pPr lvl="1"/>
            <a:r>
              <a:rPr lang="ko-KR" altLang="en-US" dirty="0"/>
              <a:t>비교분석결과 </a:t>
            </a:r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가 독립적으로 </a:t>
            </a:r>
            <a:r>
              <a:rPr lang="en-US" altLang="ko-KR" dirty="0"/>
              <a:t>TAMA </a:t>
            </a:r>
            <a:r>
              <a:rPr lang="ko-KR" altLang="en-US" dirty="0"/>
              <a:t>예측에 기여한다고 판단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91132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Research</a:t>
            </a:r>
            <a:r>
              <a:rPr lang="ko-KR" altLang="en-US" dirty="0"/>
              <a:t> </a:t>
            </a:r>
            <a:r>
              <a:rPr lang="en-US" altLang="ko-KR" dirty="0"/>
              <a:t>Summary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Clinic Data :  Age, Sex </a:t>
            </a:r>
            <a:r>
              <a:rPr lang="ko-KR" altLang="en-US" dirty="0"/>
              <a:t>→ </a:t>
            </a:r>
            <a:r>
              <a:rPr lang="en-US" altLang="ko-KR" dirty="0"/>
              <a:t>Age, Sex, BMI</a:t>
            </a:r>
          </a:p>
          <a:p>
            <a:pPr lvl="1"/>
            <a:r>
              <a:rPr lang="en-US" altLang="ko-KR" dirty="0"/>
              <a:t>BMI </a:t>
            </a:r>
            <a:r>
              <a:rPr lang="ko-KR" altLang="en-US" dirty="0"/>
              <a:t>교란변수 보정</a:t>
            </a:r>
            <a:endParaRPr lang="en-US" altLang="ko-KR" dirty="0"/>
          </a:p>
          <a:p>
            <a:r>
              <a:rPr lang="en-US" altLang="ko-KR" dirty="0"/>
              <a:t>AEC Features Extraction : </a:t>
            </a:r>
            <a:r>
              <a:rPr lang="ko-KR" altLang="en-US" dirty="0"/>
              <a:t>수동 → 자동 파이프라인 </a:t>
            </a:r>
            <a:r>
              <a:rPr lang="en-US" altLang="ko-KR" dirty="0"/>
              <a:t>(4</a:t>
            </a:r>
            <a:r>
              <a:rPr lang="ko-KR" altLang="en-US" dirty="0"/>
              <a:t>단계</a:t>
            </a:r>
            <a:r>
              <a:rPr lang="en-US" altLang="ko-KR" dirty="0"/>
              <a:t>)</a:t>
            </a:r>
          </a:p>
          <a:p>
            <a:pPr lvl="1"/>
            <a:r>
              <a:rPr lang="ko-KR" altLang="en-US" dirty="0" err="1"/>
              <a:t>다중공선성</a:t>
            </a:r>
            <a:r>
              <a:rPr lang="en-US" altLang="ko-KR" dirty="0"/>
              <a:t>, </a:t>
            </a:r>
            <a:r>
              <a:rPr lang="ko-KR" altLang="en-US" dirty="0" err="1"/>
              <a:t>과적합</a:t>
            </a:r>
            <a:r>
              <a:rPr lang="ko-KR" altLang="en-US" dirty="0"/>
              <a:t> 위험 제거</a:t>
            </a:r>
            <a:r>
              <a:rPr lang="en-US" altLang="ko-KR" dirty="0"/>
              <a:t>, </a:t>
            </a:r>
            <a:r>
              <a:rPr lang="ko-KR" altLang="en-US" dirty="0"/>
              <a:t>객관적 </a:t>
            </a:r>
            <a:r>
              <a:rPr lang="en-US" altLang="ko-KR" dirty="0"/>
              <a:t>Feature Selection</a:t>
            </a:r>
          </a:p>
          <a:p>
            <a:r>
              <a:rPr lang="ko-KR" altLang="en-US" dirty="0"/>
              <a:t>이전 </a:t>
            </a:r>
            <a:r>
              <a:rPr lang="en-US" altLang="ko-KR" dirty="0"/>
              <a:t>AEC Feature</a:t>
            </a:r>
            <a:r>
              <a:rPr lang="ko-KR" altLang="en-US" dirty="0"/>
              <a:t>와의 성능 비교</a:t>
            </a:r>
            <a:endParaRPr lang="en-US" altLang="ko-KR" dirty="0"/>
          </a:p>
          <a:p>
            <a:pPr lvl="1"/>
            <a:r>
              <a:rPr lang="ko-KR" altLang="en-US" dirty="0"/>
              <a:t>어떤 </a:t>
            </a:r>
            <a:r>
              <a:rPr lang="en-US" altLang="ko-KR" dirty="0"/>
              <a:t>AEC Feature Set</a:t>
            </a:r>
            <a:r>
              <a:rPr lang="ko-KR" altLang="en-US" dirty="0"/>
              <a:t>가 더 유용한지 정량 비교</a:t>
            </a:r>
            <a:endParaRPr lang="en-US" altLang="ko-KR" dirty="0"/>
          </a:p>
          <a:p>
            <a:pPr lvl="1"/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085115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/>
              <a:t>연구 프로토타입 정의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210006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Main Study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ko-KR" altLang="en-US" dirty="0"/>
              <a:t>연구 목적</a:t>
            </a:r>
            <a:endParaRPr lang="en-US" altLang="ko-KR" dirty="0"/>
          </a:p>
          <a:p>
            <a:pPr lvl="1"/>
            <a:r>
              <a:rPr lang="en-US" altLang="ko-KR" dirty="0"/>
              <a:t>Opportunistic CT Biomarker </a:t>
            </a:r>
            <a:r>
              <a:rPr lang="ko-KR" altLang="en-US" dirty="0"/>
              <a:t>기반 → </a:t>
            </a:r>
            <a:r>
              <a:rPr lang="en-US" altLang="ko-KR" dirty="0"/>
              <a:t>5</a:t>
            </a:r>
            <a:r>
              <a:rPr lang="ko-KR" altLang="en-US" dirty="0"/>
              <a:t>년 내 </a:t>
            </a:r>
            <a:r>
              <a:rPr lang="en-US" altLang="ko-KR" dirty="0"/>
              <a:t>vertebral compression fracture </a:t>
            </a:r>
            <a:r>
              <a:rPr lang="ko-KR" altLang="en-US" dirty="0"/>
              <a:t>예측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의 </a:t>
            </a:r>
            <a:r>
              <a:rPr lang="en-US" altLang="ko-KR" dirty="0"/>
              <a:t>incremental value </a:t>
            </a:r>
            <a:r>
              <a:rPr lang="ko-KR" altLang="en-US" dirty="0"/>
              <a:t>검증</a:t>
            </a:r>
            <a:endParaRPr lang="en-US" altLang="ko-KR" dirty="0"/>
          </a:p>
          <a:p>
            <a:r>
              <a:rPr lang="ko-KR" altLang="en-US" dirty="0"/>
              <a:t>데이터</a:t>
            </a:r>
            <a:endParaRPr lang="en-US" altLang="ko-KR" dirty="0"/>
          </a:p>
          <a:p>
            <a:pPr lvl="1"/>
            <a:r>
              <a:rPr lang="en-US" altLang="ko-KR" dirty="0"/>
              <a:t>Baseline APCT + follow-up imaging </a:t>
            </a:r>
            <a:r>
              <a:rPr lang="ko-KR" altLang="en-US" dirty="0"/>
              <a:t>보유 환자</a:t>
            </a:r>
            <a:endParaRPr lang="en-US" altLang="ko-KR" dirty="0"/>
          </a:p>
          <a:p>
            <a:pPr lvl="1"/>
            <a:r>
              <a:rPr lang="ko-KR" altLang="en-US" dirty="0"/>
              <a:t>주요 변수</a:t>
            </a:r>
            <a:r>
              <a:rPr lang="en-US" altLang="ko-KR" dirty="0"/>
              <a:t>: Age, Sex, AEC, Muscle, Bone Density </a:t>
            </a:r>
            <a:r>
              <a:rPr lang="ko-KR" altLang="en-US" dirty="0"/>
              <a:t>등</a:t>
            </a:r>
            <a:endParaRPr lang="en-US" altLang="ko-KR" dirty="0"/>
          </a:p>
          <a:p>
            <a:r>
              <a:rPr lang="ko-KR" altLang="en-US" dirty="0"/>
              <a:t>모델 구조</a:t>
            </a:r>
            <a:endParaRPr lang="en-US" altLang="ko-KR" dirty="0"/>
          </a:p>
          <a:p>
            <a:pPr lvl="1"/>
            <a:r>
              <a:rPr lang="en-US" altLang="ko-KR" dirty="0"/>
              <a:t>Model A: Age + Sex</a:t>
            </a:r>
          </a:p>
          <a:p>
            <a:pPr lvl="1"/>
            <a:r>
              <a:rPr lang="en-US" altLang="ko-KR" dirty="0"/>
              <a:t>Model B: + Bone</a:t>
            </a:r>
          </a:p>
          <a:p>
            <a:pPr lvl="1"/>
            <a:r>
              <a:rPr lang="en-US" altLang="ko-KR" dirty="0"/>
              <a:t>Model C: + Muscle</a:t>
            </a:r>
          </a:p>
          <a:p>
            <a:pPr lvl="1"/>
            <a:r>
              <a:rPr lang="en-US" altLang="ko-KR" dirty="0"/>
              <a:t>Model D: + AEC (</a:t>
            </a:r>
            <a:r>
              <a:rPr lang="ko-KR" altLang="en-US" dirty="0"/>
              <a:t>핵심 비교</a:t>
            </a:r>
            <a:r>
              <a:rPr lang="en-US" altLang="ko-KR" dirty="0"/>
              <a:t>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652996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Pilot Feasibility Study (</a:t>
            </a:r>
            <a:r>
              <a:rPr lang="ko-KR" altLang="en-US" dirty="0"/>
              <a:t>현재 진행 연구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연구 목적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가 단순 보조 변수인지 </a:t>
            </a:r>
            <a:r>
              <a:rPr lang="en-US" altLang="ko-KR" dirty="0"/>
              <a:t>vs </a:t>
            </a:r>
            <a:r>
              <a:rPr lang="ko-KR" altLang="en-US" dirty="0"/>
              <a:t>독립적인 </a:t>
            </a:r>
            <a:r>
              <a:rPr lang="en-US" altLang="ko-KR" dirty="0"/>
              <a:t>biomarker</a:t>
            </a:r>
            <a:r>
              <a:rPr lang="ko-KR" altLang="en-US" dirty="0"/>
              <a:t>인지 검증</a:t>
            </a:r>
            <a:endParaRPr lang="en-US" altLang="ko-KR" dirty="0"/>
          </a:p>
          <a:p>
            <a:pPr marL="457200" lvl="1" indent="0">
              <a:buNone/>
            </a:pPr>
            <a:r>
              <a:rPr lang="ko-KR" altLang="en-US" dirty="0"/>
              <a:t>→ 본 연구 모델 포함 가능성 평가</a:t>
            </a:r>
            <a:endParaRPr lang="en-US" altLang="ko-KR" dirty="0"/>
          </a:p>
          <a:p>
            <a:r>
              <a:rPr lang="ko-KR" altLang="en-US" dirty="0"/>
              <a:t>핵심 질문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는 </a:t>
            </a:r>
            <a:r>
              <a:rPr lang="en-US" altLang="ko-KR" dirty="0"/>
              <a:t>age/sex </a:t>
            </a:r>
            <a:r>
              <a:rPr lang="ko-KR" altLang="en-US" dirty="0"/>
              <a:t>이상 정보를 가지는가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Muscle/Bone</a:t>
            </a:r>
            <a:r>
              <a:rPr lang="ko-KR" altLang="en-US" dirty="0"/>
              <a:t>과 독립적 연관성이 존재하는가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Scanner/Center </a:t>
            </a:r>
            <a:r>
              <a:rPr lang="ko-KR" altLang="en-US" dirty="0"/>
              <a:t>보정 후에도 유지되는가</a:t>
            </a:r>
            <a:r>
              <a:rPr lang="en-US" altLang="ko-KR" dirty="0"/>
              <a:t>?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0437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Pilot Feasibility Study (</a:t>
            </a:r>
            <a:r>
              <a:rPr lang="ko-KR" altLang="en-US" dirty="0"/>
              <a:t>현재 진행 연구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ko-KR" altLang="en-US" dirty="0"/>
              <a:t>분석 전략</a:t>
            </a:r>
            <a:endParaRPr lang="en-US" altLang="ko-KR" dirty="0"/>
          </a:p>
          <a:p>
            <a:pPr lvl="1"/>
            <a:r>
              <a:rPr lang="ko-KR" altLang="en-US" dirty="0"/>
              <a:t>분포 분석 </a:t>
            </a:r>
            <a:r>
              <a:rPr lang="en-US" altLang="ko-KR" dirty="0"/>
              <a:t>(AEC by </a:t>
            </a:r>
            <a:r>
              <a:rPr lang="ko-KR" altLang="en-US" dirty="0"/>
              <a:t>센터</a:t>
            </a:r>
            <a:r>
              <a:rPr lang="en-US" altLang="ko-KR" dirty="0"/>
              <a:t>, </a:t>
            </a:r>
            <a:r>
              <a:rPr lang="ko-KR" altLang="en-US" dirty="0"/>
              <a:t>성별</a:t>
            </a:r>
            <a:r>
              <a:rPr lang="en-US" altLang="ko-KR" dirty="0"/>
              <a:t>, </a:t>
            </a:r>
            <a:r>
              <a:rPr lang="ko-KR" altLang="en-US" dirty="0"/>
              <a:t>연령</a:t>
            </a:r>
            <a:r>
              <a:rPr lang="en-US" altLang="ko-KR" dirty="0"/>
              <a:t>) – Complete</a:t>
            </a:r>
          </a:p>
          <a:p>
            <a:pPr lvl="1"/>
            <a:r>
              <a:rPr lang="ko-KR" altLang="en-US" b="1" dirty="0"/>
              <a:t>회귀 분석 </a:t>
            </a:r>
            <a:r>
              <a:rPr lang="en-US" altLang="ko-KR" b="1" dirty="0"/>
              <a:t>(muscle area / attenuation / bone density ~ AEC + age + sex)</a:t>
            </a:r>
          </a:p>
          <a:p>
            <a:pPr lvl="1"/>
            <a:r>
              <a:rPr lang="ko-KR" altLang="en-US" b="1" dirty="0"/>
              <a:t>고급 분석</a:t>
            </a:r>
            <a:endParaRPr lang="en-US" altLang="ko-KR" b="1" dirty="0"/>
          </a:p>
          <a:p>
            <a:pPr lvl="2"/>
            <a:r>
              <a:rPr lang="en-US" altLang="ko-KR" b="1" dirty="0"/>
              <a:t>Multivariable (center, scanner </a:t>
            </a:r>
            <a:r>
              <a:rPr lang="ko-KR" altLang="en-US" b="1" dirty="0"/>
              <a:t>보정</a:t>
            </a:r>
            <a:r>
              <a:rPr lang="en-US" altLang="ko-KR" b="1" dirty="0"/>
              <a:t>)</a:t>
            </a:r>
          </a:p>
          <a:p>
            <a:pPr lvl="2"/>
            <a:r>
              <a:rPr lang="en-US" altLang="ko-KR" dirty="0"/>
              <a:t>Spline </a:t>
            </a:r>
            <a:r>
              <a:rPr lang="ko-KR" altLang="en-US" dirty="0"/>
              <a:t>분석 →</a:t>
            </a:r>
            <a:r>
              <a:rPr lang="en-US" altLang="ko-KR" dirty="0"/>
              <a:t> </a:t>
            </a:r>
            <a:r>
              <a:rPr lang="ko-KR" altLang="en-US" dirty="0"/>
              <a:t>비선형 관계 확인</a:t>
            </a:r>
            <a:endParaRPr lang="en-US" altLang="ko-KR" dirty="0"/>
          </a:p>
          <a:p>
            <a:pPr lvl="2"/>
            <a:r>
              <a:rPr lang="en-US" altLang="ko-KR" dirty="0"/>
              <a:t>Center-stratified </a:t>
            </a:r>
            <a:r>
              <a:rPr lang="ko-KR" altLang="en-US" dirty="0"/>
              <a:t>분석</a:t>
            </a:r>
            <a:endParaRPr lang="en-US" altLang="ko-KR" dirty="0"/>
          </a:p>
          <a:p>
            <a:r>
              <a:rPr lang="ko-KR" altLang="en-US" dirty="0"/>
              <a:t>결과물</a:t>
            </a:r>
            <a:endParaRPr lang="en-US" altLang="ko-KR" dirty="0"/>
          </a:p>
          <a:p>
            <a:pPr lvl="1"/>
            <a:r>
              <a:rPr lang="en-US" altLang="ko-KR" dirty="0"/>
              <a:t>AEC distribution plot</a:t>
            </a:r>
          </a:p>
          <a:p>
            <a:pPr lvl="1"/>
            <a:r>
              <a:rPr lang="en-US" altLang="ko-KR" dirty="0"/>
              <a:t>AEC vs biomarker scatter</a:t>
            </a:r>
          </a:p>
          <a:p>
            <a:pPr lvl="1"/>
            <a:r>
              <a:rPr lang="en-US" altLang="ko-KR" dirty="0"/>
              <a:t>Regression Table</a:t>
            </a:r>
          </a:p>
          <a:p>
            <a:pPr lvl="1"/>
            <a:r>
              <a:rPr lang="en-US" altLang="ko-KR" dirty="0"/>
              <a:t>Stratified Result Figure </a:t>
            </a:r>
            <a:r>
              <a:rPr lang="ko-KR" altLang="en-US" dirty="0"/>
              <a:t>등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9017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데이터 정리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58343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9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Data – </a:t>
            </a:r>
            <a:r>
              <a:rPr lang="ko-KR" altLang="en-US" dirty="0"/>
              <a:t>강남</a:t>
            </a:r>
            <a:endParaRPr lang="en-US" altLang="ko-KR" dirty="0"/>
          </a:p>
          <a:p>
            <a:pPr lvl="1"/>
            <a:r>
              <a:rPr lang="en-US" altLang="ko-KR" dirty="0"/>
              <a:t>Clinic Data </a:t>
            </a:r>
            <a:r>
              <a:rPr lang="ko-KR" altLang="en-US" dirty="0"/>
              <a:t>수 </a:t>
            </a:r>
            <a:r>
              <a:rPr lang="en-US" altLang="ko-KR" dirty="0"/>
              <a:t>: 3,672 </a:t>
            </a:r>
            <a:r>
              <a:rPr lang="ko-KR" altLang="en-US" dirty="0"/>
              <a:t>→ 중복 </a:t>
            </a:r>
            <a:r>
              <a:rPr lang="en-US" altLang="ko-KR" dirty="0" err="1"/>
              <a:t>PatientID</a:t>
            </a:r>
            <a:r>
              <a:rPr lang="en-US" altLang="ko-KR" dirty="0"/>
              <a:t> </a:t>
            </a:r>
            <a:r>
              <a:rPr lang="ko-KR" altLang="en-US" dirty="0"/>
              <a:t>제거 </a:t>
            </a:r>
            <a:r>
              <a:rPr lang="en-US" altLang="ko-KR" dirty="0"/>
              <a:t>: 2,025 </a:t>
            </a:r>
            <a:r>
              <a:rPr lang="ko-KR" altLang="en-US" dirty="0"/>
              <a:t>→ </a:t>
            </a:r>
            <a:r>
              <a:rPr lang="en-US" altLang="ko-KR" dirty="0"/>
              <a:t>TAMA outlier(0, 1), BMI</a:t>
            </a:r>
            <a:r>
              <a:rPr lang="ko-KR" altLang="en-US" dirty="0"/>
              <a:t> 제거 </a:t>
            </a:r>
            <a:r>
              <a:rPr lang="en-US" altLang="ko-KR" dirty="0"/>
              <a:t>: 1,642</a:t>
            </a:r>
          </a:p>
          <a:p>
            <a:pPr lvl="1"/>
            <a:r>
              <a:rPr lang="en-US" altLang="ko-KR" dirty="0"/>
              <a:t>Axial Data </a:t>
            </a:r>
            <a:r>
              <a:rPr lang="ko-KR" altLang="en-US" dirty="0"/>
              <a:t>수 </a:t>
            </a:r>
            <a:r>
              <a:rPr lang="en-US" altLang="ko-KR" dirty="0"/>
              <a:t>: 1,642 </a:t>
            </a:r>
            <a:r>
              <a:rPr lang="ko-KR" altLang="en-US" dirty="0"/>
              <a:t>→ </a:t>
            </a:r>
            <a:r>
              <a:rPr lang="en-US" altLang="ko-KR" dirty="0"/>
              <a:t>Fixed Tube Current Value </a:t>
            </a:r>
            <a:r>
              <a:rPr lang="ko-KR" altLang="en-US" dirty="0"/>
              <a:t>제거 </a:t>
            </a:r>
            <a:r>
              <a:rPr lang="en-US" altLang="ko-KR" dirty="0"/>
              <a:t>: 1,365</a:t>
            </a:r>
          </a:p>
          <a:p>
            <a:endParaRPr lang="ko-KR" altLang="en-US" b="1"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134B4283-B221-6F97-DFAF-C89D8539DEF5}"/>
              </a:ext>
            </a:extLst>
          </p:cNvPr>
          <p:cNvGrpSpPr/>
          <p:nvPr/>
        </p:nvGrpSpPr>
        <p:grpSpPr>
          <a:xfrm>
            <a:off x="769620" y="2750656"/>
            <a:ext cx="10652760" cy="868680"/>
            <a:chOff x="769620" y="1727033"/>
            <a:chExt cx="10652760" cy="868680"/>
          </a:xfrm>
        </p:grpSpPr>
        <p:sp>
          <p:nvSpPr>
            <p:cNvPr id="39" name="Rectangle 5">
              <a:extLst>
                <a:ext uri="{FF2B5EF4-FFF2-40B4-BE49-F238E27FC236}">
                  <a16:creationId xmlns:a16="http://schemas.microsoft.com/office/drawing/2014/main" id="{BE12C57E-DDA6-448D-86BC-F1DC21EC5D54}"/>
                </a:ext>
              </a:extLst>
            </p:cNvPr>
            <p:cNvSpPr/>
            <p:nvPr/>
          </p:nvSpPr>
          <p:spPr>
            <a:xfrm>
              <a:off x="769620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341836B-E0D9-4AAE-A183-22EFDBEB5A9F}"/>
                </a:ext>
              </a:extLst>
            </p:cNvPr>
            <p:cNvSpPr txBox="1"/>
            <p:nvPr/>
          </p:nvSpPr>
          <p:spPr>
            <a:xfrm>
              <a:off x="873549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총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환자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수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A0E5E16-BED6-4786-BA12-4B9DA00E5C69}"/>
                </a:ext>
              </a:extLst>
            </p:cNvPr>
            <p:cNvSpPr txBox="1"/>
            <p:nvPr/>
          </p:nvSpPr>
          <p:spPr>
            <a:xfrm>
              <a:off x="873549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1,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365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</a:t>
              </a:r>
            </a:p>
          </p:txBody>
        </p:sp>
        <p:sp>
          <p:nvSpPr>
            <p:cNvPr id="42" name="Rectangle 8">
              <a:extLst>
                <a:ext uri="{FF2B5EF4-FFF2-40B4-BE49-F238E27FC236}">
                  <a16:creationId xmlns:a16="http://schemas.microsoft.com/office/drawing/2014/main" id="{2BDD2FD2-D736-4432-A9D6-16A0A1C7E0A0}"/>
                </a:ext>
              </a:extLst>
            </p:cNvPr>
            <p:cNvSpPr/>
            <p:nvPr/>
          </p:nvSpPr>
          <p:spPr>
            <a:xfrm>
              <a:off x="4407148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93F3D5B-8095-49E6-98D3-E24267C25BDA}"/>
                </a:ext>
              </a:extLst>
            </p:cNvPr>
            <p:cNvSpPr txBox="1"/>
            <p:nvPr/>
          </p:nvSpPr>
          <p:spPr>
            <a:xfrm>
              <a:off x="4511077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남성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3CA52CD-5E1B-4300-A6A1-8E0FB8D87ABE}"/>
                </a:ext>
              </a:extLst>
            </p:cNvPr>
            <p:cNvSpPr txBox="1"/>
            <p:nvPr/>
          </p:nvSpPr>
          <p:spPr>
            <a:xfrm>
              <a:off x="4511077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524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 (3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8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.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4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%)</a:t>
              </a:r>
            </a:p>
          </p:txBody>
        </p:sp>
        <p:sp>
          <p:nvSpPr>
            <p:cNvPr id="45" name="Rectangle 11">
              <a:extLst>
                <a:ext uri="{FF2B5EF4-FFF2-40B4-BE49-F238E27FC236}">
                  <a16:creationId xmlns:a16="http://schemas.microsoft.com/office/drawing/2014/main" id="{20A8A9A3-5B0C-4B19-B70F-63963F3E6EDA}"/>
                </a:ext>
              </a:extLst>
            </p:cNvPr>
            <p:cNvSpPr/>
            <p:nvPr/>
          </p:nvSpPr>
          <p:spPr>
            <a:xfrm>
              <a:off x="8044676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0535323-FE78-4A6C-BA8C-0B802F73AE17}"/>
                </a:ext>
              </a:extLst>
            </p:cNvPr>
            <p:cNvSpPr txBox="1"/>
            <p:nvPr/>
          </p:nvSpPr>
          <p:spPr>
            <a:xfrm>
              <a:off x="8148604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여성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D5D9754-A87E-43AF-A4C5-5CF4B1571F89}"/>
                </a:ext>
              </a:extLst>
            </p:cNvPr>
            <p:cNvSpPr txBox="1"/>
            <p:nvPr/>
          </p:nvSpPr>
          <p:spPr>
            <a:xfrm>
              <a:off x="8148604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841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 (6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.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6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%)</a:t>
              </a:r>
            </a:p>
          </p:txBody>
        </p:sp>
      </p:grpSp>
      <p:graphicFrame>
        <p:nvGraphicFramePr>
          <p:cNvPr id="58" name="Table 24">
            <a:extLst>
              <a:ext uri="{FF2B5EF4-FFF2-40B4-BE49-F238E27FC236}">
                <a16:creationId xmlns:a16="http://schemas.microsoft.com/office/drawing/2014/main" id="{482DE016-3F1C-4650-8969-98555872D4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0427355"/>
              </p:ext>
            </p:extLst>
          </p:nvPr>
        </p:nvGraphicFramePr>
        <p:xfrm>
          <a:off x="769620" y="4041312"/>
          <a:ext cx="6408416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4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25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84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성별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N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std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median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P25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P75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524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149.52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27.46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150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132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166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F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emale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841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104.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69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15.7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11</a:t>
                      </a:r>
                      <a:r>
                        <a:rPr lang="en-US" altLang="ko-KR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4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" name="그룹 4">
            <a:extLst>
              <a:ext uri="{FF2B5EF4-FFF2-40B4-BE49-F238E27FC236}">
                <a16:creationId xmlns:a16="http://schemas.microsoft.com/office/drawing/2014/main" id="{6EC54C22-54C7-4731-BDAE-0EFC4B4170E3}"/>
              </a:ext>
            </a:extLst>
          </p:cNvPr>
          <p:cNvGrpSpPr/>
          <p:nvPr/>
        </p:nvGrpSpPr>
        <p:grpSpPr>
          <a:xfrm>
            <a:off x="7406640" y="4041312"/>
            <a:ext cx="4015740" cy="1572768"/>
            <a:chOff x="7406640" y="3694177"/>
            <a:chExt cx="4480560" cy="15727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59" name="Rectangle 25">
              <a:extLst>
                <a:ext uri="{FF2B5EF4-FFF2-40B4-BE49-F238E27FC236}">
                  <a16:creationId xmlns:a16="http://schemas.microsoft.com/office/drawing/2014/main" id="{5A932513-CAD4-42B2-A511-65EE77DD71BF}"/>
                </a:ext>
              </a:extLst>
            </p:cNvPr>
            <p:cNvSpPr/>
            <p:nvPr/>
          </p:nvSpPr>
          <p:spPr>
            <a:xfrm>
              <a:off x="7406640" y="3694177"/>
              <a:ext cx="4480560" cy="1572768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50D8626-1C62-4DF4-92E7-901154E92F9F}"/>
                </a:ext>
              </a:extLst>
            </p:cNvPr>
            <p:cNvSpPr txBox="1"/>
            <p:nvPr/>
          </p:nvSpPr>
          <p:spPr>
            <a:xfrm>
              <a:off x="7543800" y="3739897"/>
              <a:ext cx="420624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00" b="1" i="0" dirty="0">
                  <a:solidFill>
                    <a:srgbClr val="FF7F27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Logistic Regression </a:t>
              </a:r>
              <a:r>
                <a:rPr lang="en-US" sz="1200" b="1" i="0" dirty="0">
                  <a:solidFill>
                    <a:srgbClr val="FF7F27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binary cutoff</a:t>
              </a:r>
              <a:endParaRPr sz="1200" b="1" i="0" dirty="0">
                <a:solidFill>
                  <a:srgbClr val="FF7F27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F8B5CF73-5AD1-47BB-9047-4C29B1832002}"/>
                </a:ext>
              </a:extLst>
            </p:cNvPr>
            <p:cNvSpPr txBox="1"/>
            <p:nvPr/>
          </p:nvSpPr>
          <p:spPr>
            <a:xfrm>
              <a:off x="7543800" y="4133089"/>
              <a:ext cx="4206240" cy="90024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• 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Male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TAMA &lt; 1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32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cm²  →  Low Muscle (1)
•</a:t>
              </a:r>
              <a:r>
                <a:rPr lang="ko-KR" altLang="en-US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</a:t>
              </a:r>
              <a:r>
                <a:rPr lang="en-US" altLang="ko-KR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Female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TAMA &lt; 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95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cm²  →  Low Muscle (1)
• </a:t>
              </a:r>
              <a:r>
                <a:rPr sz="1200" b="0" i="0" dirty="0" err="1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양성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</a:t>
              </a:r>
              <a:r>
                <a:rPr sz="1200" b="0" i="0" dirty="0" err="1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비율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</a:t>
              </a:r>
              <a:r>
                <a:rPr lang="en-US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322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/ 1,</a:t>
              </a:r>
              <a:r>
                <a:rPr lang="en-US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365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= </a:t>
              </a:r>
              <a:r>
                <a:rPr lang="en-US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23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.</a:t>
              </a:r>
              <a:r>
                <a:rPr lang="en-US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6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665212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17_kvp_distribution.png">
            <a:extLst>
              <a:ext uri="{FF2B5EF4-FFF2-40B4-BE49-F238E27FC236}">
                <a16:creationId xmlns:a16="http://schemas.microsoft.com/office/drawing/2014/main" id="{832C7808-8D4F-C5F2-EA44-1E8125FD95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8420" y="1693113"/>
            <a:ext cx="4724758" cy="3556339"/>
          </a:xfrm>
          <a:prstGeom prst="rect">
            <a:avLst/>
          </a:prstGeom>
        </p:spPr>
      </p:pic>
      <p:pic>
        <p:nvPicPr>
          <p:cNvPr id="3" name="Picture 3" descr="16_scanner_distribution.png">
            <a:extLst>
              <a:ext uri="{FF2B5EF4-FFF2-40B4-BE49-F238E27FC236}">
                <a16:creationId xmlns:a16="http://schemas.microsoft.com/office/drawing/2014/main" id="{D80867D5-EA38-95C1-DE7E-5B101673B0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811866"/>
            <a:ext cx="7378419" cy="442705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10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CT </a:t>
            </a:r>
            <a:r>
              <a:rPr lang="ko-KR" altLang="en-US" dirty="0"/>
              <a:t>스캐너 모델 및 </a:t>
            </a:r>
            <a:r>
              <a:rPr lang="en-US" altLang="ko-KR" dirty="0" err="1"/>
              <a:t>kVp</a:t>
            </a:r>
            <a:r>
              <a:rPr lang="en-US" altLang="ko-KR" dirty="0"/>
              <a:t> </a:t>
            </a:r>
            <a:r>
              <a:rPr lang="ko-KR" altLang="en-US" dirty="0"/>
              <a:t>데이터 분포 </a:t>
            </a:r>
            <a:r>
              <a:rPr lang="en-US" altLang="ko-KR" dirty="0"/>
              <a:t>- </a:t>
            </a:r>
            <a:r>
              <a:rPr lang="ko-KR" altLang="en-US" dirty="0"/>
              <a:t>강남</a:t>
            </a:r>
          </a:p>
        </p:txBody>
      </p:sp>
    </p:spTree>
    <p:extLst>
      <p:ext uri="{BB962C8B-B14F-4D97-AF65-F5344CB8AC3E}">
        <p14:creationId xmlns:p14="http://schemas.microsoft.com/office/powerpoint/2010/main" val="795597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6BAEE-540D-67B5-2012-FA8FAD0F8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80948C-93BB-5162-77E1-A6DBD6C4A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A8834E-C396-512B-D8A6-FEB2A3719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11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594F712F-1DB0-B5A0-BE58-7BFD2221BF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Data – </a:t>
            </a:r>
            <a:r>
              <a:rPr lang="ko-KR" altLang="en-US" dirty="0"/>
              <a:t>신촌</a:t>
            </a:r>
            <a:endParaRPr lang="en-US" altLang="ko-KR" dirty="0"/>
          </a:p>
          <a:p>
            <a:pPr lvl="1"/>
            <a:r>
              <a:rPr lang="en-US" altLang="ko-KR" dirty="0"/>
              <a:t>Clinic Data </a:t>
            </a:r>
            <a:r>
              <a:rPr lang="ko-KR" altLang="en-US" dirty="0"/>
              <a:t>수 </a:t>
            </a:r>
            <a:r>
              <a:rPr lang="en-US" altLang="ko-KR" dirty="0"/>
              <a:t>: 3,162 </a:t>
            </a:r>
            <a:r>
              <a:rPr lang="ko-KR" altLang="en-US" dirty="0"/>
              <a:t>→ 중복 </a:t>
            </a:r>
            <a:r>
              <a:rPr lang="en-US" altLang="ko-KR" dirty="0" err="1"/>
              <a:t>PatientID</a:t>
            </a:r>
            <a:r>
              <a:rPr lang="en-US" altLang="ko-KR" dirty="0"/>
              <a:t> </a:t>
            </a:r>
            <a:r>
              <a:rPr lang="ko-KR" altLang="en-US" dirty="0"/>
              <a:t>제거 </a:t>
            </a:r>
            <a:r>
              <a:rPr lang="en-US" altLang="ko-KR" dirty="0"/>
              <a:t>: 3,162 </a:t>
            </a:r>
            <a:r>
              <a:rPr lang="ko-KR" altLang="en-US" dirty="0"/>
              <a:t>→ </a:t>
            </a:r>
            <a:r>
              <a:rPr lang="en-US" altLang="ko-KR" dirty="0"/>
              <a:t>TAMA, BMI </a:t>
            </a:r>
            <a:r>
              <a:rPr lang="ko-KR" altLang="en-US" dirty="0" err="1"/>
              <a:t>결측치</a:t>
            </a:r>
            <a:r>
              <a:rPr lang="ko-KR" altLang="en-US" dirty="0"/>
              <a:t> 제거 </a:t>
            </a:r>
            <a:r>
              <a:rPr lang="en-US" altLang="ko-KR" dirty="0"/>
              <a:t>: 2,254</a:t>
            </a:r>
          </a:p>
          <a:p>
            <a:pPr lvl="1"/>
            <a:r>
              <a:rPr lang="en-US" altLang="ko-KR" dirty="0"/>
              <a:t>Axial Data </a:t>
            </a:r>
            <a:r>
              <a:rPr lang="ko-KR" altLang="en-US" dirty="0"/>
              <a:t>수 </a:t>
            </a:r>
            <a:r>
              <a:rPr lang="en-US" altLang="ko-KR" dirty="0"/>
              <a:t>: 2,254 </a:t>
            </a:r>
            <a:r>
              <a:rPr lang="ko-KR" altLang="en-US" dirty="0"/>
              <a:t>→ </a:t>
            </a:r>
            <a:r>
              <a:rPr lang="en-US" altLang="ko-KR" dirty="0"/>
              <a:t>[Fixed | No] Tube Current Value </a:t>
            </a:r>
            <a:r>
              <a:rPr lang="ko-KR" altLang="en-US" dirty="0"/>
              <a:t>제거 </a:t>
            </a:r>
            <a:r>
              <a:rPr lang="en-US" altLang="ko-KR" dirty="0"/>
              <a:t>: 1,269</a:t>
            </a:r>
          </a:p>
          <a:p>
            <a:endParaRPr lang="ko-KR" altLang="en-US"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E8D9A72F-68D0-7578-2E09-58FBE8B862FE}"/>
              </a:ext>
            </a:extLst>
          </p:cNvPr>
          <p:cNvGrpSpPr/>
          <p:nvPr/>
        </p:nvGrpSpPr>
        <p:grpSpPr>
          <a:xfrm>
            <a:off x="769620" y="2745023"/>
            <a:ext cx="10652760" cy="868680"/>
            <a:chOff x="769620" y="1727033"/>
            <a:chExt cx="10652760" cy="868680"/>
          </a:xfrm>
        </p:grpSpPr>
        <p:sp>
          <p:nvSpPr>
            <p:cNvPr id="39" name="Rectangle 5">
              <a:extLst>
                <a:ext uri="{FF2B5EF4-FFF2-40B4-BE49-F238E27FC236}">
                  <a16:creationId xmlns:a16="http://schemas.microsoft.com/office/drawing/2014/main" id="{74709CDB-3511-EB3A-EB8B-DF963D2B515F}"/>
                </a:ext>
              </a:extLst>
            </p:cNvPr>
            <p:cNvSpPr/>
            <p:nvPr/>
          </p:nvSpPr>
          <p:spPr>
            <a:xfrm>
              <a:off x="769620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9DAD80C-8BB0-BD76-4CD8-1E2A19475F0A}"/>
                </a:ext>
              </a:extLst>
            </p:cNvPr>
            <p:cNvSpPr txBox="1"/>
            <p:nvPr/>
          </p:nvSpPr>
          <p:spPr>
            <a:xfrm>
              <a:off x="873549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총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환자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수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13777AE-C7E1-CE07-B746-19A75A1A8EE1}"/>
                </a:ext>
              </a:extLst>
            </p:cNvPr>
            <p:cNvSpPr txBox="1"/>
            <p:nvPr/>
          </p:nvSpPr>
          <p:spPr>
            <a:xfrm>
              <a:off x="873549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1,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269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</a:t>
              </a:r>
            </a:p>
          </p:txBody>
        </p:sp>
        <p:sp>
          <p:nvSpPr>
            <p:cNvPr id="42" name="Rectangle 8">
              <a:extLst>
                <a:ext uri="{FF2B5EF4-FFF2-40B4-BE49-F238E27FC236}">
                  <a16:creationId xmlns:a16="http://schemas.microsoft.com/office/drawing/2014/main" id="{9CDA1897-BED6-81E9-B864-D37489699BA6}"/>
                </a:ext>
              </a:extLst>
            </p:cNvPr>
            <p:cNvSpPr/>
            <p:nvPr/>
          </p:nvSpPr>
          <p:spPr>
            <a:xfrm>
              <a:off x="4407148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78CDC44-B827-AE00-4D82-C5AAAF0929B6}"/>
                </a:ext>
              </a:extLst>
            </p:cNvPr>
            <p:cNvSpPr txBox="1"/>
            <p:nvPr/>
          </p:nvSpPr>
          <p:spPr>
            <a:xfrm>
              <a:off x="4511077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남성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D400DB57-6635-6B94-9E8D-6E2BDBEFAFFC}"/>
                </a:ext>
              </a:extLst>
            </p:cNvPr>
            <p:cNvSpPr txBox="1"/>
            <p:nvPr/>
          </p:nvSpPr>
          <p:spPr>
            <a:xfrm>
              <a:off x="4511077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638</a:t>
              </a:r>
              <a:r>
                <a:rPr lang="ko-KR" altLang="en-US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명 </a:t>
              </a:r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(50.2%)</a:t>
              </a:r>
            </a:p>
          </p:txBody>
        </p:sp>
        <p:sp>
          <p:nvSpPr>
            <p:cNvPr id="45" name="Rectangle 11">
              <a:extLst>
                <a:ext uri="{FF2B5EF4-FFF2-40B4-BE49-F238E27FC236}">
                  <a16:creationId xmlns:a16="http://schemas.microsoft.com/office/drawing/2014/main" id="{32141635-C4C2-7A98-989A-2541DBB4E694}"/>
                </a:ext>
              </a:extLst>
            </p:cNvPr>
            <p:cNvSpPr/>
            <p:nvPr/>
          </p:nvSpPr>
          <p:spPr>
            <a:xfrm>
              <a:off x="8044676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C4F65FA-0C59-AD1B-0695-D13B08091D29}"/>
                </a:ext>
              </a:extLst>
            </p:cNvPr>
            <p:cNvSpPr txBox="1"/>
            <p:nvPr/>
          </p:nvSpPr>
          <p:spPr>
            <a:xfrm>
              <a:off x="8148604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여성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732E968-2554-EB9D-16F9-8131E5A09DCB}"/>
                </a:ext>
              </a:extLst>
            </p:cNvPr>
            <p:cNvSpPr txBox="1"/>
            <p:nvPr/>
          </p:nvSpPr>
          <p:spPr>
            <a:xfrm>
              <a:off x="8148604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631</a:t>
              </a:r>
              <a:r>
                <a:rPr lang="ko-KR" altLang="en-US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명 </a:t>
              </a:r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(49.8%)</a:t>
              </a:r>
            </a:p>
          </p:txBody>
        </p:sp>
      </p:grpSp>
      <p:graphicFrame>
        <p:nvGraphicFramePr>
          <p:cNvPr id="58" name="Table 24">
            <a:extLst>
              <a:ext uri="{FF2B5EF4-FFF2-40B4-BE49-F238E27FC236}">
                <a16:creationId xmlns:a16="http://schemas.microsoft.com/office/drawing/2014/main" id="{93111E9C-3E6D-1CC0-B18B-8040697D57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4930649"/>
              </p:ext>
            </p:extLst>
          </p:nvPr>
        </p:nvGraphicFramePr>
        <p:xfrm>
          <a:off x="769620" y="4041312"/>
          <a:ext cx="6408416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4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25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84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성별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N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std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median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P25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P75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63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148.00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26.56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147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131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F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emale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63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104.33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15.46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95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" name="그룹 4">
            <a:extLst>
              <a:ext uri="{FF2B5EF4-FFF2-40B4-BE49-F238E27FC236}">
                <a16:creationId xmlns:a16="http://schemas.microsoft.com/office/drawing/2014/main" id="{B26F2A04-8962-095D-B8EE-17154B7B11AA}"/>
              </a:ext>
            </a:extLst>
          </p:cNvPr>
          <p:cNvGrpSpPr/>
          <p:nvPr/>
        </p:nvGrpSpPr>
        <p:grpSpPr>
          <a:xfrm>
            <a:off x="7406640" y="4041312"/>
            <a:ext cx="4015740" cy="1572768"/>
            <a:chOff x="7406640" y="3694177"/>
            <a:chExt cx="4480560" cy="15727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59" name="Rectangle 25">
              <a:extLst>
                <a:ext uri="{FF2B5EF4-FFF2-40B4-BE49-F238E27FC236}">
                  <a16:creationId xmlns:a16="http://schemas.microsoft.com/office/drawing/2014/main" id="{8BF55F90-37EC-EBF6-7013-6EC1F6B7A634}"/>
                </a:ext>
              </a:extLst>
            </p:cNvPr>
            <p:cNvSpPr/>
            <p:nvPr/>
          </p:nvSpPr>
          <p:spPr>
            <a:xfrm>
              <a:off x="7406640" y="3694177"/>
              <a:ext cx="4480560" cy="1572768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34DDB249-E131-8FFF-FC85-77623C25CEAF}"/>
                </a:ext>
              </a:extLst>
            </p:cNvPr>
            <p:cNvSpPr txBox="1"/>
            <p:nvPr/>
          </p:nvSpPr>
          <p:spPr>
            <a:xfrm>
              <a:off x="7543800" y="3739897"/>
              <a:ext cx="420624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00" b="1" i="0" dirty="0">
                  <a:solidFill>
                    <a:srgbClr val="FF7F27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Logistic Regression </a:t>
              </a:r>
              <a:r>
                <a:rPr lang="en-US" sz="1200" b="1" i="0" dirty="0">
                  <a:solidFill>
                    <a:srgbClr val="FF7F27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binary cutoff</a:t>
              </a:r>
              <a:endParaRPr sz="1200" b="1" i="0" dirty="0">
                <a:solidFill>
                  <a:srgbClr val="FF7F27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6D2F29C0-3430-B09B-78DB-3454E73F31E6}"/>
                </a:ext>
              </a:extLst>
            </p:cNvPr>
            <p:cNvSpPr txBox="1"/>
            <p:nvPr/>
          </p:nvSpPr>
          <p:spPr>
            <a:xfrm>
              <a:off x="7543800" y="4133089"/>
              <a:ext cx="4206240" cy="90024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• 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Male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TAMA &lt; 1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32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cm²  →  Low Muscle (1)
•</a:t>
              </a:r>
              <a:r>
                <a:rPr lang="ko-KR" altLang="en-US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</a:t>
              </a:r>
              <a:r>
                <a:rPr lang="en-US" altLang="ko-KR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Female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TAMA &lt; 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95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cm²  →  Low Muscle (1)
• </a:t>
              </a:r>
              <a:r>
                <a:rPr sz="1200" b="0" i="0" dirty="0" err="1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양성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</a:t>
              </a:r>
              <a:r>
                <a:rPr sz="1200" b="0" i="0" dirty="0" err="1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비율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</a:t>
              </a:r>
              <a:r>
                <a:rPr lang="en-US" altLang="ko-KR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314 / 1,269 = 24.7 %</a:t>
              </a:r>
              <a:endParaRPr sz="1200" b="0" i="0" dirty="0">
                <a:solidFill>
                  <a:srgbClr val="FFFFFF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833443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8461A-C233-43B7-338E-82A39EDF3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17_kvp_distribution.png">
            <a:extLst>
              <a:ext uri="{FF2B5EF4-FFF2-40B4-BE49-F238E27FC236}">
                <a16:creationId xmlns:a16="http://schemas.microsoft.com/office/drawing/2014/main" id="{AE1BC314-3C9D-B4FC-C010-D9D561C73F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3535" y="1674349"/>
            <a:ext cx="4496950" cy="3556800"/>
          </a:xfrm>
          <a:prstGeom prst="rect">
            <a:avLst/>
          </a:prstGeom>
        </p:spPr>
      </p:pic>
      <p:pic>
        <p:nvPicPr>
          <p:cNvPr id="3" name="Picture 3" descr="16_scanner_distribution.png">
            <a:extLst>
              <a:ext uri="{FF2B5EF4-FFF2-40B4-BE49-F238E27FC236}">
                <a16:creationId xmlns:a16="http://schemas.microsoft.com/office/drawing/2014/main" id="{65FE3929-3ACF-4164-1782-1CD0C45B79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1811404"/>
            <a:ext cx="7363536" cy="442705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95132E7-4DF0-CE49-08DF-B2CC98A63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EACCD8-F2F4-A426-023A-050291924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12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EB581E43-DDE9-8FD1-DC13-2E1E8CD8BC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CT </a:t>
            </a:r>
            <a:r>
              <a:rPr lang="ko-KR" altLang="en-US" dirty="0"/>
              <a:t>스캐너 모델 및 </a:t>
            </a:r>
            <a:r>
              <a:rPr lang="en-US" altLang="ko-KR" dirty="0" err="1"/>
              <a:t>kVp</a:t>
            </a:r>
            <a:r>
              <a:rPr lang="en-US" altLang="ko-KR" dirty="0"/>
              <a:t> </a:t>
            </a:r>
            <a:r>
              <a:rPr lang="ko-KR" altLang="en-US" dirty="0"/>
              <a:t>데이터 분포 </a:t>
            </a:r>
            <a:r>
              <a:rPr lang="en-US" altLang="ko-KR" dirty="0"/>
              <a:t>- </a:t>
            </a:r>
            <a:r>
              <a:rPr lang="ko-KR" altLang="en-US" dirty="0"/>
              <a:t>신촌</a:t>
            </a:r>
          </a:p>
        </p:txBody>
      </p:sp>
    </p:spTree>
    <p:extLst>
      <p:ext uri="{BB962C8B-B14F-4D97-AF65-F5344CB8AC3E}">
        <p14:creationId xmlns:p14="http://schemas.microsoft.com/office/powerpoint/2010/main" val="20356198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13</a:t>
            </a:fld>
            <a:endParaRPr lang="ko-KR" altLang="en-US" dirty="0"/>
          </a:p>
        </p:txBody>
      </p:sp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612BE9E3-6536-4FF8-AC4E-29FBCA148D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>
            <a:normAutofit fontScale="92500" lnSpcReduction="10000"/>
          </a:bodyPr>
          <a:lstStyle/>
          <a:p>
            <a:r>
              <a:rPr lang="en-US" altLang="ko-KR" b="1" dirty="0"/>
              <a:t>AEC Feature Extracting ~</a:t>
            </a:r>
            <a:r>
              <a:rPr lang="ko-KR" altLang="en-US" b="1" dirty="0"/>
              <a:t> </a:t>
            </a:r>
            <a:r>
              <a:rPr lang="en-US" altLang="ko-KR" b="1" dirty="0"/>
              <a:t>65 features</a:t>
            </a:r>
            <a:endParaRPr lang="en-US" altLang="ko-KR" dirty="0"/>
          </a:p>
          <a:p>
            <a:pPr lvl="1"/>
            <a:r>
              <a:rPr lang="en-US" altLang="ko-KR" dirty="0"/>
              <a:t>Signal Info</a:t>
            </a:r>
          </a:p>
          <a:p>
            <a:pPr lvl="2"/>
            <a:r>
              <a:rPr lang="en-US" altLang="ko-KR" dirty="0"/>
              <a:t>Signal length</a:t>
            </a:r>
          </a:p>
          <a:p>
            <a:pPr lvl="1"/>
            <a:r>
              <a:rPr lang="en-US" altLang="ko-KR" dirty="0"/>
              <a:t>Basic Statistics</a:t>
            </a:r>
          </a:p>
          <a:p>
            <a:pPr lvl="2"/>
            <a:r>
              <a:rPr lang="en-US" altLang="ko-KR" dirty="0"/>
              <a:t>mean, std, min, max, range, median, IQR, skewness, kurtosis</a:t>
            </a:r>
          </a:p>
          <a:p>
            <a:pPr lvl="2"/>
            <a:r>
              <a:rPr lang="en-US" altLang="ko-KR" dirty="0"/>
              <a:t>percentile (p5, p10, p25, p75, p90, p95), p90_p10_ratio</a:t>
            </a:r>
          </a:p>
          <a:p>
            <a:pPr lvl="2"/>
            <a:r>
              <a:rPr lang="en-US" altLang="ko-KR" dirty="0"/>
              <a:t>CV (Coefficient of Variation), RMSE, </a:t>
            </a:r>
            <a:r>
              <a:rPr lang="en-US" altLang="ko-KR" dirty="0" err="1"/>
              <a:t>signal_energy</a:t>
            </a:r>
            <a:r>
              <a:rPr lang="en-US" altLang="ko-KR" dirty="0"/>
              <a:t> (Sum of squared values), </a:t>
            </a:r>
            <a:r>
              <a:rPr lang="en-US" altLang="ko-KR" dirty="0" err="1"/>
              <a:t>mean_abs_deviation</a:t>
            </a:r>
            <a:endParaRPr lang="en-US" altLang="ko-KR" dirty="0"/>
          </a:p>
          <a:p>
            <a:pPr lvl="1"/>
            <a:r>
              <a:rPr lang="en-US" altLang="ko-KR" dirty="0"/>
              <a:t>Shape</a:t>
            </a:r>
          </a:p>
          <a:p>
            <a:pPr lvl="2"/>
            <a:r>
              <a:rPr lang="en-US" altLang="ko-KR" dirty="0"/>
              <a:t>peak (count, max, mean, std, </a:t>
            </a:r>
            <a:r>
              <a:rPr lang="en-US" altLang="ko-KR" dirty="0" err="1"/>
              <a:t>first_position</a:t>
            </a:r>
            <a:r>
              <a:rPr lang="en-US" altLang="ko-KR" dirty="0"/>
              <a:t>, </a:t>
            </a:r>
            <a:r>
              <a:rPr lang="en-US" altLang="ko-KR" dirty="0" err="1"/>
              <a:t>last_position</a:t>
            </a:r>
            <a:r>
              <a:rPr lang="en-US" altLang="ko-KR" dirty="0"/>
              <a:t>)</a:t>
            </a:r>
          </a:p>
          <a:p>
            <a:pPr lvl="2"/>
            <a:r>
              <a:rPr lang="en-US" altLang="ko-KR" dirty="0"/>
              <a:t>Slope (count, max, min, mean, std, </a:t>
            </a:r>
            <a:r>
              <a:rPr lang="en-US" altLang="ko-KR" dirty="0" err="1"/>
              <a:t>abs_mean</a:t>
            </a:r>
            <a:r>
              <a:rPr lang="en-US" altLang="ko-KR" dirty="0"/>
              <a:t>)</a:t>
            </a:r>
          </a:p>
          <a:p>
            <a:pPr lvl="2"/>
            <a:r>
              <a:rPr lang="en-US" altLang="ko-KR" dirty="0"/>
              <a:t>Valley count, AUC</a:t>
            </a:r>
          </a:p>
          <a:p>
            <a:pPr lvl="1"/>
            <a:r>
              <a:rPr lang="en-US" altLang="ko-KR" dirty="0"/>
              <a:t>Frequency &amp; Wavelet</a:t>
            </a:r>
          </a:p>
        </p:txBody>
      </p:sp>
    </p:spTree>
    <p:extLst>
      <p:ext uri="{BB962C8B-B14F-4D97-AF65-F5344CB8AC3E}">
        <p14:creationId xmlns:p14="http://schemas.microsoft.com/office/powerpoint/2010/main" val="27938191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65BD2-87D5-C074-EAAD-D6924743B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99DBCB-83BA-7224-5DD3-7B3DC2639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B16D1B-6E8C-B89F-8724-DBEB8948F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14</a:t>
            </a:fld>
            <a:endParaRPr lang="ko-KR" altLang="en-US" dirty="0"/>
          </a:p>
        </p:txBody>
      </p:sp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776DA4E4-00A3-E690-8224-10FF5B020C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>
            <a:normAutofit/>
          </a:bodyPr>
          <a:lstStyle/>
          <a:p>
            <a:r>
              <a:rPr lang="ko-KR" altLang="en-US" b="1" dirty="0"/>
              <a:t>수동 선택</a:t>
            </a:r>
            <a:endParaRPr lang="en-US" altLang="ko-KR" b="1" dirty="0"/>
          </a:p>
          <a:p>
            <a:pPr lvl="1"/>
            <a:r>
              <a:rPr lang="ko-KR" altLang="en-US" dirty="0"/>
              <a:t>전체 </a:t>
            </a:r>
            <a:r>
              <a:rPr lang="en-US" altLang="ko-KR" dirty="0"/>
              <a:t>AEC Feature vs</a:t>
            </a:r>
            <a:r>
              <a:rPr lang="ko-KR" altLang="en-US" dirty="0"/>
              <a:t> </a:t>
            </a:r>
            <a:r>
              <a:rPr lang="en-US" altLang="ko-KR" dirty="0"/>
              <a:t>TAMA</a:t>
            </a:r>
            <a:r>
              <a:rPr lang="ko-KR" altLang="en-US" dirty="0"/>
              <a:t>를 통해 </a:t>
            </a:r>
            <a:r>
              <a:rPr lang="en-US" altLang="ko-KR" dirty="0"/>
              <a:t>Pearson/Spearman </a:t>
            </a:r>
            <a:r>
              <a:rPr lang="ko-KR" altLang="en-US" dirty="0"/>
              <a:t>상관계수 </a:t>
            </a:r>
            <a:r>
              <a:rPr lang="en-US" altLang="ko-KR" dirty="0"/>
              <a:t>+ VIF </a:t>
            </a:r>
            <a:r>
              <a:rPr lang="ko-KR" altLang="en-US" dirty="0"/>
              <a:t>계산</a:t>
            </a:r>
            <a:endParaRPr lang="en-US" altLang="ko-KR" dirty="0"/>
          </a:p>
          <a:p>
            <a:pPr lvl="1"/>
            <a:r>
              <a:rPr lang="ko-KR" altLang="en-US" dirty="0">
                <a:solidFill>
                  <a:srgbClr val="1A1A2E"/>
                </a:solidFill>
              </a:rPr>
              <a:t>결과 확인 후 수동으로 </a:t>
            </a:r>
            <a:r>
              <a:rPr lang="en-US" altLang="ko-KR" dirty="0">
                <a:solidFill>
                  <a:srgbClr val="1A1A2E"/>
                </a:solidFill>
              </a:rPr>
              <a:t>feature </a:t>
            </a:r>
            <a:r>
              <a:rPr lang="ko-KR" altLang="en-US" dirty="0">
                <a:solidFill>
                  <a:srgbClr val="1A1A2E"/>
                </a:solidFill>
              </a:rPr>
              <a:t>선택</a:t>
            </a:r>
            <a:endParaRPr lang="en-US" altLang="ko-KR" dirty="0">
              <a:solidFill>
                <a:srgbClr val="1A1A2E"/>
              </a:solidFill>
            </a:endParaRPr>
          </a:p>
          <a:p>
            <a:pPr lvl="1"/>
            <a:r>
              <a:rPr lang="ko-KR" altLang="en-US" dirty="0">
                <a:solidFill>
                  <a:srgbClr val="1A1A2E"/>
                </a:solidFill>
              </a:rPr>
              <a:t>단일 병원</a:t>
            </a:r>
            <a:r>
              <a:rPr lang="en-US" altLang="ko-KR" dirty="0">
                <a:solidFill>
                  <a:srgbClr val="1A1A2E"/>
                </a:solidFill>
              </a:rPr>
              <a:t>(</a:t>
            </a:r>
            <a:r>
              <a:rPr lang="ko-KR" altLang="en-US" dirty="0">
                <a:solidFill>
                  <a:srgbClr val="1A1A2E"/>
                </a:solidFill>
              </a:rPr>
              <a:t>강남</a:t>
            </a:r>
            <a:r>
              <a:rPr lang="en-US" altLang="ko-KR" dirty="0">
                <a:solidFill>
                  <a:srgbClr val="1A1A2E"/>
                </a:solidFill>
              </a:rPr>
              <a:t>)</a:t>
            </a:r>
            <a:r>
              <a:rPr lang="ko-KR" altLang="en-US" dirty="0">
                <a:solidFill>
                  <a:srgbClr val="1A1A2E"/>
                </a:solidFill>
              </a:rPr>
              <a:t>만 분석</a:t>
            </a:r>
            <a:endParaRPr lang="en-US" altLang="ko-KR" dirty="0">
              <a:solidFill>
                <a:srgbClr val="1A1A2E"/>
              </a:solidFill>
            </a:endParaRPr>
          </a:p>
          <a:p>
            <a:pPr lvl="1"/>
            <a:r>
              <a:rPr lang="ko-KR" altLang="en-US" dirty="0">
                <a:solidFill>
                  <a:srgbClr val="1A1A2E"/>
                </a:solidFill>
              </a:rPr>
              <a:t>선택 결과</a:t>
            </a:r>
            <a:r>
              <a:rPr lang="en-US" altLang="ko-KR" dirty="0">
                <a:solidFill>
                  <a:srgbClr val="1A1A2E"/>
                </a:solidFill>
              </a:rPr>
              <a:t>:  ['mean', 'CV', 'skewness', '</a:t>
            </a:r>
            <a:r>
              <a:rPr lang="en-US" altLang="ko-KR" dirty="0" err="1">
                <a:solidFill>
                  <a:srgbClr val="1A1A2E"/>
                </a:solidFill>
              </a:rPr>
              <a:t>slope_abs_mean</a:t>
            </a:r>
            <a:r>
              <a:rPr lang="en-US" altLang="ko-KR" dirty="0">
                <a:solidFill>
                  <a:srgbClr val="1A1A2E"/>
                </a:solidFill>
              </a:rPr>
              <a:t>']</a:t>
            </a:r>
            <a:endParaRPr lang="ko-KR" altLang="en-US" dirty="0">
              <a:solidFill>
                <a:srgbClr val="1A1A2E"/>
              </a:solidFill>
            </a:endParaRPr>
          </a:p>
          <a:p>
            <a:pPr lvl="1"/>
            <a:endParaRPr lang="en-US" altLang="ko-KR" dirty="0">
              <a:solidFill>
                <a:srgbClr val="1A1A2E"/>
              </a:solidFill>
            </a:endParaRPr>
          </a:p>
          <a:p>
            <a:pPr lvl="1"/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0992195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15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 </a:t>
            </a:r>
            <a:r>
              <a:rPr lang="en-US" altLang="ko-KR" dirty="0"/>
              <a:t>Extracting – </a:t>
            </a:r>
            <a:r>
              <a:rPr lang="ko-KR" altLang="en-US" dirty="0"/>
              <a:t>수동 선택</a:t>
            </a:r>
            <a:endParaRPr lang="en-US" altLang="ko-KR" dirty="0"/>
          </a:p>
          <a:p>
            <a:pPr lvl="1"/>
            <a:r>
              <a:rPr lang="ko-KR" altLang="en-US" dirty="0"/>
              <a:t>강남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marL="457200" lvl="1" indent="0">
              <a:buNone/>
            </a:pPr>
            <a:endParaRPr lang="en-US" altLang="ko-KR" sz="2500" dirty="0"/>
          </a:p>
          <a:p>
            <a:pPr lvl="1"/>
            <a:r>
              <a:rPr lang="ko-KR" altLang="en-US" dirty="0"/>
              <a:t>신촌</a:t>
            </a:r>
            <a:endParaRPr lang="en-US" altLang="ko-KR" dirty="0"/>
          </a:p>
        </p:txBody>
      </p:sp>
      <p:graphicFrame>
        <p:nvGraphicFramePr>
          <p:cNvPr id="9" name="Table 6">
            <a:extLst>
              <a:ext uri="{FF2B5EF4-FFF2-40B4-BE49-F238E27FC236}">
                <a16:creationId xmlns:a16="http://schemas.microsoft.com/office/drawing/2014/main" id="{C580C458-2EE5-4689-8617-EE9C75945D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9783509"/>
              </p:ext>
            </p:extLst>
          </p:nvPr>
        </p:nvGraphicFramePr>
        <p:xfrm>
          <a:off x="2007002" y="1751532"/>
          <a:ext cx="9151774" cy="1799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57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243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353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7151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Pearson r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해석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VIF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선택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7141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mean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+0.297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평균값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체격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전반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반영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(amplitude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그룹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대표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1.53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7141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CV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-0.349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변동계수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(std/mean)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체형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불균일성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반영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1.58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7141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skewness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-0.343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곡선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비대칭성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체형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분포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특성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1.49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7141">
                <a:tc>
                  <a:txBody>
                    <a:bodyPr/>
                    <a:lstStyle/>
                    <a:p>
                      <a:pPr algn="ctr"/>
                      <a:r>
                        <a:rPr sz="1000" b="1" dirty="0" err="1">
                          <a:solidFill>
                            <a:srgbClr val="1A1A2E"/>
                          </a:solidFill>
                        </a:rPr>
                        <a:t>slope_abs_mean</a:t>
                      </a:r>
                      <a:endParaRPr sz="1000" b="1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+0.042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평균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절대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기울기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곡선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동역학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1.42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7141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p25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높음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mean과 amplitude 동일 그룹 (r=0.97)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&gt;70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✗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제외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AUC_normalized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높음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mean과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r≈1.00,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사실상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동일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feature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&gt;57,000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✗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제외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E0ACB4-8F9E-E8EE-4C62-427B6EC3AE55}"/>
              </a:ext>
            </a:extLst>
          </p:cNvPr>
          <p:cNvSpPr txBox="1"/>
          <p:nvPr/>
        </p:nvSpPr>
        <p:spPr>
          <a:xfrm>
            <a:off x="2007002" y="5653622"/>
            <a:ext cx="91517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i="1" dirty="0">
                <a:solidFill>
                  <a:srgbClr val="FF7F27"/>
                </a:solidFill>
              </a:rPr>
              <a:t>⚠  </a:t>
            </a:r>
            <a:r>
              <a:rPr lang="en-US" altLang="ko-KR" sz="1200" i="1" dirty="0">
                <a:solidFill>
                  <a:srgbClr val="FF7F27"/>
                </a:solidFill>
              </a:rPr>
              <a:t>p25·AUC_normalized: mean</a:t>
            </a:r>
            <a:r>
              <a:rPr lang="ko-KR" altLang="en-US" sz="1200" i="1" dirty="0">
                <a:solidFill>
                  <a:srgbClr val="FF7F27"/>
                </a:solidFill>
              </a:rPr>
              <a:t>과 동일 </a:t>
            </a:r>
            <a:r>
              <a:rPr lang="en-US" altLang="ko-KR" sz="1200" i="1" dirty="0">
                <a:solidFill>
                  <a:srgbClr val="FF7F27"/>
                </a:solidFill>
              </a:rPr>
              <a:t>amplitude </a:t>
            </a:r>
            <a:r>
              <a:rPr lang="ko-KR" altLang="en-US" sz="1200" i="1" dirty="0">
                <a:solidFill>
                  <a:srgbClr val="FF7F27"/>
                </a:solidFill>
              </a:rPr>
              <a:t>그룹</a:t>
            </a:r>
            <a:r>
              <a:rPr lang="en-US" altLang="ko-KR" sz="1200" i="1" dirty="0">
                <a:solidFill>
                  <a:srgbClr val="FF7F27"/>
                </a:solidFill>
              </a:rPr>
              <a:t>(r≥0.88) → </a:t>
            </a:r>
            <a:r>
              <a:rPr lang="ko-KR" altLang="en-US" sz="1200" i="1" dirty="0" err="1">
                <a:solidFill>
                  <a:srgbClr val="FF7F27"/>
                </a:solidFill>
              </a:rPr>
              <a:t>다중공선성</a:t>
            </a:r>
            <a:r>
              <a:rPr lang="ko-KR" altLang="en-US" sz="1200" i="1" dirty="0">
                <a:solidFill>
                  <a:srgbClr val="FF7F27"/>
                </a:solidFill>
              </a:rPr>
              <a:t> 제거 </a:t>
            </a:r>
            <a:r>
              <a:rPr lang="en-US" altLang="ko-KR" sz="1200" i="1" dirty="0">
                <a:solidFill>
                  <a:srgbClr val="FF7F27"/>
                </a:solidFill>
              </a:rPr>
              <a:t>/ mean</a:t>
            </a:r>
            <a:r>
              <a:rPr lang="ko-KR" altLang="en-US" sz="1200" i="1" dirty="0">
                <a:solidFill>
                  <a:srgbClr val="FF7F27"/>
                </a:solidFill>
              </a:rPr>
              <a:t>을 대표로 포함</a:t>
            </a:r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28DA11E0-4E3C-811C-B8A9-9CD0FDFDB9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0379147"/>
              </p:ext>
            </p:extLst>
          </p:nvPr>
        </p:nvGraphicFramePr>
        <p:xfrm>
          <a:off x="2007002" y="3823707"/>
          <a:ext cx="9151774" cy="18000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57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243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353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Pearson r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해석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VIF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선택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mean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+0.234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평균값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체격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전반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반영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(amplitude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그룹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대표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1.12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CV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-0.126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변동계수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(std/mean)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체형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불균일성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반영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1.27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skewness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-0.044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곡선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비대칭성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체형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분포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특성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1.20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 b="1" dirty="0" err="1">
                          <a:solidFill>
                            <a:srgbClr val="1A1A2E"/>
                          </a:solidFill>
                        </a:rPr>
                        <a:t>slope_abs_mean</a:t>
                      </a:r>
                      <a:endParaRPr sz="1000" b="1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+0.102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평균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절대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기울기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곡선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동역학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1.10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p25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높음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mean과 amplitude 동일 그룹 (r=0.97)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&gt;70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✗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제외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714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AUC_normalized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높음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mean과 r≈1.00, 사실상 동일 feature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&gt;57,000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✗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제외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32909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96C61-0560-DFF9-6385-475BEB734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내용 개체 틀 10">
            <a:extLst>
              <a:ext uri="{FF2B5EF4-FFF2-40B4-BE49-F238E27FC236}">
                <a16:creationId xmlns:a16="http://schemas.microsoft.com/office/drawing/2014/main" id="{50D0C90D-3828-BC8C-1164-95B6C1A3CE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 </a:t>
            </a:r>
            <a:r>
              <a:rPr lang="en-US" altLang="ko-KR" dirty="0"/>
              <a:t>Extracting – </a:t>
            </a:r>
            <a:r>
              <a:rPr lang="ko-KR" altLang="en-US" dirty="0"/>
              <a:t>자동 선택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9859806-4F9B-C58F-568A-671515A8C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58E39A-2CEC-3AE7-D3E9-EFF1EDC0A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16</a:t>
            </a:fld>
            <a:endParaRPr lang="ko-KR" altLang="en-US" dirty="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F522D9CA-DB13-E8D4-A211-D139CF214D05}"/>
              </a:ext>
            </a:extLst>
          </p:cNvPr>
          <p:cNvSpPr/>
          <p:nvPr/>
        </p:nvSpPr>
        <p:spPr>
          <a:xfrm>
            <a:off x="563880" y="1696087"/>
            <a:ext cx="2103120" cy="998052"/>
          </a:xfrm>
          <a:prstGeom prst="rect">
            <a:avLst/>
          </a:prstGeom>
          <a:solidFill>
            <a:srgbClr val="1A55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9942EA-4551-BFB8-75A3-4436D8744A8E}"/>
              </a:ext>
            </a:extLst>
          </p:cNvPr>
          <p:cNvSpPr txBox="1"/>
          <p:nvPr/>
        </p:nvSpPr>
        <p:spPr>
          <a:xfrm>
            <a:off x="563880" y="1769239"/>
            <a:ext cx="21031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FFFFFF"/>
                </a:solidFill>
                <a:latin typeface="KoPub돋움체 Bold"/>
              </a:rPr>
              <a:t>Step 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F69552-3717-1F7A-BF20-B7A3EB3652C3}"/>
              </a:ext>
            </a:extLst>
          </p:cNvPr>
          <p:cNvSpPr txBox="1"/>
          <p:nvPr/>
        </p:nvSpPr>
        <p:spPr>
          <a:xfrm>
            <a:off x="563880" y="2061847"/>
            <a:ext cx="21031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FFFFFF"/>
                </a:solidFill>
                <a:latin typeface="KoPub돋움체 Bold"/>
              </a:rPr>
              <a:t>Near-zero
Variance </a:t>
            </a:r>
            <a:r>
              <a:rPr sz="1400" b="1" i="0" dirty="0" err="1">
                <a:solidFill>
                  <a:srgbClr val="FFFFFF"/>
                </a:solidFill>
                <a:latin typeface="KoPub돋움체 Bold"/>
              </a:rPr>
              <a:t>제거</a:t>
            </a:r>
            <a:endParaRPr sz="1400" b="1" i="0" dirty="0">
              <a:solidFill>
                <a:srgbClr val="FFFFFF"/>
              </a:solidFill>
              <a:latin typeface="KoPub돋움체 Bold"/>
            </a:endParaRPr>
          </a:p>
        </p:txBody>
      </p:sp>
      <p:sp>
        <p:nvSpPr>
          <p:cNvPr id="10" name="Rectangle 7">
            <a:extLst>
              <a:ext uri="{FF2B5EF4-FFF2-40B4-BE49-F238E27FC236}">
                <a16:creationId xmlns:a16="http://schemas.microsoft.com/office/drawing/2014/main" id="{A6A389E8-DA0D-5668-B5B5-85D7D1CEDEA8}"/>
              </a:ext>
            </a:extLst>
          </p:cNvPr>
          <p:cNvSpPr/>
          <p:nvPr/>
        </p:nvSpPr>
        <p:spPr>
          <a:xfrm>
            <a:off x="2804160" y="1696087"/>
            <a:ext cx="2103120" cy="9980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2962E5-4BB8-F3AA-4C56-C1EE071FCC99}"/>
              </a:ext>
            </a:extLst>
          </p:cNvPr>
          <p:cNvSpPr txBox="1"/>
          <p:nvPr/>
        </p:nvSpPr>
        <p:spPr>
          <a:xfrm>
            <a:off x="2804160" y="1769239"/>
            <a:ext cx="21031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KoPub돋움체 Bold"/>
              </a:rPr>
              <a:t>Step 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4608E4-FF89-612E-FBFF-3E77474EA99D}"/>
              </a:ext>
            </a:extLst>
          </p:cNvPr>
          <p:cNvSpPr txBox="1"/>
          <p:nvPr/>
        </p:nvSpPr>
        <p:spPr>
          <a:xfrm>
            <a:off x="2804160" y="2061847"/>
            <a:ext cx="21031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KoPub돋움체 Bold"/>
              </a:rPr>
              <a:t>Pearson 상관
중복 제거</a:t>
            </a:r>
          </a:p>
        </p:txBody>
      </p:sp>
      <p:sp>
        <p:nvSpPr>
          <p:cNvPr id="15" name="Rectangle 11">
            <a:extLst>
              <a:ext uri="{FF2B5EF4-FFF2-40B4-BE49-F238E27FC236}">
                <a16:creationId xmlns:a16="http://schemas.microsoft.com/office/drawing/2014/main" id="{DF4BAE5E-2CB0-FB8A-D168-38B463ED8A67}"/>
              </a:ext>
            </a:extLst>
          </p:cNvPr>
          <p:cNvSpPr/>
          <p:nvPr/>
        </p:nvSpPr>
        <p:spPr>
          <a:xfrm>
            <a:off x="5044440" y="1696087"/>
            <a:ext cx="2103120" cy="998052"/>
          </a:xfrm>
          <a:prstGeom prst="rect">
            <a:avLst/>
          </a:prstGeom>
          <a:solidFill>
            <a:srgbClr val="FF7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0CEAC71-F314-BC54-8F8C-D932A0A0277F}"/>
              </a:ext>
            </a:extLst>
          </p:cNvPr>
          <p:cNvSpPr txBox="1"/>
          <p:nvPr/>
        </p:nvSpPr>
        <p:spPr>
          <a:xfrm>
            <a:off x="5044440" y="1769239"/>
            <a:ext cx="21031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KoPub돋움체 Bold"/>
              </a:rPr>
              <a:t>Step 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A49CD74-2B52-8E53-27B4-C9DFD7AB365E}"/>
              </a:ext>
            </a:extLst>
          </p:cNvPr>
          <p:cNvSpPr txBox="1"/>
          <p:nvPr/>
        </p:nvSpPr>
        <p:spPr>
          <a:xfrm>
            <a:off x="5044440" y="2061847"/>
            <a:ext cx="21031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KoPub돋움체 Bold"/>
              </a:rPr>
              <a:t>단변량 필터
(OR 결합)</a:t>
            </a:r>
          </a:p>
        </p:txBody>
      </p:sp>
      <p:sp>
        <p:nvSpPr>
          <p:cNvPr id="19" name="Rectangle 15">
            <a:extLst>
              <a:ext uri="{FF2B5EF4-FFF2-40B4-BE49-F238E27FC236}">
                <a16:creationId xmlns:a16="http://schemas.microsoft.com/office/drawing/2014/main" id="{305ABC69-8443-3860-EBCE-B25C8E3514A1}"/>
              </a:ext>
            </a:extLst>
          </p:cNvPr>
          <p:cNvSpPr/>
          <p:nvPr/>
        </p:nvSpPr>
        <p:spPr>
          <a:xfrm>
            <a:off x="7284720" y="1696087"/>
            <a:ext cx="2103120" cy="998052"/>
          </a:xfrm>
          <a:prstGeom prst="rect">
            <a:avLst/>
          </a:prstGeom>
          <a:solidFill>
            <a:srgbClr val="008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5001893-4CFA-862E-C332-192491807659}"/>
              </a:ext>
            </a:extLst>
          </p:cNvPr>
          <p:cNvSpPr txBox="1"/>
          <p:nvPr/>
        </p:nvSpPr>
        <p:spPr>
          <a:xfrm>
            <a:off x="7284720" y="1769239"/>
            <a:ext cx="21031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KoPub돋움체 Bold"/>
              </a:rPr>
              <a:t>Step 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C0F5990-A1D7-FA1A-5DA8-53EC9153E62E}"/>
              </a:ext>
            </a:extLst>
          </p:cNvPr>
          <p:cNvSpPr txBox="1"/>
          <p:nvPr/>
        </p:nvSpPr>
        <p:spPr>
          <a:xfrm>
            <a:off x="7284720" y="2061847"/>
            <a:ext cx="21031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KoPub돋움체 Bold"/>
              </a:rPr>
              <a:t>앙상블 투표
+ 완전/SFS 탐색</a:t>
            </a:r>
          </a:p>
        </p:txBody>
      </p:sp>
      <p:sp>
        <p:nvSpPr>
          <p:cNvPr id="23" name="Rectangle 19">
            <a:extLst>
              <a:ext uri="{FF2B5EF4-FFF2-40B4-BE49-F238E27FC236}">
                <a16:creationId xmlns:a16="http://schemas.microsoft.com/office/drawing/2014/main" id="{206EECF2-3CF6-4F72-AA40-8064A0124F64}"/>
              </a:ext>
            </a:extLst>
          </p:cNvPr>
          <p:cNvSpPr/>
          <p:nvPr/>
        </p:nvSpPr>
        <p:spPr>
          <a:xfrm>
            <a:off x="9525000" y="1696087"/>
            <a:ext cx="2103120" cy="99805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A666981-EE36-9701-8DA5-6383D6814977}"/>
              </a:ext>
            </a:extLst>
          </p:cNvPr>
          <p:cNvSpPr txBox="1"/>
          <p:nvPr/>
        </p:nvSpPr>
        <p:spPr>
          <a:xfrm>
            <a:off x="9525000" y="1769239"/>
            <a:ext cx="21031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KoPub돋움체 Bold"/>
              </a:rPr>
              <a:t>Final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FB6F756-98CB-8643-D9A4-6764B17CB57E}"/>
              </a:ext>
            </a:extLst>
          </p:cNvPr>
          <p:cNvSpPr txBox="1"/>
          <p:nvPr/>
        </p:nvSpPr>
        <p:spPr>
          <a:xfrm>
            <a:off x="9525000" y="2061847"/>
            <a:ext cx="21031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KoPub돋움체 Bold"/>
              </a:rPr>
              <a:t>VIF Pruning
(mean 고정)</a:t>
            </a: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FD91A08-AC4C-D477-F737-33C06636B116}"/>
              </a:ext>
            </a:extLst>
          </p:cNvPr>
          <p:cNvGrpSpPr/>
          <p:nvPr/>
        </p:nvGrpSpPr>
        <p:grpSpPr>
          <a:xfrm>
            <a:off x="563880" y="2758147"/>
            <a:ext cx="11064240" cy="461665"/>
            <a:chOff x="320040" y="2542032"/>
            <a:chExt cx="11064240" cy="461665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842D9D5-20CD-7538-6FE5-794AB94CC6A3}"/>
                </a:ext>
              </a:extLst>
            </p:cNvPr>
            <p:cNvSpPr txBox="1"/>
            <p:nvPr/>
          </p:nvSpPr>
          <p:spPr>
            <a:xfrm>
              <a:off x="320040" y="2542032"/>
              <a:ext cx="210312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00" b="0" i="0" dirty="0" err="1">
                  <a:latin typeface="KoPub돋움체 Medium"/>
                </a:rPr>
                <a:t>표준화</a:t>
              </a:r>
              <a:r>
                <a:rPr sz="1200" b="0" i="0" dirty="0">
                  <a:latin typeface="KoPub돋움체 Medium"/>
                </a:rPr>
                <a:t> 후</a:t>
              </a:r>
              <a:r>
                <a:rPr lang="en-US" sz="1200" b="0" i="0" dirty="0">
                  <a:latin typeface="KoPub돋움체 Medium"/>
                </a:rPr>
                <a:t> </a:t>
              </a:r>
              <a:r>
                <a:rPr sz="1200" b="0" i="0" dirty="0">
                  <a:latin typeface="KoPub돋움체 Medium"/>
                </a:rPr>
                <a:t>variance &lt; 0.01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5E6DE08-3482-EEB1-582C-86F481BD675A}"/>
                </a:ext>
              </a:extLst>
            </p:cNvPr>
            <p:cNvSpPr txBox="1"/>
            <p:nvPr/>
          </p:nvSpPr>
          <p:spPr>
            <a:xfrm>
              <a:off x="2560320" y="2542032"/>
              <a:ext cx="210312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00" b="0" i="0" dirty="0">
                  <a:latin typeface="KoPub돋움체 Medium"/>
                </a:rPr>
                <a:t>|r| ≥ 0.95</a:t>
              </a:r>
              <a:r>
                <a:rPr lang="en-US" sz="1200" b="0" i="0" dirty="0">
                  <a:latin typeface="KoPub돋움체 Medium"/>
                </a:rPr>
                <a:t> </a:t>
              </a:r>
              <a:r>
                <a:rPr sz="1200" b="0" i="0" dirty="0" err="1">
                  <a:latin typeface="KoPub돋움체 Medium"/>
                </a:rPr>
                <a:t>후순위</a:t>
              </a:r>
              <a:r>
                <a:rPr sz="1200" b="0" i="0" dirty="0">
                  <a:latin typeface="KoPub돋움체 Medium"/>
                </a:rPr>
                <a:t> </a:t>
              </a:r>
              <a:r>
                <a:rPr sz="1200" b="0" i="0" dirty="0" err="1">
                  <a:latin typeface="KoPub돋움체 Medium"/>
                </a:rPr>
                <a:t>제거</a:t>
              </a:r>
              <a:endParaRPr sz="1200" b="0" i="0" dirty="0">
                <a:latin typeface="KoPub돋움체 Medium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BC08F65-E1EB-9516-C682-68D803279986}"/>
                </a:ext>
              </a:extLst>
            </p:cNvPr>
            <p:cNvSpPr txBox="1"/>
            <p:nvPr/>
          </p:nvSpPr>
          <p:spPr>
            <a:xfrm>
              <a:off x="4800600" y="2542032"/>
              <a:ext cx="210312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00" b="0" i="0" dirty="0">
                  <a:latin typeface="KoPub돋움체 Medium"/>
                </a:rPr>
                <a:t>MI &gt; 0</a:t>
              </a:r>
              <a:endParaRPr lang="en-US" sz="1200" dirty="0">
                <a:latin typeface="KoPub돋움체 Medium"/>
              </a:endParaRPr>
            </a:p>
            <a:p>
              <a:pPr algn="l"/>
              <a:r>
                <a:rPr lang="ko-KR" altLang="en-US" sz="1200" b="0" i="0" dirty="0">
                  <a:latin typeface="KoPub돋움체 Medium"/>
                </a:rPr>
                <a:t>또는</a:t>
              </a:r>
              <a:r>
                <a:rPr sz="1200" b="0" i="0" dirty="0">
                  <a:latin typeface="KoPub돋움체 Medium"/>
                </a:rPr>
                <a:t> Spearman p</a:t>
              </a:r>
              <a:r>
                <a:rPr lang="en-US" sz="1200" b="0" i="0" dirty="0">
                  <a:latin typeface="KoPub돋움체 Medium"/>
                </a:rPr>
                <a:t> </a:t>
              </a:r>
              <a:r>
                <a:rPr sz="1200" b="0" i="0" dirty="0">
                  <a:latin typeface="KoPub돋움체 Medium"/>
                </a:rPr>
                <a:t>&lt;</a:t>
              </a:r>
              <a:r>
                <a:rPr lang="en-US" sz="1200" b="0" i="0" dirty="0">
                  <a:latin typeface="KoPub돋움체 Medium"/>
                </a:rPr>
                <a:t> </a:t>
              </a:r>
              <a:r>
                <a:rPr sz="1200" b="0" i="0" dirty="0">
                  <a:latin typeface="KoPub돋움체 Medium"/>
                </a:rPr>
                <a:t>0.05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59EBE51-E9ED-A4C8-5681-199515BD66E1}"/>
                </a:ext>
              </a:extLst>
            </p:cNvPr>
            <p:cNvSpPr txBox="1"/>
            <p:nvPr/>
          </p:nvSpPr>
          <p:spPr>
            <a:xfrm>
              <a:off x="7040880" y="2542032"/>
              <a:ext cx="210312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00" b="0" i="0" dirty="0">
                  <a:latin typeface="KoPub돋움체 Medium"/>
                </a:rPr>
                <a:t>LASSO + RFECV</a:t>
              </a:r>
              <a:endParaRPr lang="en-US" sz="1200" dirty="0">
                <a:latin typeface="KoPub돋움체 Medium"/>
              </a:endParaRPr>
            </a:p>
            <a:p>
              <a:pPr algn="l"/>
              <a:r>
                <a:rPr sz="1200" b="0" i="0" dirty="0">
                  <a:latin typeface="KoPub돋움체 Medium"/>
                </a:rPr>
                <a:t>+ RF Permutation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2CD71BF4-9679-B31C-EDFF-5919DF3BE15E}"/>
                </a:ext>
              </a:extLst>
            </p:cNvPr>
            <p:cNvSpPr txBox="1"/>
            <p:nvPr/>
          </p:nvSpPr>
          <p:spPr>
            <a:xfrm>
              <a:off x="9281160" y="2542032"/>
              <a:ext cx="210312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00" b="0" i="0" dirty="0">
                  <a:latin typeface="KoPub돋움체 Medium"/>
                </a:rPr>
                <a:t>VIF &gt; 10</a:t>
              </a:r>
              <a:r>
                <a:rPr lang="en-US" sz="1200" b="0" i="0" dirty="0">
                  <a:latin typeface="KoPub돋움체 Medium"/>
                </a:rPr>
                <a:t> </a:t>
              </a:r>
              <a:r>
                <a:rPr sz="1200" b="0" i="0" dirty="0" err="1">
                  <a:latin typeface="KoPub돋움체 Medium"/>
                </a:rPr>
                <a:t>반복</a:t>
              </a:r>
              <a:r>
                <a:rPr sz="1200" b="0" i="0" dirty="0">
                  <a:latin typeface="KoPub돋움체 Medium"/>
                </a:rPr>
                <a:t> </a:t>
              </a:r>
              <a:r>
                <a:rPr sz="1200" b="0" i="0" dirty="0" err="1">
                  <a:latin typeface="KoPub돋움체 Medium"/>
                </a:rPr>
                <a:t>제거</a:t>
              </a:r>
              <a:endParaRPr sz="1200" b="0" i="0" dirty="0">
                <a:latin typeface="KoPub돋움체 Medium"/>
              </a:endParaRP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28A39C34-6D03-D4B8-9D65-0DB57021CBF2}"/>
              </a:ext>
            </a:extLst>
          </p:cNvPr>
          <p:cNvSpPr txBox="1"/>
          <p:nvPr/>
        </p:nvSpPr>
        <p:spPr>
          <a:xfrm>
            <a:off x="6479967" y="3302596"/>
            <a:ext cx="31089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 err="1">
                <a:latin typeface="KoPub돋움체 Bold"/>
              </a:rPr>
              <a:t>최종</a:t>
            </a:r>
            <a:r>
              <a:rPr sz="1600" b="1" i="0" dirty="0">
                <a:latin typeface="KoPub돋움체 Bold"/>
              </a:rPr>
              <a:t> </a:t>
            </a:r>
            <a:r>
              <a:rPr sz="1600" b="1" i="0" dirty="0" err="1">
                <a:latin typeface="KoPub돋움체 Bold"/>
              </a:rPr>
              <a:t>선택</a:t>
            </a:r>
            <a:r>
              <a:rPr sz="1600" b="1" i="0" dirty="0">
                <a:latin typeface="KoPub돋움체 Bold"/>
              </a:rPr>
              <a:t> </a:t>
            </a:r>
            <a:r>
              <a:rPr sz="1600" b="1" i="0" dirty="0" err="1">
                <a:latin typeface="KoPub돋움체 Bold"/>
              </a:rPr>
              <a:t>피처</a:t>
            </a:r>
            <a:r>
              <a:rPr sz="1600" b="1" i="0" dirty="0">
                <a:latin typeface="KoPub돋움체 Bold"/>
              </a:rPr>
              <a:t> 수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1ABCF90-8287-49E7-403E-09E7AEEB9982}"/>
              </a:ext>
            </a:extLst>
          </p:cNvPr>
          <p:cNvSpPr txBox="1"/>
          <p:nvPr/>
        </p:nvSpPr>
        <p:spPr>
          <a:xfrm>
            <a:off x="320040" y="6014535"/>
            <a:ext cx="113639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7F27"/>
                </a:solidFill>
                <a:latin typeface="KoPub돋움체 Medium"/>
              </a:rPr>
              <a:t>* mean 피처는 AEC 신호 평균 진폭 = 해석 가능성 최우선 → 모든 최종 세트에 강제 포함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0E5F45D-6041-A0EA-E652-8E74C4B7FB17}"/>
              </a:ext>
            </a:extLst>
          </p:cNvPr>
          <p:cNvSpPr txBox="1"/>
          <p:nvPr/>
        </p:nvSpPr>
        <p:spPr>
          <a:xfrm>
            <a:off x="563878" y="3302596"/>
            <a:ext cx="591608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 err="1">
                <a:latin typeface="KoPub돋움체 Bold"/>
              </a:rPr>
              <a:t>파이프라인</a:t>
            </a:r>
            <a:r>
              <a:rPr sz="1600" b="1" i="0" dirty="0">
                <a:latin typeface="KoPub돋움체 Bold"/>
              </a:rPr>
              <a:t> </a:t>
            </a:r>
            <a:r>
              <a:rPr sz="1600" b="1" i="0" dirty="0" err="1">
                <a:latin typeface="KoPub돋움체 Bold"/>
              </a:rPr>
              <a:t>단계별</a:t>
            </a:r>
            <a:r>
              <a:rPr sz="1600" b="1" i="0" dirty="0">
                <a:latin typeface="KoPub돋움체 Bold"/>
              </a:rPr>
              <a:t> </a:t>
            </a:r>
            <a:r>
              <a:rPr sz="1600" b="1" i="0" dirty="0" err="1">
                <a:latin typeface="KoPub돋움체 Bold"/>
              </a:rPr>
              <a:t>피처</a:t>
            </a:r>
            <a:r>
              <a:rPr sz="1600" b="1" i="0" dirty="0">
                <a:latin typeface="KoPub돋움체 Bold"/>
              </a:rPr>
              <a:t> 수 </a:t>
            </a:r>
            <a:r>
              <a:rPr sz="1600" b="1" i="0" dirty="0" err="1">
                <a:latin typeface="KoPub돋움체 Bold"/>
              </a:rPr>
              <a:t>변화</a:t>
            </a:r>
            <a:r>
              <a:rPr sz="1600" b="1" i="0" dirty="0">
                <a:latin typeface="KoPub돋움체 Bold"/>
              </a:rPr>
              <a:t> (</a:t>
            </a:r>
            <a:r>
              <a:rPr sz="1600" b="1" i="0" dirty="0" err="1">
                <a:latin typeface="KoPub돋움체 Bold"/>
              </a:rPr>
              <a:t>강남</a:t>
            </a:r>
            <a:r>
              <a:rPr sz="1600" b="1" i="0" dirty="0">
                <a:latin typeface="KoPub돋움체 Bold"/>
              </a:rPr>
              <a:t> </a:t>
            </a:r>
            <a:r>
              <a:rPr sz="1600" b="1" i="0" dirty="0" err="1">
                <a:latin typeface="KoPub돋움체 Bold"/>
              </a:rPr>
              <a:t>기준</a:t>
            </a:r>
            <a:r>
              <a:rPr sz="1600" b="1" i="0" dirty="0">
                <a:latin typeface="KoPub돋움체 Bold"/>
              </a:rPr>
              <a:t>)</a:t>
            </a:r>
          </a:p>
        </p:txBody>
      </p:sp>
      <p:graphicFrame>
        <p:nvGraphicFramePr>
          <p:cNvPr id="39" name="Table 6">
            <a:extLst>
              <a:ext uri="{FF2B5EF4-FFF2-40B4-BE49-F238E27FC236}">
                <a16:creationId xmlns:a16="http://schemas.microsoft.com/office/drawing/2014/main" id="{42FBA0F0-A196-6D6F-2EEE-67705DFC7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500252"/>
              </p:ext>
            </p:extLst>
          </p:nvPr>
        </p:nvGraphicFramePr>
        <p:xfrm>
          <a:off x="568151" y="3706842"/>
          <a:ext cx="4803454" cy="21600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42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46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45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0011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단계</a:t>
                      </a:r>
                      <a:endParaRPr sz="1100" b="1" dirty="0">
                        <a:solidFill>
                          <a:srgbClr val="FFFFFF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제거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 수</a:t>
                      </a:r>
                      <a:endParaRPr sz="1100" b="1" dirty="0">
                        <a:solidFill>
                          <a:srgbClr val="FFFFFF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잔여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 Features</a:t>
                      </a:r>
                      <a:endParaRPr sz="1100" b="1" dirty="0">
                        <a:solidFill>
                          <a:srgbClr val="FFFFFF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9998"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Step 1 - Near-zero var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0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65개 전체</a:t>
                      </a:r>
                      <a:endParaRPr sz="1100" b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9998"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Step 2 - High correlation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20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45개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9998"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Step 3 - Union pass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2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43개 </a:t>
                      </a:r>
                      <a:r>
                        <a:rPr sz="1100" b="0" dirty="0" err="1">
                          <a:solidFill>
                            <a:srgbClr val="1A1A2E"/>
                          </a:solidFill>
                        </a:rPr>
                        <a:t>후보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999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Step 4 - Best search</a:t>
                      </a:r>
                      <a:endParaRPr sz="1100" b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0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22개 풀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999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VIF pruning (VIF&gt;10)</a:t>
                      </a:r>
                      <a:endParaRPr sz="1100" b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13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1A1A2E"/>
                          </a:solidFill>
                        </a:rPr>
                        <a:t>최종</a:t>
                      </a:r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 9개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40" name="Table 6">
            <a:extLst>
              <a:ext uri="{FF2B5EF4-FFF2-40B4-BE49-F238E27FC236}">
                <a16:creationId xmlns:a16="http://schemas.microsoft.com/office/drawing/2014/main" id="{63449535-FBF9-C660-62B1-1B93851491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0905067"/>
              </p:ext>
            </p:extLst>
          </p:nvPr>
        </p:nvGraphicFramePr>
        <p:xfrm>
          <a:off x="6479967" y="3706841"/>
          <a:ext cx="5028152" cy="15749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29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2940">
                  <a:extLst>
                    <a:ext uri="{9D8B030D-6E8A-4147-A177-3AD203B41FA5}">
                      <a16:colId xmlns:a16="http://schemas.microsoft.com/office/drawing/2014/main" val="3663847924"/>
                    </a:ext>
                  </a:extLst>
                </a:gridCol>
                <a:gridCol w="11373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49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Dataset</a:t>
                      </a:r>
                      <a:endParaRPr sz="1100" b="1" dirty="0">
                        <a:solidFill>
                          <a:srgbClr val="FFFFFF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Selected Features</a:t>
                      </a:r>
                      <a:endParaRPr sz="1100" b="1" dirty="0">
                        <a:solidFill>
                          <a:srgbClr val="FFFFFF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Pipeline R²</a:t>
                      </a:r>
                      <a:endParaRPr sz="1100" b="1">
                        <a:solidFill>
                          <a:srgbClr val="FFFFFF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Prev R²</a:t>
                      </a:r>
                      <a:endParaRPr sz="1100" b="1">
                        <a:solidFill>
                          <a:srgbClr val="FFFFFF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4996"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1A1A2E"/>
                          </a:solidFill>
                        </a:rPr>
                        <a:t>강남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9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0.1818</a:t>
                      </a:r>
                      <a:endParaRPr sz="1100" b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0.1768</a:t>
                      </a:r>
                      <a:endParaRPr sz="1100" b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499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신촌</a:t>
                      </a:r>
                      <a:endParaRPr sz="1100" b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13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0.0775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0.0305</a:t>
                      </a:r>
                      <a:endParaRPr sz="1100" b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499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병합</a:t>
                      </a:r>
                      <a:endParaRPr sz="1100" b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11</a:t>
                      </a:r>
                      <a:endParaRPr sz="1100" b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0.0881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0.0965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80598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17</a:t>
            </a:fld>
            <a:endParaRPr lang="ko-KR" altLang="en-US" dirty="0"/>
          </a:p>
        </p:txBody>
      </p:sp>
      <p:pic>
        <p:nvPicPr>
          <p:cNvPr id="3" name="Picture 3" descr="01_correlation_heatmap.png">
            <a:extLst>
              <a:ext uri="{FF2B5EF4-FFF2-40B4-BE49-F238E27FC236}">
                <a16:creationId xmlns:a16="http://schemas.microsoft.com/office/drawing/2014/main" id="{151481C9-9D84-912C-1C87-DD8B1F5AD3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454236"/>
            <a:ext cx="5669280" cy="4863437"/>
          </a:xfrm>
          <a:prstGeom prst="rect">
            <a:avLst/>
          </a:prstGeom>
        </p:spPr>
      </p:pic>
      <p:pic>
        <p:nvPicPr>
          <p:cNvPr id="6" name="Picture 4" descr="05_final_features_summary.png">
            <a:extLst>
              <a:ext uri="{FF2B5EF4-FFF2-40B4-BE49-F238E27FC236}">
                <a16:creationId xmlns:a16="http://schemas.microsoft.com/office/drawing/2014/main" id="{E1D79CFF-0E3C-0AB0-818C-4B26ABBF9E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454236"/>
            <a:ext cx="5760720" cy="4863437"/>
          </a:xfrm>
          <a:prstGeom prst="rect">
            <a:avLst/>
          </a:prstGeom>
        </p:spPr>
      </p:pic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 </a:t>
            </a:r>
            <a:r>
              <a:rPr lang="en-US" altLang="ko-KR" dirty="0"/>
              <a:t>Extracting - </a:t>
            </a:r>
            <a:r>
              <a:rPr lang="ko-KR" altLang="en-US" dirty="0"/>
              <a:t>강남</a:t>
            </a:r>
          </a:p>
        </p:txBody>
      </p:sp>
    </p:spTree>
    <p:extLst>
      <p:ext uri="{BB962C8B-B14F-4D97-AF65-F5344CB8AC3E}">
        <p14:creationId xmlns:p14="http://schemas.microsoft.com/office/powerpoint/2010/main" val="30428476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9D0B0C-8128-0E3D-D347-28912C249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78E7EB-E2BF-C1B7-6D30-550E8D7E8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D50687-CA39-FD6C-EEF2-546C35A8E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18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516FF268-E11B-74BA-5023-2397CABC4B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 </a:t>
            </a:r>
            <a:r>
              <a:rPr lang="en-US" altLang="ko-KR" dirty="0"/>
              <a:t>Extracting - </a:t>
            </a:r>
            <a:r>
              <a:rPr lang="ko-KR" altLang="en-US" dirty="0"/>
              <a:t>신촌</a:t>
            </a:r>
          </a:p>
        </p:txBody>
      </p:sp>
      <p:pic>
        <p:nvPicPr>
          <p:cNvPr id="3" name="Picture 3" descr="01_correlation_heatmap.png">
            <a:extLst>
              <a:ext uri="{FF2B5EF4-FFF2-40B4-BE49-F238E27FC236}">
                <a16:creationId xmlns:a16="http://schemas.microsoft.com/office/drawing/2014/main" id="{0F09D61F-4575-4AA0-4EC0-F4ADA2B855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454236"/>
            <a:ext cx="5669280" cy="4906979"/>
          </a:xfrm>
          <a:prstGeom prst="rect">
            <a:avLst/>
          </a:prstGeom>
        </p:spPr>
      </p:pic>
      <p:pic>
        <p:nvPicPr>
          <p:cNvPr id="5" name="Picture 4" descr="05_final_features_summary.png">
            <a:extLst>
              <a:ext uri="{FF2B5EF4-FFF2-40B4-BE49-F238E27FC236}">
                <a16:creationId xmlns:a16="http://schemas.microsoft.com/office/drawing/2014/main" id="{69FA6F37-7768-C4BF-D5F4-6B224F40B4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454236"/>
            <a:ext cx="5760720" cy="4906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8532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19</a:t>
            </a:fld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FCCBB0-676E-4847-9AB2-B740348A580D}"/>
              </a:ext>
            </a:extLst>
          </p:cNvPr>
          <p:cNvSpPr txBox="1"/>
          <p:nvPr/>
        </p:nvSpPr>
        <p:spPr>
          <a:xfrm>
            <a:off x="508000" y="1143000"/>
            <a:ext cx="5029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전처리</a:t>
            </a:r>
          </a:p>
        </p:txBody>
      </p:sp>
      <p:graphicFrame>
        <p:nvGraphicFramePr>
          <p:cNvPr id="14" name="Table 6">
            <a:extLst>
              <a:ext uri="{FF2B5EF4-FFF2-40B4-BE49-F238E27FC236}">
                <a16:creationId xmlns:a16="http://schemas.microsoft.com/office/drawing/2014/main" id="{D580AC9F-0DD3-4342-AF67-67F0821742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6236562"/>
              </p:ext>
            </p:extLst>
          </p:nvPr>
        </p:nvGraphicFramePr>
        <p:xfrm>
          <a:off x="508000" y="1508760"/>
          <a:ext cx="5486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처리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방법</a:t>
                      </a:r>
                      <a:endParaRPr sz="14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PatientSex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이진 인코딩 (M=1, F=0)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PatientAge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Z-score 표준화 (StandardScaler)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AEC features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Z-score 표준화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1A1A2E"/>
                          </a:solidFill>
                        </a:rPr>
                        <a:t>Model</a:t>
                      </a:r>
                      <a:r>
                        <a:rPr lang="en-US" sz="14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rgbClr val="1A1A2E"/>
                          </a:solidFill>
                        </a:rPr>
                        <a:t>Name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1A1A2E"/>
                          </a:solidFill>
                        </a:rPr>
                        <a:t>One-hot encoding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4C77E2BB-1799-4B59-B5B7-2C5CDD2840DA}"/>
              </a:ext>
            </a:extLst>
          </p:cNvPr>
          <p:cNvSpPr txBox="1"/>
          <p:nvPr/>
        </p:nvSpPr>
        <p:spPr>
          <a:xfrm>
            <a:off x="6608492" y="1143000"/>
            <a:ext cx="4773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모델</a:t>
            </a:r>
          </a:p>
        </p:txBody>
      </p:sp>
      <p:sp>
        <p:nvSpPr>
          <p:cNvPr id="16" name="Rectangle 8">
            <a:extLst>
              <a:ext uri="{FF2B5EF4-FFF2-40B4-BE49-F238E27FC236}">
                <a16:creationId xmlns:a16="http://schemas.microsoft.com/office/drawing/2014/main" id="{FABE816E-5173-468F-AECB-91929F28626A}"/>
              </a:ext>
            </a:extLst>
          </p:cNvPr>
          <p:cNvSpPr/>
          <p:nvPr/>
        </p:nvSpPr>
        <p:spPr>
          <a:xfrm>
            <a:off x="6647688" y="1508760"/>
            <a:ext cx="5036312" cy="86868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F8D97-BF6F-4D4B-8C3D-2EE29484D2BB}"/>
              </a:ext>
            </a:extLst>
          </p:cNvPr>
          <p:cNvSpPr txBox="1"/>
          <p:nvPr/>
        </p:nvSpPr>
        <p:spPr>
          <a:xfrm>
            <a:off x="6733774" y="1554480"/>
            <a:ext cx="278469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선형</a:t>
            </a:r>
            <a:r>
              <a:rPr sz="1300" b="1" i="0" dirty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300"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회귀</a:t>
            </a:r>
            <a:endParaRPr sz="1300" b="1" i="0" dirty="0">
              <a:solidFill>
                <a:srgbClr val="1A355E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DA6B442-8E7F-4C02-BA3A-AA8F6615BA9E}"/>
              </a:ext>
            </a:extLst>
          </p:cNvPr>
          <p:cNvSpPr txBox="1"/>
          <p:nvPr/>
        </p:nvSpPr>
        <p:spPr>
          <a:xfrm>
            <a:off x="6733774" y="1846068"/>
            <a:ext cx="469419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statsmodels OLS
(Ordinary Least Squares)</a:t>
            </a:r>
          </a:p>
        </p:txBody>
      </p:sp>
      <p:sp>
        <p:nvSpPr>
          <p:cNvPr id="19" name="Rectangle 11">
            <a:extLst>
              <a:ext uri="{FF2B5EF4-FFF2-40B4-BE49-F238E27FC236}">
                <a16:creationId xmlns:a16="http://schemas.microsoft.com/office/drawing/2014/main" id="{CA15040D-26ED-427B-8A02-B600C767E3C5}"/>
              </a:ext>
            </a:extLst>
          </p:cNvPr>
          <p:cNvSpPr/>
          <p:nvPr/>
        </p:nvSpPr>
        <p:spPr>
          <a:xfrm>
            <a:off x="6647688" y="2514600"/>
            <a:ext cx="5036312" cy="86868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72E6A60-AD0C-495A-B9BE-D7CCD291496A}"/>
              </a:ext>
            </a:extLst>
          </p:cNvPr>
          <p:cNvSpPr txBox="1"/>
          <p:nvPr/>
        </p:nvSpPr>
        <p:spPr>
          <a:xfrm>
            <a:off x="6733774" y="2560320"/>
            <a:ext cx="278469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로지스틱 회귀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5A3F8D-13A4-4355-B19C-9CE28B178117}"/>
              </a:ext>
            </a:extLst>
          </p:cNvPr>
          <p:cNvSpPr txBox="1"/>
          <p:nvPr/>
        </p:nvSpPr>
        <p:spPr>
          <a:xfrm>
            <a:off x="6733774" y="2851908"/>
            <a:ext cx="469419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statsmodels</a:t>
            </a:r>
            <a:r>
              <a:rPr sz="1200" b="0" i="0" dirty="0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Logit
(BFGS, </a:t>
            </a:r>
            <a:r>
              <a:rPr sz="1200" b="0" i="0" dirty="0" err="1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maxiter</a:t>
            </a:r>
            <a:r>
              <a:rPr sz="1200" b="0" i="0" dirty="0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=1,000)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F6A4BCF-6B4B-41DF-B085-EE80E6A29BBF}"/>
              </a:ext>
            </a:extLst>
          </p:cNvPr>
          <p:cNvSpPr txBox="1"/>
          <p:nvPr/>
        </p:nvSpPr>
        <p:spPr>
          <a:xfrm>
            <a:off x="508000" y="3566160"/>
            <a:ext cx="11521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모델</a:t>
            </a:r>
            <a:r>
              <a:rPr b="1" i="0" dirty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검증</a:t>
            </a:r>
            <a:r>
              <a:rPr b="1" i="0" dirty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전략</a:t>
            </a:r>
            <a:endParaRPr b="1" i="0" dirty="0">
              <a:solidFill>
                <a:srgbClr val="1A355E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graphicFrame>
        <p:nvGraphicFramePr>
          <p:cNvPr id="23" name="Table 15">
            <a:extLst>
              <a:ext uri="{FF2B5EF4-FFF2-40B4-BE49-F238E27FC236}">
                <a16:creationId xmlns:a16="http://schemas.microsoft.com/office/drawing/2014/main" id="{784D0E6A-BB73-461D-A2D6-C8B46A2BD3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6479115"/>
              </p:ext>
            </p:extLst>
          </p:nvPr>
        </p:nvGraphicFramePr>
        <p:xfrm>
          <a:off x="508000" y="3931920"/>
          <a:ext cx="11176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8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검증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방법</a:t>
                      </a:r>
                      <a:endParaRPr sz="14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상세</a:t>
                      </a:r>
                      <a:endParaRPr sz="14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5-Fold Cross Validation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각 Fold에서 scaler 재적합 (Data Leakage 방지)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Bootstrap AUC 95% CI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n=1,000 resampling — 비모수 신뢰구간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Hosmer-Lemeshow 검정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로지스틱 보정도(Calibration) 검증 — p&gt;0.05 양호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잔차 진단 3종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1A1A2E"/>
                          </a:solidFill>
                        </a:rPr>
                        <a:t>Shapiro-Wilk · Breusch-Pagan · Durbin-Watson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E8622571-6AAB-407B-9DAA-FC7685AA1F20}"/>
              </a:ext>
            </a:extLst>
          </p:cNvPr>
          <p:cNvSpPr txBox="1"/>
          <p:nvPr/>
        </p:nvSpPr>
        <p:spPr>
          <a:xfrm>
            <a:off x="320040" y="5943600"/>
            <a:ext cx="115214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※ </a:t>
            </a:r>
            <a:r>
              <a:rPr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선형·로지스틱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회귀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모두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Case 1(Sex</a:t>
            </a:r>
            <a:r>
              <a:rPr lang="en-US"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Age) → Case 2(+AEC) → Case 3(+CT Model</a:t>
            </a:r>
            <a:r>
              <a:rPr lang="en-US" sz="110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lang="en-US"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kVp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) </a:t>
            </a:r>
            <a:r>
              <a:rPr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순으로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점진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투입</a:t>
            </a:r>
            <a:endParaRPr sz="1100" b="0" i="1" dirty="0">
              <a:solidFill>
                <a:srgbClr val="2E75B6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36044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59333-5D10-83CB-AA31-404CAED85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A2DBD3-62E5-96A7-3E5F-73205B97DF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en-US" altLang="ko-KR" sz="4000" dirty="0"/>
              <a:t>Multivariable Analysis</a:t>
            </a:r>
            <a:endParaRPr lang="ko-KR" altLang="en-US" sz="40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4AA3F2-ECC9-8DC2-BE19-247AABEF7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659209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Linear Regression 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21</a:t>
            </a:fld>
            <a:endParaRPr lang="ko-KR" altLang="en-US" dirty="0"/>
          </a:p>
        </p:txBody>
      </p:sp>
      <p:graphicFrame>
        <p:nvGraphicFramePr>
          <p:cNvPr id="5" name="Table 3">
            <a:extLst>
              <a:ext uri="{FF2B5EF4-FFF2-40B4-BE49-F238E27FC236}">
                <a16:creationId xmlns:a16="http://schemas.microsoft.com/office/drawing/2014/main" id="{262DD5F6-1D23-AF82-0D60-D610B5A35E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9505401"/>
              </p:ext>
            </p:extLst>
          </p:nvPr>
        </p:nvGraphicFramePr>
        <p:xfrm>
          <a:off x="695998" y="1714259"/>
          <a:ext cx="108000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12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91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72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36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936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Case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KoPub돋움체 Medium"/>
                        </a:rPr>
                        <a:t>N feat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R² (</a:t>
                      </a:r>
                      <a:r>
                        <a:rPr sz="1400" b="1" dirty="0" err="1">
                          <a:solidFill>
                            <a:srgbClr val="FFFFFF"/>
                          </a:solidFill>
                          <a:latin typeface="KoPub돋움체 Medium"/>
                        </a:rPr>
                        <a:t>mean±std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KoPub돋움체 Medium"/>
                        </a:rPr>
                        <a:t>MAE (cm²)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KoPub돋움체 Medium"/>
                        </a:rPr>
                        <a:t>RMSE (cm²)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Case 1  Clinical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3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0.662 ± 0.037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12.83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17.12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Case 2  +</a:t>
                      </a:r>
                      <a:r>
                        <a:rPr lang="en-US"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A1A2E"/>
                          </a:solidFill>
                          <a:latin typeface="KoPub돋움체 Medium"/>
                        </a:rPr>
                        <a:t>AEC_prev</a:t>
                      </a:r>
                      <a:endParaRPr sz="14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0.678 ± 0.036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12.53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16.71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Case 3  +</a:t>
                      </a:r>
                      <a:r>
                        <a:rPr lang="en-US"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A1A2E"/>
                          </a:solidFill>
                          <a:latin typeface="KoPub돋움체 Medium"/>
                        </a:rPr>
                        <a:t>AEC_new</a:t>
                      </a:r>
                      <a:endParaRPr sz="14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14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0.669 ± 0.038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12.59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16.93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Case 4  +</a:t>
                      </a:r>
                      <a:r>
                        <a:rPr lang="en-US"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A1A2E"/>
                          </a:solidFill>
                          <a:latin typeface="KoPub돋움체 Medium"/>
                        </a:rPr>
                        <a:t>AEC_prev</a:t>
                      </a:r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 +</a:t>
                      </a:r>
                      <a:r>
                        <a:rPr lang="en-US"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 </a:t>
                      </a:r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Scanner</a:t>
                      </a:r>
                      <a:r>
                        <a:rPr lang="en-US"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/</a:t>
                      </a:r>
                      <a:r>
                        <a:rPr lang="en-US" sz="1400" b="0" dirty="0" err="1">
                          <a:solidFill>
                            <a:srgbClr val="1A1A2E"/>
                          </a:solidFill>
                          <a:latin typeface="KoPub돋움체 Medium"/>
                        </a:rPr>
                        <a:t>kVp</a:t>
                      </a:r>
                      <a:endParaRPr sz="14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0.668 ± 0.032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12.77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16.96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Case 5  +</a:t>
                      </a:r>
                      <a:r>
                        <a:rPr lang="en-US"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A1A2E"/>
                          </a:solidFill>
                          <a:latin typeface="KoPub돋움체 Medium"/>
                        </a:rPr>
                        <a:t>AEC_new</a:t>
                      </a:r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 +</a:t>
                      </a:r>
                      <a:r>
                        <a:rPr lang="en-US"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 </a:t>
                      </a:r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Scanner</a:t>
                      </a:r>
                      <a:r>
                        <a:rPr lang="en-US"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/</a:t>
                      </a:r>
                      <a:r>
                        <a:rPr lang="en-US" sz="1400" b="0" dirty="0" err="1">
                          <a:solidFill>
                            <a:srgbClr val="1A1A2E"/>
                          </a:solidFill>
                          <a:latin typeface="KoPub돋움체 Medium"/>
                        </a:rPr>
                        <a:t>kVp</a:t>
                      </a:r>
                      <a:endParaRPr sz="14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53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0.662 ± 0.035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12.74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17.11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618DD6A-655F-02B1-E450-20C581D2F763}"/>
              </a:ext>
            </a:extLst>
          </p:cNvPr>
          <p:cNvSpPr txBox="1"/>
          <p:nvPr/>
        </p:nvSpPr>
        <p:spPr>
          <a:xfrm>
            <a:off x="741104" y="4018547"/>
            <a:ext cx="1070978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0070C0"/>
                </a:solidFill>
                <a:latin typeface="KoPub돋움체 Medium"/>
              </a:rPr>
              <a:t>AEC_prev</a:t>
            </a:r>
            <a:r>
              <a:rPr sz="1300" b="1" i="0" dirty="0">
                <a:solidFill>
                  <a:srgbClr val="0070C0"/>
                </a:solidFill>
                <a:latin typeface="KoPub돋움체 Medium"/>
              </a:rPr>
              <a:t> </a:t>
            </a:r>
            <a:r>
              <a:rPr sz="1300" b="1" i="0" dirty="0" err="1">
                <a:solidFill>
                  <a:srgbClr val="0070C0"/>
                </a:solidFill>
                <a:latin typeface="KoPub돋움체 Medium"/>
              </a:rPr>
              <a:t>추가</a:t>
            </a:r>
            <a:r>
              <a:rPr sz="1300" b="1" i="0" dirty="0">
                <a:solidFill>
                  <a:srgbClr val="0070C0"/>
                </a:solidFill>
                <a:latin typeface="KoPub돋움체 Medium"/>
              </a:rPr>
              <a:t>(Case1→2)로 R² +0.016 </a:t>
            </a:r>
            <a:r>
              <a:rPr sz="1300" b="1" i="0" dirty="0" err="1">
                <a:solidFill>
                  <a:srgbClr val="0070C0"/>
                </a:solidFill>
                <a:latin typeface="KoPub돋움체 Medium"/>
              </a:rPr>
              <a:t>향상</a:t>
            </a:r>
            <a:r>
              <a:rPr sz="1300" b="1" i="0" dirty="0">
                <a:solidFill>
                  <a:srgbClr val="0070C0"/>
                </a:solidFill>
                <a:latin typeface="KoPub돋움체 Medium"/>
              </a:rPr>
              <a:t>  |  </a:t>
            </a:r>
            <a:r>
              <a:rPr sz="1300" b="1" i="0" dirty="0" err="1">
                <a:solidFill>
                  <a:srgbClr val="0070C0"/>
                </a:solidFill>
                <a:latin typeface="KoPub돋움체 Medium"/>
              </a:rPr>
              <a:t>AEC_new</a:t>
            </a:r>
            <a:r>
              <a:rPr sz="1300" b="1" i="0" dirty="0">
                <a:solidFill>
                  <a:srgbClr val="0070C0"/>
                </a:solidFill>
                <a:latin typeface="KoPub돋움체 Medium"/>
              </a:rPr>
              <a:t> vs </a:t>
            </a:r>
            <a:r>
              <a:rPr sz="1300" b="1" i="0" dirty="0" err="1">
                <a:solidFill>
                  <a:srgbClr val="0070C0"/>
                </a:solidFill>
                <a:latin typeface="KoPub돋움체 Medium"/>
              </a:rPr>
              <a:t>AEC_prev</a:t>
            </a:r>
            <a:r>
              <a:rPr sz="1300" b="1" i="0" dirty="0">
                <a:solidFill>
                  <a:srgbClr val="0070C0"/>
                </a:solidFill>
                <a:latin typeface="KoPub돋움체 Medium"/>
              </a:rPr>
              <a:t> (Case3 vs Case2): Δ = -0.009  |  </a:t>
            </a:r>
            <a:r>
              <a:rPr sz="1300" b="1" i="0" dirty="0" err="1">
                <a:solidFill>
                  <a:srgbClr val="0070C0"/>
                </a:solidFill>
                <a:latin typeface="KoPub돋움체 Medium"/>
              </a:rPr>
              <a:t>임상</a:t>
            </a:r>
            <a:r>
              <a:rPr sz="1300" b="1" i="0" dirty="0">
                <a:solidFill>
                  <a:srgbClr val="0070C0"/>
                </a:solidFill>
                <a:latin typeface="KoPub돋움체 Medium"/>
              </a:rPr>
              <a:t> </a:t>
            </a:r>
            <a:r>
              <a:rPr sz="1300" b="1" i="0" dirty="0" err="1">
                <a:solidFill>
                  <a:srgbClr val="0070C0"/>
                </a:solidFill>
                <a:latin typeface="KoPub돋움체 Medium"/>
              </a:rPr>
              <a:t>변수</a:t>
            </a:r>
            <a:r>
              <a:rPr sz="1300" b="1" i="0" dirty="0">
                <a:solidFill>
                  <a:srgbClr val="0070C0"/>
                </a:solidFill>
                <a:latin typeface="KoPub돋움체 Medium"/>
              </a:rPr>
              <a:t>(BMI </a:t>
            </a:r>
            <a:r>
              <a:rPr sz="1300" b="1" i="0" dirty="0" err="1">
                <a:solidFill>
                  <a:srgbClr val="0070C0"/>
                </a:solidFill>
                <a:latin typeface="KoPub돋움체 Medium"/>
              </a:rPr>
              <a:t>포함</a:t>
            </a:r>
            <a:r>
              <a:rPr sz="1300" b="1" i="0" dirty="0">
                <a:solidFill>
                  <a:srgbClr val="0070C0"/>
                </a:solidFill>
                <a:latin typeface="KoPub돋움체 Medium"/>
              </a:rPr>
              <a:t>) </a:t>
            </a:r>
            <a:r>
              <a:rPr sz="1300" b="1" i="0" dirty="0" err="1">
                <a:solidFill>
                  <a:srgbClr val="0070C0"/>
                </a:solidFill>
                <a:latin typeface="KoPub돋움체 Medium"/>
              </a:rPr>
              <a:t>기반</a:t>
            </a:r>
            <a:r>
              <a:rPr sz="1300" b="1" i="0" dirty="0">
                <a:solidFill>
                  <a:srgbClr val="0070C0"/>
                </a:solidFill>
                <a:latin typeface="KoPub돋움체 Medium"/>
              </a:rPr>
              <a:t> R²=0.662가 </a:t>
            </a:r>
            <a:r>
              <a:rPr sz="1300" b="1" i="0" dirty="0" err="1">
                <a:solidFill>
                  <a:srgbClr val="0070C0"/>
                </a:solidFill>
                <a:latin typeface="KoPub돋움체 Medium"/>
              </a:rPr>
              <a:t>기준선</a:t>
            </a:r>
            <a:endParaRPr sz="1300" b="1" i="0" dirty="0">
              <a:solidFill>
                <a:srgbClr val="0070C0"/>
              </a:solidFill>
              <a:latin typeface="KoPub돋움체 Medium"/>
            </a:endParaRPr>
          </a:p>
        </p:txBody>
      </p:sp>
    </p:spTree>
    <p:extLst>
      <p:ext uri="{BB962C8B-B14F-4D97-AF65-F5344CB8AC3E}">
        <p14:creationId xmlns:p14="http://schemas.microsoft.com/office/powerpoint/2010/main" val="17853025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951A8-3835-CCEA-C419-550150CF7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640984-1D3E-0DCD-F5D0-6826F2D34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55EA2E-FF17-30D6-5615-AFEC32F27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Linear Regression 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84E691-CDF2-D3B6-CE48-E6FCBEFA5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22</a:t>
            </a:fld>
            <a:endParaRPr lang="ko-KR" altLang="en-US" dirty="0"/>
          </a:p>
        </p:txBody>
      </p:sp>
      <p:graphicFrame>
        <p:nvGraphicFramePr>
          <p:cNvPr id="5" name="Table 3">
            <a:extLst>
              <a:ext uri="{FF2B5EF4-FFF2-40B4-BE49-F238E27FC236}">
                <a16:creationId xmlns:a16="http://schemas.microsoft.com/office/drawing/2014/main" id="{3C0BB619-9603-9B4B-2A8A-3E53F036A7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5202139"/>
              </p:ext>
            </p:extLst>
          </p:nvPr>
        </p:nvGraphicFramePr>
        <p:xfrm>
          <a:off x="695998" y="1714259"/>
          <a:ext cx="108000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12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91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72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36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936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Case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KoPub돋움체 Medium"/>
                        </a:rPr>
                        <a:t>N feat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R² (</a:t>
                      </a:r>
                      <a:r>
                        <a:rPr sz="1400" b="1" dirty="0" err="1">
                          <a:solidFill>
                            <a:srgbClr val="FFFFFF"/>
                          </a:solidFill>
                          <a:latin typeface="KoPub돋움체 Medium"/>
                        </a:rPr>
                        <a:t>mean±std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KoPub돋움체 Medium"/>
                        </a:rPr>
                        <a:t>MAE (cm²)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KoPub돋움체 Medium"/>
                        </a:rPr>
                        <a:t>RMSE (cm²)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Case 1  Clinical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3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0.640 ± 0.063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13.82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18.42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Case 2  +</a:t>
                      </a:r>
                      <a:r>
                        <a:rPr lang="en-US"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A1A2E"/>
                          </a:solidFill>
                          <a:latin typeface="KoPub돋움체 Medium"/>
                        </a:rPr>
                        <a:t>AEC_prev</a:t>
                      </a:r>
                      <a:endParaRPr sz="14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0.641 ± 0.061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13.83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18.37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Case 3  +</a:t>
                      </a:r>
                      <a:r>
                        <a:rPr lang="en-US"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A1A2E"/>
                          </a:solidFill>
                          <a:latin typeface="KoPub돋움체 Medium"/>
                        </a:rPr>
                        <a:t>AEC_new</a:t>
                      </a:r>
                      <a:endParaRPr sz="14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14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0.637 ± 0.067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13.81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18.48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Case 4  +</a:t>
                      </a:r>
                      <a:r>
                        <a:rPr lang="en-US"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A1A2E"/>
                          </a:solidFill>
                          <a:latin typeface="KoPub돋움체 Medium"/>
                        </a:rPr>
                        <a:t>AEC_prev</a:t>
                      </a:r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 +</a:t>
                      </a:r>
                      <a:r>
                        <a:rPr lang="en-US"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 </a:t>
                      </a:r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Scanner</a:t>
                      </a:r>
                      <a:r>
                        <a:rPr lang="en-US"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/</a:t>
                      </a:r>
                      <a:r>
                        <a:rPr lang="en-US" sz="1400" b="0" dirty="0" err="1">
                          <a:solidFill>
                            <a:srgbClr val="1A1A2E"/>
                          </a:solidFill>
                          <a:latin typeface="KoPub돋움체 Medium"/>
                        </a:rPr>
                        <a:t>kVp</a:t>
                      </a:r>
                      <a:endParaRPr sz="14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59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0.634 ± 0.059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14.00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18.56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Case 5  +</a:t>
                      </a:r>
                      <a:r>
                        <a:rPr lang="en-US"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A1A2E"/>
                          </a:solidFill>
                          <a:latin typeface="KoPub돋움체 Medium"/>
                        </a:rPr>
                        <a:t>AEC_new</a:t>
                      </a:r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 +</a:t>
                      </a:r>
                      <a:r>
                        <a:rPr lang="en-US"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 </a:t>
                      </a:r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Scanner</a:t>
                      </a:r>
                      <a:r>
                        <a:rPr lang="en-US"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/</a:t>
                      </a:r>
                      <a:r>
                        <a:rPr lang="en-US" sz="1400" b="0" dirty="0" err="1">
                          <a:solidFill>
                            <a:srgbClr val="1A1A2E"/>
                          </a:solidFill>
                          <a:latin typeface="KoPub돋움체 Medium"/>
                        </a:rPr>
                        <a:t>kVp</a:t>
                      </a:r>
                      <a:endParaRPr sz="14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66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0.638 ± 0.054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13.94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18.48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0DDA337-73E2-1A0C-2AB0-F482B4A43D92}"/>
              </a:ext>
            </a:extLst>
          </p:cNvPr>
          <p:cNvSpPr txBox="1"/>
          <p:nvPr/>
        </p:nvSpPr>
        <p:spPr>
          <a:xfrm>
            <a:off x="741104" y="4018547"/>
            <a:ext cx="1070978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00" b="1" dirty="0">
                <a:solidFill>
                  <a:srgbClr val="2E75B6"/>
                </a:solidFill>
                <a:latin typeface="KoPub돋움체 Medium"/>
              </a:rPr>
              <a:t>Case 1 </a:t>
            </a:r>
            <a:r>
              <a:rPr lang="ko-KR" altLang="en-US" sz="1300" b="1" dirty="0">
                <a:solidFill>
                  <a:srgbClr val="2E75B6"/>
                </a:solidFill>
                <a:latin typeface="KoPub돋움체 Medium"/>
              </a:rPr>
              <a:t>기준선 </a:t>
            </a:r>
            <a:r>
              <a:rPr lang="en-US" altLang="ko-KR" sz="1300" b="1" dirty="0">
                <a:solidFill>
                  <a:srgbClr val="2E75B6"/>
                </a:solidFill>
                <a:latin typeface="KoPub돋움체 Medium"/>
              </a:rPr>
              <a:t>R²=0.640 (</a:t>
            </a:r>
            <a:r>
              <a:rPr lang="ko-KR" altLang="en-US" sz="1300" b="1" dirty="0">
                <a:solidFill>
                  <a:srgbClr val="2E75B6"/>
                </a:solidFill>
                <a:latin typeface="KoPub돋움체 Medium"/>
              </a:rPr>
              <a:t>강남 </a:t>
            </a:r>
            <a:r>
              <a:rPr lang="en-US" altLang="ko-KR" sz="1300" b="1" dirty="0">
                <a:solidFill>
                  <a:srgbClr val="2E75B6"/>
                </a:solidFill>
                <a:latin typeface="KoPub돋움체 Medium"/>
              </a:rPr>
              <a:t>0.662</a:t>
            </a:r>
            <a:r>
              <a:rPr lang="ko-KR" altLang="en-US" sz="1300" b="1" dirty="0">
                <a:solidFill>
                  <a:srgbClr val="2E75B6"/>
                </a:solidFill>
                <a:latin typeface="KoPub돋움체 Medium"/>
              </a:rPr>
              <a:t>와 유사</a:t>
            </a:r>
            <a:r>
              <a:rPr lang="en-US" altLang="ko-KR" sz="1300" b="1" dirty="0">
                <a:solidFill>
                  <a:srgbClr val="2E75B6"/>
                </a:solidFill>
                <a:latin typeface="KoPub돋움체 Medium"/>
              </a:rPr>
              <a:t>)  |  AEC </a:t>
            </a:r>
            <a:r>
              <a:rPr lang="ko-KR" altLang="en-US" sz="1300" b="1" dirty="0">
                <a:solidFill>
                  <a:srgbClr val="2E75B6"/>
                </a:solidFill>
                <a:latin typeface="KoPub돋움체 Medium"/>
              </a:rPr>
              <a:t>기여도 미미 </a:t>
            </a:r>
            <a:r>
              <a:rPr lang="en-US" altLang="ko-KR" sz="1300" b="1" dirty="0">
                <a:solidFill>
                  <a:srgbClr val="2E75B6"/>
                </a:solidFill>
                <a:latin typeface="KoPub돋움체 Medium"/>
              </a:rPr>
              <a:t>(Δ ≤ 0.002)  |  </a:t>
            </a:r>
            <a:r>
              <a:rPr lang="ko-KR" altLang="en-US" sz="1300" b="1" dirty="0">
                <a:solidFill>
                  <a:srgbClr val="2E75B6"/>
                </a:solidFill>
                <a:latin typeface="KoPub돋움체 Medium"/>
              </a:rPr>
              <a:t>스캐너 추가 시 오히려 소폭 저하</a:t>
            </a:r>
          </a:p>
        </p:txBody>
      </p:sp>
    </p:spTree>
    <p:extLst>
      <p:ext uri="{BB962C8B-B14F-4D97-AF65-F5344CB8AC3E}">
        <p14:creationId xmlns:p14="http://schemas.microsoft.com/office/powerpoint/2010/main" val="3101541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BD93E-4F6B-E136-B982-870195650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FE18B7-D629-E66E-BFE1-7DC89F0F4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90BD7E6-EF9B-E36B-1DCD-CED3DA9CCC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38B3DF-A802-77BB-D637-F6348941F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23</a:t>
            </a:fld>
            <a:endParaRPr lang="ko-KR" altLang="en-US" dirty="0"/>
          </a:p>
        </p:txBody>
      </p:sp>
      <p:graphicFrame>
        <p:nvGraphicFramePr>
          <p:cNvPr id="9" name="Table 3">
            <a:extLst>
              <a:ext uri="{FF2B5EF4-FFF2-40B4-BE49-F238E27FC236}">
                <a16:creationId xmlns:a16="http://schemas.microsoft.com/office/drawing/2014/main" id="{581A75F8-BE51-93AE-B17F-0F252D17B9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1090990"/>
              </p:ext>
            </p:extLst>
          </p:nvPr>
        </p:nvGraphicFramePr>
        <p:xfrm>
          <a:off x="696000" y="1658112"/>
          <a:ext cx="108000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714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28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428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428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Case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KoPub돋움체 Medium"/>
                        </a:rPr>
                        <a:t>AUC (mean±std)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KoPub돋움체 Medium"/>
                        </a:rPr>
                        <a:t>Accuracy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KoPub돋움체 Medium"/>
                        </a:rPr>
                        <a:t>Sensitivity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KoPub돋움체 Medium"/>
                        </a:rPr>
                        <a:t>Specificity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Case 1  Clinical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0.8293 ± 0.0208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0.7868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0.3414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0.9243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Case 2  +AEC_prev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0.8346 ± 0.0247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0.7846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0.3447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0.9204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Case 3  +AEC_new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0.8352 ± 0.0229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0.7853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0.3571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0.9175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Case 4  +AEC_prev +Scanner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0.8306 ± 0.0209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0.7883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0.3758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0.9156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Case 5  +AEC_new +Scanner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0.8320 ± 0.0182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0.7941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0.3913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0.9185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DE399AA7-704D-17FF-4B91-28A54DA61309}"/>
              </a:ext>
            </a:extLst>
          </p:cNvPr>
          <p:cNvSpPr txBox="1"/>
          <p:nvPr/>
        </p:nvSpPr>
        <p:spPr>
          <a:xfrm>
            <a:off x="696000" y="3962400"/>
            <a:ext cx="10800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00" b="1" dirty="0" err="1">
                <a:solidFill>
                  <a:srgbClr val="0070C0"/>
                </a:solidFill>
                <a:latin typeface="KoPub돋움체 Medium"/>
              </a:rPr>
              <a:t>AEC_new</a:t>
            </a:r>
            <a:r>
              <a:rPr lang="en-US" altLang="ko-KR" sz="1300" b="1" dirty="0">
                <a:solidFill>
                  <a:srgbClr val="0070C0"/>
                </a:solidFill>
                <a:latin typeface="KoPub돋움체 Medium"/>
              </a:rPr>
              <a:t> </a:t>
            </a:r>
            <a:r>
              <a:rPr lang="ko-KR" altLang="en-US" sz="1300" b="1" dirty="0">
                <a:solidFill>
                  <a:srgbClr val="0070C0"/>
                </a:solidFill>
                <a:latin typeface="KoPub돋움체 Medium"/>
              </a:rPr>
              <a:t>추가</a:t>
            </a:r>
            <a:r>
              <a:rPr lang="en-US" altLang="ko-KR" sz="1300" b="1" dirty="0">
                <a:solidFill>
                  <a:srgbClr val="0070C0"/>
                </a:solidFill>
                <a:latin typeface="KoPub돋움체 Medium"/>
              </a:rPr>
              <a:t>(Case3) AUC = 0.8352  |  Case 1 </a:t>
            </a:r>
            <a:r>
              <a:rPr lang="ko-KR" altLang="en-US" sz="1300" b="1" dirty="0">
                <a:solidFill>
                  <a:srgbClr val="0070C0"/>
                </a:solidFill>
                <a:latin typeface="KoPub돋움체 Medium"/>
              </a:rPr>
              <a:t>기준선 </a:t>
            </a:r>
            <a:r>
              <a:rPr lang="en-US" altLang="ko-KR" sz="1300" b="1" dirty="0">
                <a:solidFill>
                  <a:srgbClr val="0070C0"/>
                </a:solidFill>
                <a:latin typeface="KoPub돋움체 Medium"/>
              </a:rPr>
              <a:t>AUC = 0.8293  |  </a:t>
            </a:r>
            <a:r>
              <a:rPr lang="el-GR" altLang="ko-KR" sz="1300" b="1" dirty="0">
                <a:solidFill>
                  <a:srgbClr val="0070C0"/>
                </a:solidFill>
                <a:latin typeface="KoPub돋움체 Medium"/>
              </a:rPr>
              <a:t>Δ</a:t>
            </a:r>
            <a:r>
              <a:rPr lang="en-US" altLang="ko-KR" sz="1300" b="1" dirty="0">
                <a:solidFill>
                  <a:srgbClr val="0070C0"/>
                </a:solidFill>
                <a:latin typeface="KoPub돋움체 Medium"/>
              </a:rPr>
              <a:t>AUC(new-</a:t>
            </a:r>
            <a:r>
              <a:rPr lang="en-US" altLang="ko-KR" sz="1300" b="1" dirty="0" err="1">
                <a:solidFill>
                  <a:srgbClr val="0070C0"/>
                </a:solidFill>
                <a:latin typeface="KoPub돋움체 Medium"/>
              </a:rPr>
              <a:t>prev</a:t>
            </a:r>
            <a:r>
              <a:rPr lang="en-US" altLang="ko-KR" sz="1300" b="1" dirty="0">
                <a:solidFill>
                  <a:srgbClr val="0070C0"/>
                </a:solidFill>
                <a:latin typeface="KoPub돋움체 Medium"/>
              </a:rPr>
              <a:t>) = +0.0006 (</a:t>
            </a:r>
            <a:r>
              <a:rPr lang="ko-KR" altLang="en-US" sz="1300" b="1" dirty="0">
                <a:solidFill>
                  <a:srgbClr val="0070C0"/>
                </a:solidFill>
                <a:latin typeface="KoPub돋움체 Medium"/>
              </a:rPr>
              <a:t>미미</a:t>
            </a:r>
            <a:r>
              <a:rPr lang="en-US" altLang="ko-KR" sz="1300" b="1" dirty="0">
                <a:solidFill>
                  <a:srgbClr val="0070C0"/>
                </a:solidFill>
                <a:latin typeface="KoPub돋움체 Medium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142092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B4C4F-88F7-D6CA-C91C-59AD956C7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216515-6012-82DA-121E-E3E018E6C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DB75B5-5FB1-713C-9105-90396123BF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47FE5C-85DC-1ABA-B9ED-E967A54D8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24</a:t>
            </a:fld>
            <a:endParaRPr lang="ko-KR" altLang="en-US" dirty="0"/>
          </a:p>
        </p:txBody>
      </p:sp>
      <p:graphicFrame>
        <p:nvGraphicFramePr>
          <p:cNvPr id="9" name="Table 3">
            <a:extLst>
              <a:ext uri="{FF2B5EF4-FFF2-40B4-BE49-F238E27FC236}">
                <a16:creationId xmlns:a16="http://schemas.microsoft.com/office/drawing/2014/main" id="{0ACAF16E-1A24-E72D-5BE3-A1897A476C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9159654"/>
              </p:ext>
            </p:extLst>
          </p:nvPr>
        </p:nvGraphicFramePr>
        <p:xfrm>
          <a:off x="696000" y="1658112"/>
          <a:ext cx="108000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714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28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428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428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Case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KoPub돋움체 Medium"/>
                        </a:rPr>
                        <a:t>AUC (mean±std)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KoPub돋움체 Medium"/>
                        </a:rPr>
                        <a:t>Accuracy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KoPub돋움체 Medium"/>
                        </a:rPr>
                        <a:t>Sensitivity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KoPub돋움체 Medium"/>
                        </a:rPr>
                        <a:t>Specificity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Case 1  Clinical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0.8577 ± 0.0333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0.7999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0.5256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0.8901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Case 2  +AEC_prev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0.8587 ± 0.0347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0.7983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0.5351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0.8848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Case 3  +AEC_new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0.8533 ± 0.0398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0.8046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0.5413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0.8911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Case 4  +AEC_prev +Scanner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0.8579 ± 0.0328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0.7943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0.5382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0.8785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Case 5  +AEC_new +Scanner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0.8531 ± 0.0357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0.7943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0.5414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0.8775</a:t>
                      </a:r>
                    </a:p>
                  </a:txBody>
                  <a:tcPr anchor="ctr"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0C7A62A1-6AC4-C7BE-BA95-14207B870729}"/>
              </a:ext>
            </a:extLst>
          </p:cNvPr>
          <p:cNvSpPr txBox="1"/>
          <p:nvPr/>
        </p:nvSpPr>
        <p:spPr>
          <a:xfrm>
            <a:off x="696000" y="3962400"/>
            <a:ext cx="10800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00" b="1" dirty="0">
                <a:solidFill>
                  <a:srgbClr val="0070C0"/>
                </a:solidFill>
                <a:latin typeface="KoPub돋움체 Medium"/>
              </a:rPr>
              <a:t>Case 1 AUC = 0.8577 (</a:t>
            </a:r>
            <a:r>
              <a:rPr lang="ko-KR" altLang="en-US" sz="1300" b="1" dirty="0">
                <a:solidFill>
                  <a:srgbClr val="0070C0"/>
                </a:solidFill>
                <a:latin typeface="KoPub돋움체 Medium"/>
              </a:rPr>
              <a:t>강남보다 높음</a:t>
            </a:r>
            <a:r>
              <a:rPr lang="en-US" altLang="ko-KR" sz="1300" b="1" dirty="0">
                <a:solidFill>
                  <a:srgbClr val="0070C0"/>
                </a:solidFill>
                <a:latin typeface="KoPub돋움체 Medium"/>
              </a:rPr>
              <a:t>)  |  AEC </a:t>
            </a:r>
            <a:r>
              <a:rPr lang="ko-KR" altLang="en-US" sz="1300" b="1" dirty="0">
                <a:solidFill>
                  <a:srgbClr val="0070C0"/>
                </a:solidFill>
                <a:latin typeface="KoPub돋움체 Medium"/>
              </a:rPr>
              <a:t>추가 효과 미미 </a:t>
            </a:r>
            <a:r>
              <a:rPr lang="en-US" altLang="ko-KR" sz="1300" b="1" dirty="0">
                <a:solidFill>
                  <a:srgbClr val="0070C0"/>
                </a:solidFill>
                <a:latin typeface="KoPub돋움체 Medium"/>
              </a:rPr>
              <a:t>(</a:t>
            </a:r>
            <a:r>
              <a:rPr lang="el-GR" altLang="ko-KR" sz="1300" b="1" dirty="0">
                <a:solidFill>
                  <a:srgbClr val="0070C0"/>
                </a:solidFill>
                <a:latin typeface="KoPub돋움체 Medium"/>
              </a:rPr>
              <a:t>Δ</a:t>
            </a:r>
            <a:r>
              <a:rPr lang="en-US" altLang="ko-KR" sz="1300" b="1" dirty="0">
                <a:solidFill>
                  <a:srgbClr val="0070C0"/>
                </a:solidFill>
                <a:latin typeface="KoPub돋움체 Medium"/>
              </a:rPr>
              <a:t>AUC ≤ 0.001)  |  </a:t>
            </a:r>
            <a:r>
              <a:rPr lang="en-US" altLang="ko-KR" sz="1300" b="1" dirty="0" err="1">
                <a:solidFill>
                  <a:srgbClr val="0070C0"/>
                </a:solidFill>
                <a:latin typeface="KoPub돋움체 Medium"/>
              </a:rPr>
              <a:t>AEC_new</a:t>
            </a:r>
            <a:r>
              <a:rPr lang="en-US" altLang="ko-KR" sz="1300" b="1" dirty="0">
                <a:solidFill>
                  <a:srgbClr val="0070C0"/>
                </a:solidFill>
                <a:latin typeface="KoPub돋움체 Medium"/>
              </a:rPr>
              <a:t> Case3 AUC = 0.8533</a:t>
            </a:r>
          </a:p>
        </p:txBody>
      </p:sp>
    </p:spTree>
    <p:extLst>
      <p:ext uri="{BB962C8B-B14F-4D97-AF65-F5344CB8AC3E}">
        <p14:creationId xmlns:p14="http://schemas.microsoft.com/office/powerpoint/2010/main" val="2994178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ML </a:t>
            </a:r>
            <a:r>
              <a:rPr lang="ko-KR" altLang="en-US" dirty="0"/>
              <a:t>기반 앙상블 모델 비교 </a:t>
            </a:r>
            <a:r>
              <a:rPr lang="en-US" altLang="ko-KR" dirty="0"/>
              <a:t>(Random Forest, </a:t>
            </a:r>
            <a:r>
              <a:rPr lang="en-US" altLang="ko-KR" dirty="0" err="1"/>
              <a:t>XGBoost</a:t>
            </a:r>
            <a:r>
              <a:rPr lang="en-US" altLang="ko-KR" dirty="0"/>
              <a:t>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신장</a:t>
            </a:r>
            <a:r>
              <a:rPr lang="en-US" altLang="ko-KR" dirty="0"/>
              <a:t>, </a:t>
            </a:r>
            <a:r>
              <a:rPr lang="ko-KR" altLang="en-US" dirty="0"/>
              <a:t>체중</a:t>
            </a:r>
            <a:r>
              <a:rPr lang="en-US" altLang="ko-KR" dirty="0"/>
              <a:t>, BMI</a:t>
            </a:r>
            <a:r>
              <a:rPr lang="ko-KR" altLang="en-US" dirty="0"/>
              <a:t>를 추가한 데이터셋으로 성능 비교</a:t>
            </a:r>
            <a:endParaRPr lang="en-US" altLang="ko-KR" dirty="0"/>
          </a:p>
          <a:p>
            <a:r>
              <a:rPr lang="ko-KR" altLang="en-US" dirty="0"/>
              <a:t>추후 </a:t>
            </a:r>
            <a:r>
              <a:rPr lang="en-US" altLang="ko-KR" dirty="0"/>
              <a:t>SMI(TAMA/Height</a:t>
            </a:r>
            <a:r>
              <a:rPr lang="en-US" altLang="ko-KR" baseline="30000" dirty="0"/>
              <a:t>2</a:t>
            </a:r>
            <a:r>
              <a:rPr lang="en-US" altLang="ko-KR" dirty="0"/>
              <a:t>)</a:t>
            </a:r>
            <a:r>
              <a:rPr lang="ko-KR" altLang="en-US" dirty="0"/>
              <a:t>도 활용 가능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Next Plan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26617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6" name="Google Shape;1176;g3d412ffb079_0_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910</TotalTime>
  <Words>1917</Words>
  <Application>Microsoft Office PowerPoint</Application>
  <PresentationFormat>와이드스크린</PresentationFormat>
  <Paragraphs>495</Paragraphs>
  <Slides>26</Slides>
  <Notes>24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3" baseType="lpstr">
      <vt:lpstr>KoPub돋움체 Medium</vt:lpstr>
      <vt:lpstr>KoPubWorld돋움체 Bold</vt:lpstr>
      <vt:lpstr>KoPub돋움체 Bold</vt:lpstr>
      <vt:lpstr>맑은 고딕</vt:lpstr>
      <vt:lpstr>Arial</vt:lpstr>
      <vt:lpstr>KoPubWorld돋움체 Medium</vt:lpstr>
      <vt:lpstr>Office 테마</vt:lpstr>
      <vt:lpstr>PowerPoint 프레젠테이션</vt:lpstr>
      <vt:lpstr>1. What’s discussed in the last meetings</vt:lpstr>
      <vt:lpstr>2. Research Summary</vt:lpstr>
      <vt:lpstr>연구 프로토타입 정의</vt:lpstr>
      <vt:lpstr>Research Overview – Main Study</vt:lpstr>
      <vt:lpstr>Research Overview – Pilot Feasibility Study (현재 진행 연구)</vt:lpstr>
      <vt:lpstr>Research Overview – Pilot Feasibility Study (현재 진행 연구)</vt:lpstr>
      <vt:lpstr>데이터 정리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Multivariable Analysis</vt:lpstr>
      <vt:lpstr>3. Detailed progress</vt:lpstr>
      <vt:lpstr>3. Detailed progress</vt:lpstr>
      <vt:lpstr>3. Detailed progress</vt:lpstr>
      <vt:lpstr>3. Detailed progress</vt:lpstr>
      <vt:lpstr>4. Next Plan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janghoon jun</cp:lastModifiedBy>
  <cp:revision>99</cp:revision>
  <dcterms:created xsi:type="dcterms:W3CDTF">2026-04-09T07:05:16Z</dcterms:created>
  <dcterms:modified xsi:type="dcterms:W3CDTF">2026-04-29T10:18:12Z</dcterms:modified>
</cp:coreProperties>
</file>