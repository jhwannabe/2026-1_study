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524" r:id="rId4"/>
    <p:sldId id="346" r:id="rId5"/>
    <p:sldId id="350" r:id="rId6"/>
    <p:sldId id="351" r:id="rId7"/>
    <p:sldId id="352" r:id="rId8"/>
    <p:sldId id="469" r:id="rId9"/>
    <p:sldId id="470" r:id="rId10"/>
    <p:sldId id="488" r:id="rId11"/>
    <p:sldId id="525" r:id="rId12"/>
    <p:sldId id="404" r:id="rId13"/>
    <p:sldId id="526" r:id="rId14"/>
    <p:sldId id="527" r:id="rId15"/>
    <p:sldId id="477" r:id="rId16"/>
    <p:sldId id="478" r:id="rId17"/>
    <p:sldId id="479" r:id="rId18"/>
  </p:sldIdLst>
  <p:sldSz cx="12192000" cy="6858000"/>
  <p:notesSz cx="6858000" cy="9144000"/>
  <p:embeddedFontLst>
    <p:embeddedFont>
      <p:font typeface="KoPub돋움체 Bold" panose="00000800000000000000" pitchFamily="2" charset="-127"/>
      <p:bold r:id="rId20"/>
    </p:embeddedFont>
    <p:embeddedFont>
      <p:font typeface="KoPub돋움체 Medium" panose="00000600000000000000" pitchFamily="2" charset="-127"/>
      <p:regular r:id="rId2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258"/>
            <p14:sldId id="524"/>
            <p14:sldId id="346"/>
            <p14:sldId id="350"/>
            <p14:sldId id="351"/>
            <p14:sldId id="352"/>
            <p14:sldId id="469"/>
            <p14:sldId id="470"/>
            <p14:sldId id="488"/>
            <p14:sldId id="525"/>
            <p14:sldId id="404"/>
            <p14:sldId id="526"/>
            <p14:sldId id="527"/>
            <p14:sldId id="477"/>
            <p14:sldId id="478"/>
            <p14:sldId id="4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670"/>
    <a:srgbClr val="17A5AA"/>
    <a:srgbClr val="1F34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B50F4-122B-41C8-8B97-E733E2DA839E}" v="104" dt="2026-04-30T01:48:13.387"/>
    <p1510:client id="{59280094-6966-4D40-B0D2-C3AF0E296DD5}" v="33" dt="2026-04-29T05:12:11.973"/>
    <p1510:client id="{F96BF643-3359-45F4-82D4-8AA1E0B6CADD}" v="30" dt="2026-04-29T10:17:24.925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2185" autoAdjust="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hun Kim" userId="2469e03939fca47a" providerId="LiveId" clId="{0EC0481E-6524-4E60-9AD2-E07F55D3906F}"/>
    <pc:docChg chg="undo custSel modSld modMainMaster">
      <pc:chgData name="Jihun Kim" userId="2469e03939fca47a" providerId="LiveId" clId="{0EC0481E-6524-4E60-9AD2-E07F55D3906F}" dt="2026-04-09T12:43:38.717" v="9" actId="113"/>
      <pc:docMkLst>
        <pc:docMk/>
      </pc:docMkLst>
      <pc:sldChg chg="modSp mod">
        <pc:chgData name="Jihun Kim" userId="2469e03939fca47a" providerId="LiveId" clId="{0EC0481E-6524-4E60-9AD2-E07F55D3906F}" dt="2026-04-09T12:43:04.015" v="5" actId="2711"/>
        <pc:sldMkLst>
          <pc:docMk/>
          <pc:sldMk cId="1998851532" sldId="256"/>
        </pc:sldMkLst>
        <pc:spChg chg="mod">
          <ac:chgData name="Jihun Kim" userId="2469e03939fca47a" providerId="LiveId" clId="{0EC0481E-6524-4E60-9AD2-E07F55D3906F}" dt="2026-04-09T12:41:51.143" v="2" actId="207"/>
          <ac:spMkLst>
            <pc:docMk/>
            <pc:sldMk cId="1998851532" sldId="256"/>
            <ac:spMk id="4" creationId="{4C14D9A0-1BB9-428F-B273-3CE24758593B}"/>
          </ac:spMkLst>
        </pc:spChg>
        <pc:spChg chg="mod">
          <ac:chgData name="Jihun Kim" userId="2469e03939fca47a" providerId="LiveId" clId="{0EC0481E-6524-4E60-9AD2-E07F55D3906F}" dt="2026-04-09T12:42:23.172" v="3" actId="2711"/>
          <ac:spMkLst>
            <pc:docMk/>
            <pc:sldMk cId="1998851532" sldId="256"/>
            <ac:spMk id="5" creationId="{94B21C1C-F3A0-440B-961E-968F2C77FB2A}"/>
          </ac:spMkLst>
        </pc:spChg>
        <pc:spChg chg="mod">
          <ac:chgData name="Jihun Kim" userId="2469e03939fca47a" providerId="LiveId" clId="{0EC0481E-6524-4E60-9AD2-E07F55D3906F}" dt="2026-04-09T12:42:57.903" v="4" actId="2711"/>
          <ac:spMkLst>
            <pc:docMk/>
            <pc:sldMk cId="1998851532" sldId="256"/>
            <ac:spMk id="6" creationId="{63F70F93-076B-4BBC-B933-AC7768BB0AE5}"/>
          </ac:spMkLst>
        </pc:spChg>
        <pc:spChg chg="mod">
          <ac:chgData name="Jihun Kim" userId="2469e03939fca47a" providerId="LiveId" clId="{0EC0481E-6524-4E60-9AD2-E07F55D3906F}" dt="2026-04-09T12:43:04.015" v="5" actId="2711"/>
          <ac:spMkLst>
            <pc:docMk/>
            <pc:sldMk cId="1998851532" sldId="256"/>
            <ac:spMk id="7" creationId="{CEB5E8A0-083F-4B6E-AA66-93BFFD6A8E1A}"/>
          </ac:spMkLst>
        </pc:spChg>
      </pc:sldChg>
      <pc:sldMasterChg chg="modSldLayout">
        <pc:chgData name="Jihun Kim" userId="2469e03939fca47a" providerId="LiveId" clId="{0EC0481E-6524-4E60-9AD2-E07F55D3906F}" dt="2026-04-09T12:43:38.717" v="9" actId="113"/>
        <pc:sldMasterMkLst>
          <pc:docMk/>
          <pc:sldMasterMk cId="2755485914" sldId="2147483648"/>
        </pc:sldMasterMkLst>
        <pc:sldLayoutChg chg="modSp mod">
          <pc:chgData name="Jihun Kim" userId="2469e03939fca47a" providerId="LiveId" clId="{0EC0481E-6524-4E60-9AD2-E07F55D3906F}" dt="2026-04-09T12:43:38.717" v="9" actId="113"/>
          <pc:sldLayoutMkLst>
            <pc:docMk/>
            <pc:sldMasterMk cId="2755485914" sldId="2147483648"/>
            <pc:sldLayoutMk cId="3176484067" sldId="2147483650"/>
          </pc:sldLayoutMkLst>
          <pc:spChg chg="mod">
            <ac:chgData name="Jihun Kim" userId="2469e03939fca47a" providerId="LiveId" clId="{0EC0481E-6524-4E60-9AD2-E07F55D3906F}" dt="2026-04-09T12:43:24.420" v="6" actId="2711"/>
            <ac:spMkLst>
              <pc:docMk/>
              <pc:sldMasterMk cId="2755485914" sldId="2147483648"/>
              <pc:sldLayoutMk cId="3176484067" sldId="2147483650"/>
              <ac:spMk id="2" creationId="{FE4F955D-C3E9-4033-8442-9095377B0662}"/>
            </ac:spMkLst>
          </pc:spChg>
          <pc:spChg chg="mod">
            <ac:chgData name="Jihun Kim" userId="2469e03939fca47a" providerId="LiveId" clId="{0EC0481E-6524-4E60-9AD2-E07F55D3906F}" dt="2026-04-09T12:43:38.717" v="9" actId="113"/>
            <ac:spMkLst>
              <pc:docMk/>
              <pc:sldMasterMk cId="2755485914" sldId="2147483648"/>
              <pc:sldLayoutMk cId="3176484067" sldId="2147483650"/>
              <ac:spMk id="3" creationId="{9CA482F1-FC12-443E-892A-B48F9C50AA53}"/>
            </ac:spMkLst>
          </pc:spChg>
        </pc:sldLayoutChg>
      </pc:sldMasterChg>
    </pc:docChg>
  </pc:docChgLst>
  <pc:docChgLst>
    <pc:chgData name="janghoon jun" userId="056a5883350c2f5e" providerId="LiveId" clId="{74AFAB52-6487-4651-9B79-2F181DBD8D0A}"/>
    <pc:docChg chg="undo redo custSel addSld delSld modSld sldOrd modSection">
      <pc:chgData name="janghoon jun" userId="056a5883350c2f5e" providerId="LiveId" clId="{74AFAB52-6487-4651-9B79-2F181DBD8D0A}" dt="2026-04-30T01:49:05.467" v="3131" actId="20577"/>
      <pc:docMkLst>
        <pc:docMk/>
      </pc:docMkLst>
      <pc:sldChg chg="modSp mod">
        <pc:chgData name="janghoon jun" userId="056a5883350c2f5e" providerId="LiveId" clId="{74AFAB52-6487-4651-9B79-2F181DBD8D0A}" dt="2026-04-29T00:52:38.595" v="540" actId="20577"/>
        <pc:sldMkLst>
          <pc:docMk/>
          <pc:sldMk cId="3808511553" sldId="258"/>
        </pc:sldMkLst>
        <pc:spChg chg="mod">
          <ac:chgData name="janghoon jun" userId="056a5883350c2f5e" providerId="LiveId" clId="{74AFAB52-6487-4651-9B79-2F181DBD8D0A}" dt="2026-04-29T00:52:38.595" v="540" actId="20577"/>
          <ac:spMkLst>
            <pc:docMk/>
            <pc:sldMk cId="3808511553" sldId="258"/>
            <ac:spMk id="3" creationId="{A84C152F-6AC6-4EBB-8679-327588602FD5}"/>
          </ac:spMkLst>
        </pc:spChg>
      </pc:sldChg>
      <pc:sldChg chg="addSp delSp modSp mod">
        <pc:chgData name="janghoon jun" userId="056a5883350c2f5e" providerId="LiveId" clId="{74AFAB52-6487-4651-9B79-2F181DBD8D0A}" dt="2026-04-29T05:06:16.836" v="1272" actId="14100"/>
        <pc:sldMkLst>
          <pc:docMk/>
          <pc:sldMk cId="3042847678" sldId="355"/>
        </pc:sldMkLst>
        <pc:graphicFrameChg chg="del mod">
          <ac:chgData name="janghoon jun" userId="056a5883350c2f5e" providerId="LiveId" clId="{74AFAB52-6487-4651-9B79-2F181DBD8D0A}" dt="2026-04-29T05:06:02.806" v="1268" actId="478"/>
          <ac:graphicFrameMkLst>
            <pc:docMk/>
            <pc:sldMk cId="3042847678" sldId="355"/>
            <ac:graphicFrameMk id="8" creationId="{3649AB2B-068A-41A4-9569-D888FFBE35F3}"/>
          </ac:graphicFrameMkLst>
        </pc:graphicFrameChg>
        <pc:picChg chg="add mod">
          <ac:chgData name="janghoon jun" userId="056a5883350c2f5e" providerId="LiveId" clId="{74AFAB52-6487-4651-9B79-2F181DBD8D0A}" dt="2026-04-29T05:06:16.836" v="1272" actId="14100"/>
          <ac:picMkLst>
            <pc:docMk/>
            <pc:sldMk cId="3042847678" sldId="355"/>
            <ac:picMk id="3" creationId="{151481C9-9D84-912C-1C87-DD8B1F5AD3B8}"/>
          </ac:picMkLst>
        </pc:picChg>
        <pc:picChg chg="del">
          <ac:chgData name="janghoon jun" userId="056a5883350c2f5e" providerId="LiveId" clId="{74AFAB52-6487-4651-9B79-2F181DBD8D0A}" dt="2026-04-29T05:06:03.484" v="1269" actId="478"/>
          <ac:picMkLst>
            <pc:docMk/>
            <pc:sldMk cId="3042847678" sldId="355"/>
            <ac:picMk id="5" creationId="{3069512A-1034-4976-1550-EAA8B67F6E5E}"/>
          </ac:picMkLst>
        </pc:picChg>
        <pc:picChg chg="add mod">
          <ac:chgData name="janghoon jun" userId="056a5883350c2f5e" providerId="LiveId" clId="{74AFAB52-6487-4651-9B79-2F181DBD8D0A}" dt="2026-04-29T05:06:16.836" v="1272" actId="14100"/>
          <ac:picMkLst>
            <pc:docMk/>
            <pc:sldMk cId="3042847678" sldId="355"/>
            <ac:picMk id="6" creationId="{E1D79CFF-0E3C-0AB0-818C-4B26ABBF9E26}"/>
          </ac:picMkLst>
        </pc:picChg>
      </pc:sldChg>
      <pc:sldChg chg="addSp delSp modSp mod">
        <pc:chgData name="janghoon jun" userId="056a5883350c2f5e" providerId="LiveId" clId="{74AFAB52-6487-4651-9B79-2F181DBD8D0A}" dt="2026-04-30T00:42:07.497" v="1851" actId="2711"/>
        <pc:sldMkLst>
          <pc:docMk/>
          <pc:sldMk cId="566521264" sldId="383"/>
        </pc:sldMkLst>
        <pc:spChg chg="mod">
          <ac:chgData name="janghoon jun" userId="056a5883350c2f5e" providerId="LiveId" clId="{74AFAB52-6487-4651-9B79-2F181DBD8D0A}" dt="2026-04-29T04:53:02.743" v="1143" actId="6549"/>
          <ac:spMkLst>
            <pc:docMk/>
            <pc:sldMk cId="566521264" sldId="383"/>
            <ac:spMk id="11" creationId="{2F49DB3D-7569-41CE-98E6-0D040C938EC9}"/>
          </ac:spMkLst>
        </pc:spChg>
        <pc:spChg chg="mod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39" creationId="{BE12C57E-DDA6-448D-86BC-F1DC21EC5D54}"/>
          </ac:spMkLst>
        </pc:spChg>
        <pc:spChg chg="mod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0" creationId="{9341836B-E0D9-4AAE-A183-22EFDBEB5A9F}"/>
          </ac:spMkLst>
        </pc:spChg>
        <pc:spChg chg="mod topLvl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1" creationId="{FA0E5E16-BED6-4786-BA12-4B9DA00E5C69}"/>
          </ac:spMkLst>
        </pc:spChg>
        <pc:spChg chg="mod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2" creationId="{2BDD2FD2-D736-4432-A9D6-16A0A1C7E0A0}"/>
          </ac:spMkLst>
        </pc:spChg>
        <pc:spChg chg="mod topLvl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3" creationId="{393F3D5B-8095-49E6-98D3-E24267C25BDA}"/>
          </ac:spMkLst>
        </pc:spChg>
        <pc:spChg chg="mod topLvl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4" creationId="{43CA52CD-5E1B-4300-A6A1-8E0FB8D87ABE}"/>
          </ac:spMkLst>
        </pc:spChg>
        <pc:spChg chg="mod topLvl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5" creationId="{20A8A9A3-5B0C-4B19-B70F-63963F3E6EDA}"/>
          </ac:spMkLst>
        </pc:spChg>
        <pc:spChg chg="mod topLvl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6" creationId="{40535323-FE78-4A6C-BA8C-0B802F73AE17}"/>
          </ac:spMkLst>
        </pc:spChg>
        <pc:spChg chg="mod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7" creationId="{DD5D9754-A87E-43AF-A4C5-5CF4B1571F89}"/>
          </ac:spMkLst>
        </pc:spChg>
        <pc:spChg chg="de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48" creationId="{7A62C207-1358-4540-BAF7-886B262642A4}"/>
          </ac:spMkLst>
        </pc:spChg>
        <pc:spChg chg="de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49" creationId="{D247224A-B980-4279-B627-9DE525993057}"/>
          </ac:spMkLst>
        </pc:spChg>
        <pc:spChg chg="del mod topLv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0" creationId="{3DF80006-189B-46B5-B51D-3D8BBBB8A175}"/>
          </ac:spMkLst>
        </pc:spChg>
        <pc:spChg chg="del mod topLv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1" creationId="{4B6BE63E-0123-4F18-8E59-967505038D69}"/>
          </ac:spMkLst>
        </pc:spChg>
        <pc:spChg chg="del mod topLv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2" creationId="{0BA79CE8-F960-47A9-AC4D-67BD17CA8306}"/>
          </ac:spMkLst>
        </pc:spChg>
        <pc:spChg chg="del mod topLv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3" creationId="{124F43EC-9CF1-44BF-9E3E-4BF33DCA13C3}"/>
          </ac:spMkLst>
        </pc:spChg>
        <pc:spChg chg="de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4" creationId="{1DC6C060-CEA6-4E72-A09E-83151C02FBFB}"/>
          </ac:spMkLst>
        </pc:spChg>
        <pc:spChg chg="de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5" creationId="{0173FB4F-2768-4C0B-9D08-4D1348DEB512}"/>
          </ac:spMkLst>
        </pc:spChg>
        <pc:spChg chg="del mod topLv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6" creationId="{0EBFA46C-0E8B-4078-B998-CFCF1C15E333}"/>
          </ac:spMkLst>
        </pc:spChg>
        <pc:spChg chg="mod">
          <ac:chgData name="janghoon jun" userId="056a5883350c2f5e" providerId="LiveId" clId="{74AFAB52-6487-4651-9B79-2F181DBD8D0A}" dt="2026-04-29T01:29:47.884" v="1057" actId="20577"/>
          <ac:spMkLst>
            <pc:docMk/>
            <pc:sldMk cId="566521264" sldId="383"/>
            <ac:spMk id="61" creationId="{F8B5CF73-5AD1-47BB-9047-4C29B1832002}"/>
          </ac:spMkLst>
        </pc:spChg>
        <pc:grpChg chg="add mod">
          <ac:chgData name="janghoon jun" userId="056a5883350c2f5e" providerId="LiveId" clId="{74AFAB52-6487-4651-9B79-2F181DBD8D0A}" dt="2026-04-29T04:53:10.821" v="1144" actId="1076"/>
          <ac:grpSpMkLst>
            <pc:docMk/>
            <pc:sldMk cId="566521264" sldId="383"/>
            <ac:grpSpMk id="6" creationId="{134B4283-B221-6F97-DFAF-C89D8539DEF5}"/>
          </ac:grpSpMkLst>
        </pc:grpChg>
        <pc:graphicFrameChg chg="mod modGraphic">
          <ac:chgData name="janghoon jun" userId="056a5883350c2f5e" providerId="LiveId" clId="{74AFAB52-6487-4651-9B79-2F181DBD8D0A}" dt="2026-04-30T00:42:07.497" v="1851" actId="2711"/>
          <ac:graphicFrameMkLst>
            <pc:docMk/>
            <pc:sldMk cId="566521264" sldId="383"/>
            <ac:graphicFrameMk id="58" creationId="{482DE016-3F1C-4650-8969-98555872D4F0}"/>
          </ac:graphicFrameMkLst>
        </pc:graphicFrameChg>
      </pc:sldChg>
      <pc:sldChg chg="addSp delSp modSp mod">
        <pc:chgData name="janghoon jun" userId="056a5883350c2f5e" providerId="LiveId" clId="{74AFAB52-6487-4651-9B79-2F181DBD8D0A}" dt="2026-04-30T00:53:43.308" v="2083" actId="20577"/>
        <pc:sldMkLst>
          <pc:docMk/>
          <pc:sldMk cId="1785302506" sldId="384"/>
        </pc:sldMkLst>
        <pc:spChg chg="mod">
          <ac:chgData name="janghoon jun" userId="056a5883350c2f5e" providerId="LiveId" clId="{74AFAB52-6487-4651-9B79-2F181DBD8D0A}" dt="2026-04-30T00:53:43.308" v="2083" actId="20577"/>
          <ac:spMkLst>
            <pc:docMk/>
            <pc:sldMk cId="1785302506" sldId="384"/>
            <ac:spMk id="3" creationId="{A84C152F-6AC6-4EBB-8679-327588602FD5}"/>
          </ac:spMkLst>
        </pc:spChg>
        <pc:spChg chg="mod">
          <ac:chgData name="janghoon jun" userId="056a5883350c2f5e" providerId="LiveId" clId="{74AFAB52-6487-4651-9B79-2F181DBD8D0A}" dt="2026-04-30T00:21:05.964" v="1750" actId="255"/>
          <ac:spMkLst>
            <pc:docMk/>
            <pc:sldMk cId="1785302506" sldId="384"/>
            <ac:spMk id="7" creationId="{D618DD6A-655F-02B1-E450-20C581D2F763}"/>
          </ac:spMkLst>
        </pc:spChg>
        <pc:graphicFrameChg chg="del">
          <ac:chgData name="janghoon jun" userId="056a5883350c2f5e" providerId="LiveId" clId="{74AFAB52-6487-4651-9B79-2F181DBD8D0A}" dt="2026-04-30T00:17:18.354" v="1698" actId="478"/>
          <ac:graphicFrameMkLst>
            <pc:docMk/>
            <pc:sldMk cId="1785302506" sldId="384"/>
            <ac:graphicFrameMk id="5" creationId="{262DD5F6-1D23-AF82-0D60-D610B5A35E2B}"/>
          </ac:graphicFrameMkLst>
        </pc:graphicFrameChg>
        <pc:graphicFrameChg chg="add mod ord modGraphic">
          <ac:chgData name="janghoon jun" userId="056a5883350c2f5e" providerId="LiveId" clId="{74AFAB52-6487-4651-9B79-2F181DBD8D0A}" dt="2026-04-30T00:17:21.902" v="1699" actId="14734"/>
          <ac:graphicFrameMkLst>
            <pc:docMk/>
            <pc:sldMk cId="1785302506" sldId="384"/>
            <ac:graphicFrameMk id="6" creationId="{94DCFC33-C28C-2700-774F-9A442D3EB2B6}"/>
          </ac:graphicFrameMkLst>
        </pc:graphicFrameChg>
      </pc:sldChg>
      <pc:sldChg chg="del">
        <pc:chgData name="janghoon jun" userId="056a5883350c2f5e" providerId="LiveId" clId="{74AFAB52-6487-4651-9B79-2F181DBD8D0A}" dt="2026-04-29T05:12:52.217" v="1425" actId="47"/>
        <pc:sldMkLst>
          <pc:docMk/>
          <pc:sldMk cId="351167328" sldId="390"/>
        </pc:sldMkLst>
      </pc:sldChg>
      <pc:sldChg chg="addSp modSp del">
        <pc:chgData name="janghoon jun" userId="056a5883350c2f5e" providerId="LiveId" clId="{74AFAB52-6487-4651-9B79-2F181DBD8D0A}" dt="2026-04-29T05:12:55.518" v="1426" actId="47"/>
        <pc:sldMkLst>
          <pc:docMk/>
          <pc:sldMk cId="1047168083" sldId="391"/>
        </pc:sldMkLst>
      </pc:sldChg>
      <pc:sldChg chg="addSp modSp mod ord">
        <pc:chgData name="janghoon jun" userId="056a5883350c2f5e" providerId="LiveId" clId="{74AFAB52-6487-4651-9B79-2F181DBD8D0A}" dt="2026-04-30T01:12:41.137" v="2624"/>
        <pc:sldMkLst>
          <pc:docMk/>
          <pc:sldMk cId="433290991" sldId="397"/>
        </pc:sldMkLst>
        <pc:spChg chg="add mod">
          <ac:chgData name="janghoon jun" userId="056a5883350c2f5e" providerId="LiveId" clId="{74AFAB52-6487-4651-9B79-2F181DBD8D0A}" dt="2026-04-23T05:32:00.228" v="85"/>
          <ac:spMkLst>
            <pc:docMk/>
            <pc:sldMk cId="433290991" sldId="397"/>
            <ac:spMk id="7" creationId="{E7E0ACB4-8F9E-E8EE-4C62-427B6EC3AE55}"/>
          </ac:spMkLst>
        </pc:spChg>
        <pc:spChg chg="mod">
          <ac:chgData name="janghoon jun" userId="056a5883350c2f5e" providerId="LiveId" clId="{74AFAB52-6487-4651-9B79-2F181DBD8D0A}" dt="2026-04-29T05:08:03.869" v="1302" actId="20577"/>
          <ac:spMkLst>
            <pc:docMk/>
            <pc:sldMk cId="433290991" sldId="397"/>
            <ac:spMk id="11" creationId="{2F49DB3D-7569-41CE-98E6-0D040C938EC9}"/>
          </ac:spMkLst>
        </pc:spChg>
        <pc:graphicFrameChg chg="add mod">
          <ac:chgData name="janghoon jun" userId="056a5883350c2f5e" providerId="LiveId" clId="{74AFAB52-6487-4651-9B79-2F181DBD8D0A}" dt="2026-04-23T05:32:00.228" v="85"/>
          <ac:graphicFrameMkLst>
            <pc:docMk/>
            <pc:sldMk cId="433290991" sldId="397"/>
            <ac:graphicFrameMk id="8" creationId="{28DA11E0-4E3C-811C-B8A9-9CD0FDFDB9D9}"/>
          </ac:graphicFrameMkLst>
        </pc:graphicFrameChg>
        <pc:graphicFrameChg chg="mod">
          <ac:chgData name="janghoon jun" userId="056a5883350c2f5e" providerId="LiveId" clId="{74AFAB52-6487-4651-9B79-2F181DBD8D0A}" dt="2026-04-23T04:34:00.740" v="2"/>
          <ac:graphicFrameMkLst>
            <pc:docMk/>
            <pc:sldMk cId="433290991" sldId="397"/>
            <ac:graphicFrameMk id="9" creationId="{C580C458-2EE5-4689-8617-EE9C75945DE5}"/>
          </ac:graphicFrameMkLst>
        </pc:graphicFrameChg>
      </pc:sldChg>
      <pc:sldChg chg="modSp mod">
        <pc:chgData name="janghoon jun" userId="056a5883350c2f5e" providerId="LiveId" clId="{74AFAB52-6487-4651-9B79-2F181DBD8D0A}" dt="2026-04-30T01:49:05.467" v="3131" actId="20577"/>
        <pc:sldMkLst>
          <pc:docMk/>
          <pc:sldMk cId="422661794" sldId="399"/>
        </pc:sldMkLst>
        <pc:spChg chg="mod">
          <ac:chgData name="janghoon jun" userId="056a5883350c2f5e" providerId="LiveId" clId="{74AFAB52-6487-4651-9B79-2F181DBD8D0A}" dt="2026-04-30T01:32:41.761" v="2733" actId="20577"/>
          <ac:spMkLst>
            <pc:docMk/>
            <pc:sldMk cId="422661794" sldId="399"/>
            <ac:spMk id="2" creationId="{9AF0C8C8-C4B1-4336-9468-E6803A595282}"/>
          </ac:spMkLst>
        </pc:spChg>
        <pc:spChg chg="mod">
          <ac:chgData name="janghoon jun" userId="056a5883350c2f5e" providerId="LiveId" clId="{74AFAB52-6487-4651-9B79-2F181DBD8D0A}" dt="2026-04-30T01:49:05.467" v="3131" actId="20577"/>
          <ac:spMkLst>
            <pc:docMk/>
            <pc:sldMk cId="422661794" sldId="399"/>
            <ac:spMk id="3" creationId="{A84C152F-6AC6-4EBB-8679-327588602FD5}"/>
          </ac:spMkLst>
        </pc:spChg>
      </pc:sldChg>
      <pc:sldChg chg="modSp del mod ord">
        <pc:chgData name="janghoon jun" userId="056a5883350c2f5e" providerId="LiveId" clId="{74AFAB52-6487-4651-9B79-2F181DBD8D0A}" dt="2026-04-29T04:53:12.821" v="1145" actId="47"/>
        <pc:sldMkLst>
          <pc:docMk/>
          <pc:sldMk cId="1327445754" sldId="403"/>
        </pc:sldMkLst>
        <pc:spChg chg="mod">
          <ac:chgData name="janghoon jun" userId="056a5883350c2f5e" providerId="LiveId" clId="{74AFAB52-6487-4651-9B79-2F181DBD8D0A}" dt="2026-04-29T04:52:38.493" v="1134" actId="21"/>
          <ac:spMkLst>
            <pc:docMk/>
            <pc:sldMk cId="1327445754" sldId="403"/>
            <ac:spMk id="11" creationId="{2F49DB3D-7569-41CE-98E6-0D040C938EC9}"/>
          </ac:spMkLst>
        </pc:spChg>
      </pc:sldChg>
      <pc:sldChg chg="addSp delSp modSp mod ord">
        <pc:chgData name="janghoon jun" userId="056a5883350c2f5e" providerId="LiveId" clId="{74AFAB52-6487-4651-9B79-2F181DBD8D0A}" dt="2026-04-29T04:57:34.087" v="1197" actId="1035"/>
        <pc:sldMkLst>
          <pc:docMk/>
          <pc:sldMk cId="79559792" sldId="404"/>
        </pc:sldMkLst>
        <pc:picChg chg="add mod ord">
          <ac:chgData name="janghoon jun" userId="056a5883350c2f5e" providerId="LiveId" clId="{74AFAB52-6487-4651-9B79-2F181DBD8D0A}" dt="2026-04-29T04:53:55.259" v="1151" actId="167"/>
          <ac:picMkLst>
            <pc:docMk/>
            <pc:sldMk cId="79559792" sldId="404"/>
            <ac:picMk id="3" creationId="{D80867D5-EA38-95C1-DE7E-5B101673B098}"/>
          </ac:picMkLst>
        </pc:picChg>
        <pc:picChg chg="add del">
          <ac:chgData name="janghoon jun" userId="056a5883350c2f5e" providerId="LiveId" clId="{74AFAB52-6487-4651-9B79-2F181DBD8D0A}" dt="2026-04-29T01:39:14.961" v="1124" actId="478"/>
          <ac:picMkLst>
            <pc:docMk/>
            <pc:sldMk cId="79559792" sldId="404"/>
            <ac:picMk id="5" creationId="{0D09B646-F084-4AEA-BEEF-1A6E6900AD82}"/>
          </ac:picMkLst>
        </pc:picChg>
        <pc:picChg chg="add mod ord">
          <ac:chgData name="janghoon jun" userId="056a5883350c2f5e" providerId="LiveId" clId="{74AFAB52-6487-4651-9B79-2F181DBD8D0A}" dt="2026-04-29T04:57:34.087" v="1197" actId="1035"/>
          <ac:picMkLst>
            <pc:docMk/>
            <pc:sldMk cId="79559792" sldId="404"/>
            <ac:picMk id="5" creationId="{832C7808-8D4F-C5F2-EA44-1E8125FD959A}"/>
          </ac:picMkLst>
        </pc:picChg>
        <pc:picChg chg="add del">
          <ac:chgData name="janghoon jun" userId="056a5883350c2f5e" providerId="LiveId" clId="{74AFAB52-6487-4651-9B79-2F181DBD8D0A}" dt="2026-04-29T01:39:15.555" v="1125" actId="478"/>
          <ac:picMkLst>
            <pc:docMk/>
            <pc:sldMk cId="79559792" sldId="404"/>
            <ac:picMk id="6" creationId="{E0F76B1F-ACFD-F8B9-7EB7-7F91F47F3EB9}"/>
          </ac:picMkLst>
        </pc:picChg>
        <pc:picChg chg="add del mod ord">
          <ac:chgData name="janghoon jun" userId="056a5883350c2f5e" providerId="LiveId" clId="{74AFAB52-6487-4651-9B79-2F181DBD8D0A}" dt="2026-04-29T04:53:58.868" v="1152" actId="478"/>
          <ac:picMkLst>
            <pc:docMk/>
            <pc:sldMk cId="79559792" sldId="404"/>
            <ac:picMk id="7" creationId="{589A79D3-6C6E-4C9C-5192-74A2A746330D}"/>
          </ac:picMkLst>
        </pc:picChg>
        <pc:picChg chg="del">
          <ac:chgData name="janghoon jun" userId="056a5883350c2f5e" providerId="LiveId" clId="{74AFAB52-6487-4651-9B79-2F181DBD8D0A}" dt="2026-04-29T04:54:39.904" v="1160" actId="478"/>
          <ac:picMkLst>
            <pc:docMk/>
            <pc:sldMk cId="79559792" sldId="404"/>
            <ac:picMk id="8" creationId="{BFB89FDA-A353-493A-B9D5-D8613A24BF28}"/>
          </ac:picMkLst>
        </pc:picChg>
        <pc:picChg chg="add del mod">
          <ac:chgData name="janghoon jun" userId="056a5883350c2f5e" providerId="LiveId" clId="{74AFAB52-6487-4651-9B79-2F181DBD8D0A}" dt="2026-04-29T01:39:44.323" v="1131" actId="478"/>
          <ac:picMkLst>
            <pc:docMk/>
            <pc:sldMk cId="79559792" sldId="404"/>
            <ac:picMk id="10" creationId="{7DA4E8E9-B57F-6CE5-8D2E-7AAD5ABC9D0E}"/>
          </ac:picMkLst>
        </pc:picChg>
      </pc:sldChg>
      <pc:sldChg chg="addSp modSp add del">
        <pc:chgData name="janghoon jun" userId="056a5883350c2f5e" providerId="LiveId" clId="{74AFAB52-6487-4651-9B79-2F181DBD8D0A}" dt="2026-04-29T05:06:36.258" v="1273" actId="47"/>
        <pc:sldMkLst>
          <pc:docMk/>
          <pc:sldMk cId="3676489374" sldId="417"/>
        </pc:sldMkLst>
      </pc:sldChg>
      <pc:sldChg chg="addSp modSp add del">
        <pc:chgData name="janghoon jun" userId="056a5883350c2f5e" providerId="LiveId" clId="{74AFAB52-6487-4651-9B79-2F181DBD8D0A}" dt="2026-04-29T05:12:59.134" v="1427" actId="47"/>
        <pc:sldMkLst>
          <pc:docMk/>
          <pc:sldMk cId="547293721" sldId="419"/>
        </pc:sldMkLst>
      </pc:sldChg>
      <pc:sldChg chg="modSp add mod">
        <pc:chgData name="janghoon jun" userId="056a5883350c2f5e" providerId="LiveId" clId="{74AFAB52-6487-4651-9B79-2F181DBD8D0A}" dt="2026-04-30T00:10:26.920" v="1547" actId="20577"/>
        <pc:sldMkLst>
          <pc:docMk/>
          <pc:sldMk cId="3365920944" sldId="420"/>
        </pc:sldMkLst>
        <pc:spChg chg="mod">
          <ac:chgData name="janghoon jun" userId="056a5883350c2f5e" providerId="LiveId" clId="{74AFAB52-6487-4651-9B79-2F181DBD8D0A}" dt="2026-04-30T00:10:26.920" v="1547" actId="20577"/>
          <ac:spMkLst>
            <pc:docMk/>
            <pc:sldMk cId="3365920944" sldId="420"/>
            <ac:spMk id="2" creationId="{0AA2DBD3-62E5-96A7-3E5F-73205B97DF97}"/>
          </ac:spMkLst>
        </pc:spChg>
      </pc:sldChg>
      <pc:sldChg chg="addSp delSp modSp add mod">
        <pc:chgData name="janghoon jun" userId="056a5883350c2f5e" providerId="LiveId" clId="{74AFAB52-6487-4651-9B79-2F181DBD8D0A}" dt="2026-04-30T00:42:55.542" v="1857" actId="2062"/>
        <pc:sldMkLst>
          <pc:docMk/>
          <pc:sldMk cId="1183344318" sldId="424"/>
        </pc:sldMkLst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8" creationId="{B2C6FAFE-5A2E-DCD4-F728-0A160BF938E2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9" creationId="{86C24931-875C-3989-300F-D88BEF4035F5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0" creationId="{82A01A6E-863E-4AFF-F49A-B40630B6E2BD}"/>
          </ac:spMkLst>
        </pc:spChg>
        <pc:spChg chg="mod">
          <ac:chgData name="janghoon jun" userId="056a5883350c2f5e" providerId="LiveId" clId="{74AFAB52-6487-4651-9B79-2F181DBD8D0A}" dt="2026-04-29T04:55:03.874" v="1164"/>
          <ac:spMkLst>
            <pc:docMk/>
            <pc:sldMk cId="1183344318" sldId="424"/>
            <ac:spMk id="11" creationId="{594F712F-1DB0-B5A0-BE58-7BFD2221BF1E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2" creationId="{C6320AB4-C620-3751-F94E-1A5B13A211D9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3" creationId="{57E5F73A-6064-1474-6695-8D4D33781130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4" creationId="{F774B30F-91B8-335E-45E3-29769878AD72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5" creationId="{9FC8664F-C3C0-43E3-A023-1597F0919F2E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6" creationId="{C724235D-C6ED-C88A-511C-4D5DAF759BAA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7" creationId="{0BC4B2E7-0901-F577-D184-231021AFF4F7}"/>
          </ac:spMkLst>
        </pc:spChg>
        <pc:spChg chg="mod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39" creationId="{74709CDB-3511-EB3A-EB8B-DF963D2B515F}"/>
          </ac:spMkLst>
        </pc:spChg>
        <pc:spChg chg="mod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0" creationId="{29DAD80C-8BB0-BD76-4CD8-1E2A19475F0A}"/>
          </ac:spMkLst>
        </pc:spChg>
        <pc:spChg chg="mod topLvl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1" creationId="{513777AE-C7E1-CE07-B746-19A75A1A8EE1}"/>
          </ac:spMkLst>
        </pc:spChg>
        <pc:spChg chg="mod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2" creationId="{9CDA1897-BED6-81E9-B864-D37489699BA6}"/>
          </ac:spMkLst>
        </pc:spChg>
        <pc:spChg chg="mod topLvl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3" creationId="{778CDC44-B827-AE00-4D82-C5AAAF0929B6}"/>
          </ac:spMkLst>
        </pc:spChg>
        <pc:spChg chg="mod topLvl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4" creationId="{D400DB57-6635-6B94-9E8D-6E2BDBEFAFFC}"/>
          </ac:spMkLst>
        </pc:spChg>
        <pc:spChg chg="mod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5" creationId="{32141635-C4C2-7A98-989A-2541DBB4E694}"/>
          </ac:spMkLst>
        </pc:spChg>
        <pc:spChg chg="mod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6" creationId="{6C4F65FA-0C59-AD1B-0695-D13B08091D29}"/>
          </ac:spMkLst>
        </pc:spChg>
        <pc:spChg chg="mod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7" creationId="{5732E968-2554-EB9D-16F9-8131E5A09DCB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48" creationId="{FA7CA55E-15DC-9D15-13B8-8A14AAC56E54}"/>
          </ac:spMkLst>
        </pc:spChg>
        <pc:spChg chg="de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49" creationId="{11880D5B-0F7C-4470-AA10-C6A33AA4198D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0" creationId="{05208522-6278-D741-9B2F-262FBDEFC690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1" creationId="{7FA5140B-7E90-34EC-DBE2-FFF673BDF000}"/>
          </ac:spMkLst>
        </pc:spChg>
        <pc:spChg chg="de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2" creationId="{3AEEF341-5712-B06D-4E32-C100545D2439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3" creationId="{4D59BBC4-D670-C230-0E3D-6E9A8CC1071C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4" creationId="{7EC843AF-ADFB-C9DF-BB2F-72BE02FB9E0F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5" creationId="{5089480E-2BC3-C771-0EC1-613CBF8B14EA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6" creationId="{BAEC52FB-84B6-559A-4886-34A0FC2877A8}"/>
          </ac:spMkLst>
        </pc:spChg>
        <pc:spChg chg="mod">
          <ac:chgData name="janghoon jun" userId="056a5883350c2f5e" providerId="LiveId" clId="{74AFAB52-6487-4651-9B79-2F181DBD8D0A}" dt="2026-04-29T01:31:34.994" v="1063" actId="20577"/>
          <ac:spMkLst>
            <pc:docMk/>
            <pc:sldMk cId="1183344318" sldId="424"/>
            <ac:spMk id="61" creationId="{6D2F29C0-3430-B09B-78DB-3454E73F31E6}"/>
          </ac:spMkLst>
        </pc:spChg>
        <pc:grpChg chg="add mod">
          <ac:chgData name="janghoon jun" userId="056a5883350c2f5e" providerId="LiveId" clId="{74AFAB52-6487-4651-9B79-2F181DBD8D0A}" dt="2026-04-29T04:55:32.947" v="1170" actId="1076"/>
          <ac:grpSpMkLst>
            <pc:docMk/>
            <pc:sldMk cId="1183344318" sldId="424"/>
            <ac:grpSpMk id="6" creationId="{E8D9A72F-68D0-7578-2E09-58FBE8B862FE}"/>
          </ac:grpSpMkLst>
        </pc:grpChg>
        <pc:grpChg chg="add del mod">
          <ac:chgData name="janghoon jun" userId="056a5883350c2f5e" providerId="LiveId" clId="{74AFAB52-6487-4651-9B79-2F181DBD8D0A}" dt="2026-04-29T04:55:36.689" v="1171" actId="478"/>
          <ac:grpSpMkLst>
            <pc:docMk/>
            <pc:sldMk cId="1183344318" sldId="424"/>
            <ac:grpSpMk id="7" creationId="{9B6432B3-8AAE-B46C-7F9B-BF1C31DA4C5A}"/>
          </ac:grpSpMkLst>
        </pc:grpChg>
        <pc:graphicFrameChg chg="mod modGraphic">
          <ac:chgData name="janghoon jun" userId="056a5883350c2f5e" providerId="LiveId" clId="{74AFAB52-6487-4651-9B79-2F181DBD8D0A}" dt="2026-04-30T00:42:55.542" v="1857" actId="2062"/>
          <ac:graphicFrameMkLst>
            <pc:docMk/>
            <pc:sldMk cId="1183344318" sldId="424"/>
            <ac:graphicFrameMk id="58" creationId="{93111E9C-3E6D-1CC0-B18B-8040697D5774}"/>
          </ac:graphicFrameMkLst>
        </pc:graphicFrameChg>
      </pc:sldChg>
      <pc:sldChg chg="modSp add del mod ord">
        <pc:chgData name="janghoon jun" userId="056a5883350c2f5e" providerId="LiveId" clId="{74AFAB52-6487-4651-9B79-2F181DBD8D0A}" dt="2026-04-29T04:56:08.117" v="1172" actId="47"/>
        <pc:sldMkLst>
          <pc:docMk/>
          <pc:sldMk cId="3567372362" sldId="425"/>
        </pc:sldMkLst>
        <pc:spChg chg="mod">
          <ac:chgData name="janghoon jun" userId="056a5883350c2f5e" providerId="LiveId" clId="{74AFAB52-6487-4651-9B79-2F181DBD8D0A}" dt="2026-04-29T04:55:00.102" v="1161" actId="21"/>
          <ac:spMkLst>
            <pc:docMk/>
            <pc:sldMk cId="3567372362" sldId="425"/>
            <ac:spMk id="11" creationId="{4925A88E-9A76-1866-300E-75B3BD583781}"/>
          </ac:spMkLst>
        </pc:spChg>
      </pc:sldChg>
      <pc:sldChg chg="addSp delSp modSp add mod ord">
        <pc:chgData name="janghoon jun" userId="056a5883350c2f5e" providerId="LiveId" clId="{74AFAB52-6487-4651-9B79-2F181DBD8D0A}" dt="2026-04-29T04:57:29.837" v="1195" actId="1036"/>
        <pc:sldMkLst>
          <pc:docMk/>
          <pc:sldMk cId="2035619833" sldId="426"/>
        </pc:sldMkLst>
        <pc:picChg chg="add mod ord">
          <ac:chgData name="janghoon jun" userId="056a5883350c2f5e" providerId="LiveId" clId="{74AFAB52-6487-4651-9B79-2F181DBD8D0A}" dt="2026-04-29T04:56:36.008" v="1178" actId="167"/>
          <ac:picMkLst>
            <pc:docMk/>
            <pc:sldMk cId="2035619833" sldId="426"/>
            <ac:picMk id="3" creationId="{65FE3929-3ACF-4164-1782-1CD0C45B795C}"/>
          </ac:picMkLst>
        </pc:picChg>
        <pc:picChg chg="add mod ord">
          <ac:chgData name="janghoon jun" userId="056a5883350c2f5e" providerId="LiveId" clId="{74AFAB52-6487-4651-9B79-2F181DBD8D0A}" dt="2026-04-29T04:57:29.837" v="1195" actId="1036"/>
          <ac:picMkLst>
            <pc:docMk/>
            <pc:sldMk cId="2035619833" sldId="426"/>
            <ac:picMk id="5" creationId="{AE1BC314-3C9D-B4FC-C010-D9D561C73F2A}"/>
          </ac:picMkLst>
        </pc:picChg>
        <pc:picChg chg="del">
          <ac:chgData name="janghoon jun" userId="056a5883350c2f5e" providerId="LiveId" clId="{74AFAB52-6487-4651-9B79-2F181DBD8D0A}" dt="2026-04-29T04:56:37.399" v="1179" actId="478"/>
          <ac:picMkLst>
            <pc:docMk/>
            <pc:sldMk cId="2035619833" sldId="426"/>
            <ac:picMk id="6" creationId="{BC1F4BBC-90CD-A9A8-90E9-192C692B7D96}"/>
          </ac:picMkLst>
        </pc:picChg>
        <pc:picChg chg="add del">
          <ac:chgData name="janghoon jun" userId="056a5883350c2f5e" providerId="LiveId" clId="{74AFAB52-6487-4651-9B79-2F181DBD8D0A}" dt="2026-04-29T04:57:16.306" v="1187" actId="478"/>
          <ac:picMkLst>
            <pc:docMk/>
            <pc:sldMk cId="2035619833" sldId="426"/>
            <ac:picMk id="7" creationId="{F4CEE441-38AF-6F6C-F259-1C70D50A04DC}"/>
          </ac:picMkLst>
        </pc:picChg>
        <pc:picChg chg="add del">
          <ac:chgData name="janghoon jun" userId="056a5883350c2f5e" providerId="LiveId" clId="{74AFAB52-6487-4651-9B79-2F181DBD8D0A}" dt="2026-04-29T04:56:39.119" v="1180" actId="478"/>
          <ac:picMkLst>
            <pc:docMk/>
            <pc:sldMk cId="2035619833" sldId="426"/>
            <ac:picMk id="10" creationId="{585EAB18-FCD9-0D20-39A8-0352ED13AA94}"/>
          </ac:picMkLst>
        </pc:picChg>
      </pc:sldChg>
      <pc:sldChg chg="addSp delSp modSp add mod ord">
        <pc:chgData name="janghoon jun" userId="056a5883350c2f5e" providerId="LiveId" clId="{74AFAB52-6487-4651-9B79-2F181DBD8D0A}" dt="2026-04-29T05:07:12.337" v="1279" actId="14100"/>
        <pc:sldMkLst>
          <pc:docMk/>
          <pc:sldMk cId="3896853274" sldId="427"/>
        </pc:sldMkLst>
        <pc:graphicFrameChg chg="del mod">
          <ac:chgData name="janghoon jun" userId="056a5883350c2f5e" providerId="LiveId" clId="{74AFAB52-6487-4651-9B79-2F181DBD8D0A}" dt="2026-04-29T05:06:45.649" v="1274" actId="478"/>
          <ac:graphicFrameMkLst>
            <pc:docMk/>
            <pc:sldMk cId="3896853274" sldId="427"/>
            <ac:graphicFrameMk id="8" creationId="{E1BF661B-644B-B413-5A1F-111F1F8F21AD}"/>
          </ac:graphicFrameMkLst>
        </pc:graphicFrameChg>
        <pc:picChg chg="add mod">
          <ac:chgData name="janghoon jun" userId="056a5883350c2f5e" providerId="LiveId" clId="{74AFAB52-6487-4651-9B79-2F181DBD8D0A}" dt="2026-04-29T05:07:12.337" v="1279" actId="14100"/>
          <ac:picMkLst>
            <pc:docMk/>
            <pc:sldMk cId="3896853274" sldId="427"/>
            <ac:picMk id="3" creationId="{0F09D61F-4575-4AA0-4EC0-F4ADA2B8559F}"/>
          </ac:picMkLst>
        </pc:picChg>
        <pc:picChg chg="add mod">
          <ac:chgData name="janghoon jun" userId="056a5883350c2f5e" providerId="LiveId" clId="{74AFAB52-6487-4651-9B79-2F181DBD8D0A}" dt="2026-04-29T05:07:12.337" v="1279" actId="14100"/>
          <ac:picMkLst>
            <pc:docMk/>
            <pc:sldMk cId="3896853274" sldId="427"/>
            <ac:picMk id="5" creationId="{69FA6F37-7768-C4BF-D5F4-6B224F40B4BE}"/>
          </ac:picMkLst>
        </pc:picChg>
        <pc:picChg chg="add del">
          <ac:chgData name="janghoon jun" userId="056a5883350c2f5e" providerId="LiveId" clId="{74AFAB52-6487-4651-9B79-2F181DBD8D0A}" dt="2026-04-29T05:06:46.212" v="1275" actId="478"/>
          <ac:picMkLst>
            <pc:docMk/>
            <pc:sldMk cId="3896853274" sldId="427"/>
            <ac:picMk id="6" creationId="{C54047D0-AF13-B2B0-3AD7-EC4D64CA5AA4}"/>
          </ac:picMkLst>
        </pc:picChg>
      </pc:sldChg>
      <pc:sldChg chg="addSp modSp add del ord modCm">
        <pc:chgData name="janghoon jun" userId="056a5883350c2f5e" providerId="LiveId" clId="{74AFAB52-6487-4651-9B79-2F181DBD8D0A}" dt="2026-04-29T05:07:29.696" v="1280" actId="47"/>
        <pc:sldMkLst>
          <pc:docMk/>
          <pc:sldMk cId="2959586648" sldId="429"/>
        </pc:sldMkLst>
      </pc:sldChg>
      <pc:sldChg chg="addSp modSp add del">
        <pc:chgData name="janghoon jun" userId="056a5883350c2f5e" providerId="LiveId" clId="{74AFAB52-6487-4651-9B79-2F181DBD8D0A}" dt="2026-04-29T05:13:01.931" v="1428" actId="47"/>
        <pc:sldMkLst>
          <pc:docMk/>
          <pc:sldMk cId="2349903612" sldId="430"/>
        </pc:sldMkLst>
      </pc:sldChg>
      <pc:sldChg chg="addSp modSp add del">
        <pc:chgData name="janghoon jun" userId="056a5883350c2f5e" providerId="LiveId" clId="{74AFAB52-6487-4651-9B79-2F181DBD8D0A}" dt="2026-04-29T05:13:04.141" v="1429" actId="47"/>
        <pc:sldMkLst>
          <pc:docMk/>
          <pc:sldMk cId="3899760896" sldId="431"/>
        </pc:sldMkLst>
      </pc:sldChg>
      <pc:sldChg chg="addSp delSp modSp add mod">
        <pc:chgData name="janghoon jun" userId="056a5883350c2f5e" providerId="LiveId" clId="{74AFAB52-6487-4651-9B79-2F181DBD8D0A}" dt="2026-04-30T01:12:51.226" v="2631" actId="6549"/>
        <pc:sldMkLst>
          <pc:docMk/>
          <pc:sldMk cId="4099219520" sldId="438"/>
        </pc:sldMkLst>
        <pc:spChg chg="add del mod">
          <ac:chgData name="janghoon jun" userId="056a5883350c2f5e" providerId="LiveId" clId="{74AFAB52-6487-4651-9B79-2F181DBD8D0A}" dt="2026-04-29T00:56:21.849" v="726" actId="478"/>
          <ac:spMkLst>
            <pc:docMk/>
            <pc:sldMk cId="4099219520" sldId="438"/>
            <ac:spMk id="3" creationId="{E1F33830-6301-294E-965D-34195F4CF66F}"/>
          </ac:spMkLst>
        </pc:spChg>
        <pc:spChg chg="mod">
          <ac:chgData name="janghoon jun" userId="056a5883350c2f5e" providerId="LiveId" clId="{74AFAB52-6487-4651-9B79-2F181DBD8D0A}" dt="2026-04-30T01:12:51.226" v="2631" actId="6549"/>
          <ac:spMkLst>
            <pc:docMk/>
            <pc:sldMk cId="4099219520" sldId="438"/>
            <ac:spMk id="14" creationId="{776DA4E4-00A3-E690-8224-10FF5B020CD9}"/>
          </ac:spMkLst>
        </pc:spChg>
      </pc:sldChg>
      <pc:sldChg chg="addSp delSp modSp add mod">
        <pc:chgData name="janghoon jun" userId="056a5883350c2f5e" providerId="LiveId" clId="{74AFAB52-6487-4651-9B79-2F181DBD8D0A}" dt="2026-04-29T05:11:30.008" v="1404" actId="403"/>
        <pc:sldMkLst>
          <pc:docMk/>
          <pc:sldMk cId="2448059843" sldId="439"/>
        </pc:sldMkLst>
        <pc:spChg chg="add del mod">
          <ac:chgData name="janghoon jun" userId="056a5883350c2f5e" providerId="LiveId" clId="{74AFAB52-6487-4651-9B79-2F181DBD8D0A}" dt="2026-04-29T04:58:23.399" v="1199" actId="478"/>
          <ac:spMkLst>
            <pc:docMk/>
            <pc:sldMk cId="2448059843" sldId="439"/>
            <ac:spMk id="5" creationId="{A68442DD-1B4E-D047-8850-38A5979BA4A6}"/>
          </ac:spMkLst>
        </pc:spChg>
        <pc:spChg chg="mod">
          <ac:chgData name="janghoon jun" userId="056a5883350c2f5e" providerId="LiveId" clId="{74AFAB52-6487-4651-9B79-2F181DBD8D0A}" dt="2026-04-29T04:59:37.277" v="1210" actId="14100"/>
          <ac:spMkLst>
            <pc:docMk/>
            <pc:sldMk cId="2448059843" sldId="439"/>
            <ac:spMk id="6" creationId="{F522D9CA-DB13-E8D4-A211-D139CF214D05}"/>
          </ac:spMkLst>
        </pc:spChg>
        <pc:spChg chg="add 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8" creationId="{6DF69552-3717-1F7A-BF20-B7A3EB3652C3}"/>
          </ac:spMkLst>
        </pc:spChg>
        <pc:spChg chg="add 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9" creationId="{1C25C5CD-59C4-9F33-F311-8696BFE0CD8D}"/>
          </ac:spMkLst>
        </pc:spChg>
        <pc:spChg chg="mod">
          <ac:chgData name="janghoon jun" userId="056a5883350c2f5e" providerId="LiveId" clId="{74AFAB52-6487-4651-9B79-2F181DBD8D0A}" dt="2026-04-29T04:59:40.743" v="1211" actId="164"/>
          <ac:spMkLst>
            <pc:docMk/>
            <pc:sldMk cId="2448059843" sldId="439"/>
            <ac:spMk id="10" creationId="{A6A389E8-DA0D-5668-B5B5-85D7D1CEDEA8}"/>
          </ac:spMkLst>
        </pc:spChg>
        <pc:spChg chg="add 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12" creationId="{7C4608E4-FF89-612E-FBFF-3E77474EA99D}"/>
          </ac:spMkLst>
        </pc:spChg>
        <pc:spChg chg="add 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13" creationId="{ADAFA306-3339-92E0-C35C-9A8634BF50C0}"/>
          </ac:spMkLst>
        </pc:spChg>
        <pc:spChg chg="del">
          <ac:chgData name="janghoon jun" userId="056a5883350c2f5e" providerId="LiveId" clId="{74AFAB52-6487-4651-9B79-2F181DBD8D0A}" dt="2026-04-29T04:58:20.587" v="1198" actId="478"/>
          <ac:spMkLst>
            <pc:docMk/>
            <pc:sldMk cId="2448059843" sldId="439"/>
            <ac:spMk id="14" creationId="{30577F5C-B21D-CABE-BC19-67450CCB75A3}"/>
          </ac:spMkLst>
        </pc:spChg>
        <pc:spChg chg="mod">
          <ac:chgData name="janghoon jun" userId="056a5883350c2f5e" providerId="LiveId" clId="{74AFAB52-6487-4651-9B79-2F181DBD8D0A}" dt="2026-04-29T04:59:37.277" v="1210" actId="14100"/>
          <ac:spMkLst>
            <pc:docMk/>
            <pc:sldMk cId="2448059843" sldId="439"/>
            <ac:spMk id="15" creationId="{DF4BAE5E-2CB0-FB8A-D168-38B463ED8A67}"/>
          </ac:spMkLst>
        </pc:spChg>
        <pc:spChg chg="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18" creationId="{A377C9B6-A7A1-0364-F85D-33EA1C751C86}"/>
          </ac:spMkLst>
        </pc:spChg>
        <pc:spChg chg="mod">
          <ac:chgData name="janghoon jun" userId="056a5883350c2f5e" providerId="LiveId" clId="{74AFAB52-6487-4651-9B79-2F181DBD8D0A}" dt="2026-04-29T04:59:37.277" v="1210" actId="14100"/>
          <ac:spMkLst>
            <pc:docMk/>
            <pc:sldMk cId="2448059843" sldId="439"/>
            <ac:spMk id="19" creationId="{305ABC69-8443-3860-EBCE-B25C8E3514A1}"/>
          </ac:spMkLst>
        </pc:spChg>
        <pc:spChg chg="add 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20" creationId="{15001893-4CFA-862E-C332-192491807659}"/>
          </ac:spMkLst>
        </pc:spChg>
        <pc:spChg chg="add 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21" creationId="{8C0F5990-A1D7-FA1A-5DA8-53EC9153E62E}"/>
          </ac:spMkLst>
        </pc:spChg>
        <pc:spChg chg="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22" creationId="{BAFA56F1-E95D-E6C7-D1FE-6BE6E209EFDF}"/>
          </ac:spMkLst>
        </pc:spChg>
        <pc:spChg chg="mod">
          <ac:chgData name="janghoon jun" userId="056a5883350c2f5e" providerId="LiveId" clId="{74AFAB52-6487-4651-9B79-2F181DBD8D0A}" dt="2026-04-29T04:59:37.277" v="1210" actId="14100"/>
          <ac:spMkLst>
            <pc:docMk/>
            <pc:sldMk cId="2448059843" sldId="439"/>
            <ac:spMk id="23" creationId="{206EECF2-3CF6-4F72-AA40-8064A0124F64}"/>
          </ac:spMkLst>
        </pc:spChg>
        <pc:spChg chg="mod">
          <ac:chgData name="janghoon jun" userId="056a5883350c2f5e" providerId="LiveId" clId="{74AFAB52-6487-4651-9B79-2F181DBD8D0A}" dt="2026-04-29T04:59:40.743" v="1211" actId="164"/>
          <ac:spMkLst>
            <pc:docMk/>
            <pc:sldMk cId="2448059843" sldId="439"/>
            <ac:spMk id="24" creationId="{3A666981-EE36-9701-8DA5-6383D6814977}"/>
          </ac:spMkLst>
        </pc:spChg>
        <pc:spChg chg="mod">
          <ac:chgData name="janghoon jun" userId="056a5883350c2f5e" providerId="LiveId" clId="{74AFAB52-6487-4651-9B79-2F181DBD8D0A}" dt="2026-04-29T05:01:17.093" v="1255" actId="403"/>
          <ac:spMkLst>
            <pc:docMk/>
            <pc:sldMk cId="2448059843" sldId="439"/>
            <ac:spMk id="26" creationId="{8842D9D5-20CD-7538-6FE5-794AB94CC6A3}"/>
          </ac:spMkLst>
        </pc:spChg>
        <pc:spChg chg="add mod">
          <ac:chgData name="janghoon jun" userId="056a5883350c2f5e" providerId="LiveId" clId="{74AFAB52-6487-4651-9B79-2F181DBD8D0A}" dt="2026-04-29T05:01:17.093" v="1255" actId="403"/>
          <ac:spMkLst>
            <pc:docMk/>
            <pc:sldMk cId="2448059843" sldId="439"/>
            <ac:spMk id="27" creationId="{15E6DE08-3482-EEB1-582C-86F481BD675A}"/>
          </ac:spMkLst>
        </pc:spChg>
        <pc:spChg chg="mod">
          <ac:chgData name="janghoon jun" userId="056a5883350c2f5e" providerId="LiveId" clId="{74AFAB52-6487-4651-9B79-2F181DBD8D0A}" dt="2026-04-29T05:01:21.759" v="1257" actId="20577"/>
          <ac:spMkLst>
            <pc:docMk/>
            <pc:sldMk cId="2448059843" sldId="439"/>
            <ac:spMk id="28" creationId="{DBC08F65-E1EB-9516-C682-68D803279986}"/>
          </ac:spMkLst>
        </pc:spChg>
        <pc:spChg chg="mod">
          <ac:chgData name="janghoon jun" userId="056a5883350c2f5e" providerId="LiveId" clId="{74AFAB52-6487-4651-9B79-2F181DBD8D0A}" dt="2026-04-29T05:01:24.039" v="1259" actId="20577"/>
          <ac:spMkLst>
            <pc:docMk/>
            <pc:sldMk cId="2448059843" sldId="439"/>
            <ac:spMk id="29" creationId="{C59EBE51-E9ED-A4C8-5681-199515BD66E1}"/>
          </ac:spMkLst>
        </pc:spChg>
        <pc:spChg chg="add mod">
          <ac:chgData name="janghoon jun" userId="056a5883350c2f5e" providerId="LiveId" clId="{74AFAB52-6487-4651-9B79-2F181DBD8D0A}" dt="2026-04-29T05:01:17.093" v="1255" actId="403"/>
          <ac:spMkLst>
            <pc:docMk/>
            <pc:sldMk cId="2448059843" sldId="439"/>
            <ac:spMk id="30" creationId="{2CD71BF4-9679-B31C-EDFF-5919DF3BE15E}"/>
          </ac:spMkLst>
        </pc:spChg>
        <pc:spChg chg="add mod">
          <ac:chgData name="janghoon jun" userId="056a5883350c2f5e" providerId="LiveId" clId="{74AFAB52-6487-4651-9B79-2F181DBD8D0A}" dt="2026-04-29T05:11:15.259" v="1398" actId="1076"/>
          <ac:spMkLst>
            <pc:docMk/>
            <pc:sldMk cId="2448059843" sldId="439"/>
            <ac:spMk id="32" creationId="{28A39C34-6D03-D4B8-9D65-0DB57021CBF2}"/>
          </ac:spMkLst>
        </pc:spChg>
        <pc:spChg chg="add mod">
          <ac:chgData name="janghoon jun" userId="056a5883350c2f5e" providerId="LiveId" clId="{74AFAB52-6487-4651-9B79-2F181DBD8D0A}" dt="2026-04-29T04:58:46.446" v="1202" actId="14100"/>
          <ac:spMkLst>
            <pc:docMk/>
            <pc:sldMk cId="2448059843" sldId="439"/>
            <ac:spMk id="34" creationId="{91ABCF90-8287-49E7-403E-09E7AEEB9982}"/>
          </ac:spMkLst>
        </pc:spChg>
        <pc:spChg chg="add mod">
          <ac:chgData name="janghoon jun" userId="056a5883350c2f5e" providerId="LiveId" clId="{74AFAB52-6487-4651-9B79-2F181DBD8D0A}" dt="2026-04-29T05:08:47.984" v="1329" actId="1076"/>
          <ac:spMkLst>
            <pc:docMk/>
            <pc:sldMk cId="2448059843" sldId="439"/>
            <ac:spMk id="35" creationId="{20E5F45D-6041-A0EA-E652-8E74C4B7FB17}"/>
          </ac:spMkLst>
        </pc:spChg>
        <pc:spChg chg="add mod">
          <ac:chgData name="janghoon jun" userId="056a5883350c2f5e" providerId="LiveId" clId="{74AFAB52-6487-4651-9B79-2F181DBD8D0A}" dt="2026-04-29T05:08:31.493" v="1327" actId="20577"/>
          <ac:spMkLst>
            <pc:docMk/>
            <pc:sldMk cId="2448059843" sldId="439"/>
            <ac:spMk id="38" creationId="{50D0C90D-3828-BC8C-1164-95B6C1A3CE44}"/>
          </ac:spMkLst>
        </pc:spChg>
        <pc:grpChg chg="mod">
          <ac:chgData name="janghoon jun" userId="056a5883350c2f5e" providerId="LiveId" clId="{74AFAB52-6487-4651-9B79-2F181DBD8D0A}" dt="2026-04-29T05:08:57.180" v="1330" actId="1076"/>
          <ac:grpSpMkLst>
            <pc:docMk/>
            <pc:sldMk cId="2448059843" sldId="439"/>
            <ac:grpSpMk id="36" creationId="{11B4D52B-15F6-8DA4-2739-8DF1FEB18585}"/>
          </ac:grpSpMkLst>
        </pc:grpChg>
        <pc:grpChg chg="add mod">
          <ac:chgData name="janghoon jun" userId="056a5883350c2f5e" providerId="LiveId" clId="{74AFAB52-6487-4651-9B79-2F181DBD8D0A}" dt="2026-04-29T05:08:57.180" v="1330" actId="1076"/>
          <ac:grpSpMkLst>
            <pc:docMk/>
            <pc:sldMk cId="2448059843" sldId="439"/>
            <ac:grpSpMk id="37" creationId="{CFD91A08-AC4C-D477-F737-33C06636B116}"/>
          </ac:grpSpMkLst>
        </pc:grpChg>
        <pc:graphicFrameChg chg="del mod modGraphic">
          <ac:chgData name="janghoon jun" userId="056a5883350c2f5e" providerId="LiveId" clId="{74AFAB52-6487-4651-9B79-2F181DBD8D0A}" dt="2026-04-29T05:09:59.040" v="1339" actId="478"/>
          <ac:graphicFrameMkLst>
            <pc:docMk/>
            <pc:sldMk cId="2448059843" sldId="439"/>
            <ac:graphicFrameMk id="31" creationId="{765346FE-96C0-AEF4-247E-6463725ACB27}"/>
          </ac:graphicFrameMkLst>
        </pc:graphicFrameChg>
        <pc:graphicFrameChg chg="del mod modGraphic">
          <ac:chgData name="janghoon jun" userId="056a5883350c2f5e" providerId="LiveId" clId="{74AFAB52-6487-4651-9B79-2F181DBD8D0A}" dt="2026-04-29T05:10:21.181" v="1352" actId="478"/>
          <ac:graphicFrameMkLst>
            <pc:docMk/>
            <pc:sldMk cId="2448059843" sldId="439"/>
            <ac:graphicFrameMk id="33" creationId="{9311C8D9-654A-D371-D1EE-2AB63DDABA47}"/>
          </ac:graphicFrameMkLst>
        </pc:graphicFrameChg>
        <pc:graphicFrameChg chg="add mod modGraphic">
          <ac:chgData name="janghoon jun" userId="056a5883350c2f5e" providerId="LiveId" clId="{74AFAB52-6487-4651-9B79-2F181DBD8D0A}" dt="2026-04-29T05:11:24.852" v="1402" actId="403"/>
          <ac:graphicFrameMkLst>
            <pc:docMk/>
            <pc:sldMk cId="2448059843" sldId="439"/>
            <ac:graphicFrameMk id="39" creationId="{42FBA0F0-A196-6D6F-2EEE-67705DFC7194}"/>
          </ac:graphicFrameMkLst>
        </pc:graphicFrameChg>
        <pc:graphicFrameChg chg="add mod modGraphic">
          <ac:chgData name="janghoon jun" userId="056a5883350c2f5e" providerId="LiveId" clId="{74AFAB52-6487-4651-9B79-2F181DBD8D0A}" dt="2026-04-29T05:11:30.008" v="1404" actId="403"/>
          <ac:graphicFrameMkLst>
            <pc:docMk/>
            <pc:sldMk cId="2448059843" sldId="439"/>
            <ac:graphicFrameMk id="40" creationId="{63449535-FBF9-C660-62B1-1B9385149142}"/>
          </ac:graphicFrameMkLst>
        </pc:graphicFrameChg>
      </pc:sldChg>
      <pc:sldChg chg="addSp delSp modSp mod ord">
        <pc:chgData name="janghoon jun" userId="056a5883350c2f5e" providerId="LiveId" clId="{74AFAB52-6487-4651-9B79-2F181DBD8D0A}" dt="2026-04-30T00:44:58.823" v="1859"/>
        <pc:sldMkLst>
          <pc:docMk/>
          <pc:sldMk cId="714209222" sldId="440"/>
        </pc:sldMkLst>
        <pc:spChg chg="mod">
          <ac:chgData name="janghoon jun" userId="056a5883350c2f5e" providerId="LiveId" clId="{74AFAB52-6487-4651-9B79-2F181DBD8D0A}" dt="2026-04-30T00:22:00.980" v="1762" actId="20577"/>
          <ac:spMkLst>
            <pc:docMk/>
            <pc:sldMk cId="714209222" sldId="440"/>
            <ac:spMk id="3" creationId="{390BD7E6-EF9B-E36B-1DCD-CED3DA9CCC00}"/>
          </ac:spMkLst>
        </pc:spChg>
        <pc:spChg chg="mod">
          <ac:chgData name="janghoon jun" userId="056a5883350c2f5e" providerId="LiveId" clId="{74AFAB52-6487-4651-9B79-2F181DBD8D0A}" dt="2026-04-30T00:20:53.911" v="1747" actId="207"/>
          <ac:spMkLst>
            <pc:docMk/>
            <pc:sldMk cId="714209222" sldId="440"/>
            <ac:spMk id="10" creationId="{DE399AA7-704D-17FF-4B91-28A54DA61309}"/>
          </ac:spMkLst>
        </pc:spChg>
        <pc:graphicFrameChg chg="add">
          <ac:chgData name="janghoon jun" userId="056a5883350c2f5e" providerId="LiveId" clId="{74AFAB52-6487-4651-9B79-2F181DBD8D0A}" dt="2026-04-30T00:18:03.089" v="1707"/>
          <ac:graphicFrameMkLst>
            <pc:docMk/>
            <pc:sldMk cId="714209222" sldId="440"/>
            <ac:graphicFrameMk id="5" creationId="{1CA3FED3-F37D-6C7B-DA1F-F206C35D57DB}"/>
          </ac:graphicFrameMkLst>
        </pc:graphicFrameChg>
        <pc:graphicFrameChg chg="add mod ord modGraphic">
          <ac:chgData name="janghoon jun" userId="056a5883350c2f5e" providerId="LiveId" clId="{74AFAB52-6487-4651-9B79-2F181DBD8D0A}" dt="2026-04-30T00:20:36.558" v="1744" actId="113"/>
          <ac:graphicFrameMkLst>
            <pc:docMk/>
            <pc:sldMk cId="714209222" sldId="440"/>
            <ac:graphicFrameMk id="6" creationId="{2553B926-1BE2-B289-82FC-C1DD7EA9BF05}"/>
          </ac:graphicFrameMkLst>
        </pc:graphicFrameChg>
        <pc:graphicFrameChg chg="del">
          <ac:chgData name="janghoon jun" userId="056a5883350c2f5e" providerId="LiveId" clId="{74AFAB52-6487-4651-9B79-2F181DBD8D0A}" dt="2026-04-30T00:18:49.621" v="1716" actId="478"/>
          <ac:graphicFrameMkLst>
            <pc:docMk/>
            <pc:sldMk cId="714209222" sldId="440"/>
            <ac:graphicFrameMk id="9" creationId="{581A75F8-BE51-93AE-B17F-0F252D17B917}"/>
          </ac:graphicFrameMkLst>
        </pc:graphicFrameChg>
      </pc:sldChg>
      <pc:sldChg chg="delSp modSp add del mod">
        <pc:chgData name="janghoon jun" userId="056a5883350c2f5e" providerId="LiveId" clId="{74AFAB52-6487-4651-9B79-2F181DBD8D0A}" dt="2026-04-29T05:12:27.070" v="1424" actId="47"/>
        <pc:sldMkLst>
          <pc:docMk/>
          <pc:sldMk cId="1092152876" sldId="440"/>
        </pc:sldMkLst>
        <pc:spChg chg="mod">
          <ac:chgData name="janghoon jun" userId="056a5883350c2f5e" providerId="LiveId" clId="{74AFAB52-6487-4651-9B79-2F181DBD8D0A}" dt="2026-04-29T05:12:22.993" v="1423" actId="20577"/>
          <ac:spMkLst>
            <pc:docMk/>
            <pc:sldMk cId="1092152876" sldId="440"/>
            <ac:spMk id="11" creationId="{125788C7-5721-2014-73BF-3E824A329BFD}"/>
          </ac:spMkLst>
        </pc:spChg>
        <pc:picChg chg="del">
          <ac:chgData name="janghoon jun" userId="056a5883350c2f5e" providerId="LiveId" clId="{74AFAB52-6487-4651-9B79-2F181DBD8D0A}" dt="2026-04-29T05:12:14.144" v="1406" actId="478"/>
          <ac:picMkLst>
            <pc:docMk/>
            <pc:sldMk cId="1092152876" sldId="440"/>
            <ac:picMk id="3" creationId="{CA3DDB14-3FAA-600D-A130-C3277448B36B}"/>
          </ac:picMkLst>
        </pc:picChg>
        <pc:picChg chg="del">
          <ac:chgData name="janghoon jun" userId="056a5883350c2f5e" providerId="LiveId" clId="{74AFAB52-6487-4651-9B79-2F181DBD8D0A}" dt="2026-04-29T05:12:14.601" v="1407" actId="478"/>
          <ac:picMkLst>
            <pc:docMk/>
            <pc:sldMk cId="1092152876" sldId="440"/>
            <ac:picMk id="5" creationId="{CEB3CC55-1D88-761F-51B7-DAAAFA4685F9}"/>
          </ac:picMkLst>
        </pc:picChg>
      </pc:sldChg>
      <pc:sldChg chg="addSp delSp modSp mod">
        <pc:chgData name="janghoon jun" userId="056a5883350c2f5e" providerId="LiveId" clId="{74AFAB52-6487-4651-9B79-2F181DBD8D0A}" dt="2026-04-30T00:21:51.730" v="1760" actId="20577"/>
        <pc:sldMkLst>
          <pc:docMk/>
          <pc:sldMk cId="310154155" sldId="443"/>
        </pc:sldMkLst>
        <pc:spChg chg="mod">
          <ac:chgData name="janghoon jun" userId="056a5883350c2f5e" providerId="LiveId" clId="{74AFAB52-6487-4651-9B79-2F181DBD8D0A}" dt="2026-04-30T00:21:51.730" v="1760" actId="20577"/>
          <ac:spMkLst>
            <pc:docMk/>
            <pc:sldMk cId="310154155" sldId="443"/>
            <ac:spMk id="3" creationId="{0955EA2E-FF17-30D6-5615-AFEC32F2786A}"/>
          </ac:spMkLst>
        </pc:spChg>
        <pc:spChg chg="mod">
          <ac:chgData name="janghoon jun" userId="056a5883350c2f5e" providerId="LiveId" clId="{74AFAB52-6487-4651-9B79-2F181DBD8D0A}" dt="2026-04-30T00:21:22.824" v="1753" actId="255"/>
          <ac:spMkLst>
            <pc:docMk/>
            <pc:sldMk cId="310154155" sldId="443"/>
            <ac:spMk id="7" creationId="{50DDA337-73E2-1A0C-2AB0-F482B4A43D92}"/>
          </ac:spMkLst>
        </pc:spChg>
        <pc:graphicFrameChg chg="del">
          <ac:chgData name="janghoon jun" userId="056a5883350c2f5e" providerId="LiveId" clId="{74AFAB52-6487-4651-9B79-2F181DBD8D0A}" dt="2026-04-30T00:17:58.106" v="1706" actId="478"/>
          <ac:graphicFrameMkLst>
            <pc:docMk/>
            <pc:sldMk cId="310154155" sldId="443"/>
            <ac:graphicFrameMk id="5" creationId="{3C0BB619-9603-9B4B-2A8A-3E53F036A746}"/>
          </ac:graphicFrameMkLst>
        </pc:graphicFrameChg>
        <pc:graphicFrameChg chg="add mod ord modGraphic">
          <ac:chgData name="janghoon jun" userId="056a5883350c2f5e" providerId="LiveId" clId="{74AFAB52-6487-4651-9B79-2F181DBD8D0A}" dt="2026-04-30T00:21:40.636" v="1758" actId="113"/>
          <ac:graphicFrameMkLst>
            <pc:docMk/>
            <pc:sldMk cId="310154155" sldId="443"/>
            <ac:graphicFrameMk id="6" creationId="{7408A1CA-D336-AF2C-7C8F-F9EBA15EF032}"/>
          </ac:graphicFrameMkLst>
        </pc:graphicFrameChg>
      </pc:sldChg>
      <pc:sldChg chg="addSp delSp modSp mod">
        <pc:chgData name="janghoon jun" userId="056a5883350c2f5e" providerId="LiveId" clId="{74AFAB52-6487-4651-9B79-2F181DBD8D0A}" dt="2026-04-30T00:22:40.386" v="1773" actId="255"/>
        <pc:sldMkLst>
          <pc:docMk/>
          <pc:sldMk cId="299417860" sldId="444"/>
        </pc:sldMkLst>
        <pc:spChg chg="mod">
          <ac:chgData name="janghoon jun" userId="056a5883350c2f5e" providerId="LiveId" clId="{74AFAB52-6487-4651-9B79-2F181DBD8D0A}" dt="2026-04-30T00:22:05.324" v="1764" actId="20577"/>
          <ac:spMkLst>
            <pc:docMk/>
            <pc:sldMk cId="299417860" sldId="444"/>
            <ac:spMk id="3" creationId="{4CDB75B5-5FB1-713C-9105-90396123BFF9}"/>
          </ac:spMkLst>
        </pc:spChg>
        <pc:spChg chg="mod">
          <ac:chgData name="janghoon jun" userId="056a5883350c2f5e" providerId="LiveId" clId="{74AFAB52-6487-4651-9B79-2F181DBD8D0A}" dt="2026-04-30T00:22:40.386" v="1773" actId="255"/>
          <ac:spMkLst>
            <pc:docMk/>
            <pc:sldMk cId="299417860" sldId="444"/>
            <ac:spMk id="10" creationId="{0C7A62A1-6AC4-C7BE-BA95-14207B870729}"/>
          </ac:spMkLst>
        </pc:spChg>
        <pc:graphicFrameChg chg="add mod ord modGraphic">
          <ac:chgData name="janghoon jun" userId="056a5883350c2f5e" providerId="LiveId" clId="{74AFAB52-6487-4651-9B79-2F181DBD8D0A}" dt="2026-04-30T00:22:31.746" v="1770" actId="113"/>
          <ac:graphicFrameMkLst>
            <pc:docMk/>
            <pc:sldMk cId="299417860" sldId="444"/>
            <ac:graphicFrameMk id="5" creationId="{F10C9133-6F55-4993-F2DD-EE1A1242684F}"/>
          </ac:graphicFrameMkLst>
        </pc:graphicFrameChg>
        <pc:graphicFrameChg chg="del">
          <ac:chgData name="janghoon jun" userId="056a5883350c2f5e" providerId="LiveId" clId="{74AFAB52-6487-4651-9B79-2F181DBD8D0A}" dt="2026-04-30T00:19:18.824" v="1722" actId="478"/>
          <ac:graphicFrameMkLst>
            <pc:docMk/>
            <pc:sldMk cId="299417860" sldId="444"/>
            <ac:graphicFrameMk id="9" creationId="{0ACAF16E-1A24-E72D-5BE3-A1897A476C30}"/>
          </ac:graphicFrameMkLst>
        </pc:graphicFrameChg>
      </pc:sldChg>
      <pc:sldChg chg="addSp delSp modSp add mod ord">
        <pc:chgData name="janghoon jun" userId="056a5883350c2f5e" providerId="LiveId" clId="{74AFAB52-6487-4651-9B79-2F181DBD8D0A}" dt="2026-04-30T01:13:16.745" v="2632" actId="404"/>
        <pc:sldMkLst>
          <pc:docMk/>
          <pc:sldMk cId="1173872595" sldId="445"/>
        </pc:sldMkLst>
        <pc:spChg chg="del">
          <ac:chgData name="janghoon jun" userId="056a5883350c2f5e" providerId="LiveId" clId="{74AFAB52-6487-4651-9B79-2F181DBD8D0A}" dt="2026-04-30T00:03:49.886" v="1453" actId="478"/>
          <ac:spMkLst>
            <pc:docMk/>
            <pc:sldMk cId="1173872595" sldId="445"/>
            <ac:spMk id="7" creationId="{F6942F42-4FC2-45FC-5D07-AA761B32706B}"/>
          </ac:spMkLst>
        </pc:spChg>
        <pc:spChg chg="mod">
          <ac:chgData name="janghoon jun" userId="056a5883350c2f5e" providerId="LiveId" clId="{74AFAB52-6487-4651-9B79-2F181DBD8D0A}" dt="2026-04-30T00:03:46.511" v="1451" actId="20577"/>
          <ac:spMkLst>
            <pc:docMk/>
            <pc:sldMk cId="1173872595" sldId="445"/>
            <ac:spMk id="11" creationId="{A5397248-C9F4-C827-E41B-B2FA3EF821E2}"/>
          </ac:spMkLst>
        </pc:spChg>
        <pc:graphicFrameChg chg="add mod modGraphic">
          <ac:chgData name="janghoon jun" userId="056a5883350c2f5e" providerId="LiveId" clId="{74AFAB52-6487-4651-9B79-2F181DBD8D0A}" dt="2026-04-30T00:36:31.760" v="1806" actId="1036"/>
          <ac:graphicFrameMkLst>
            <pc:docMk/>
            <pc:sldMk cId="1173872595" sldId="445"/>
            <ac:graphicFrameMk id="3" creationId="{9836D049-1183-77F9-8DE6-0E2B7CFCABB4}"/>
          </ac:graphicFrameMkLst>
        </pc:graphicFrameChg>
        <pc:graphicFrameChg chg="del">
          <ac:chgData name="janghoon jun" userId="056a5883350c2f5e" providerId="LiveId" clId="{74AFAB52-6487-4651-9B79-2F181DBD8D0A}" dt="2026-04-30T00:03:48.481" v="1452" actId="478"/>
          <ac:graphicFrameMkLst>
            <pc:docMk/>
            <pc:sldMk cId="1173872595" sldId="445"/>
            <ac:graphicFrameMk id="8" creationId="{5B62076C-864F-A160-988D-85E35E681BC5}"/>
          </ac:graphicFrameMkLst>
        </pc:graphicFrameChg>
        <pc:graphicFrameChg chg="mod modGraphic">
          <ac:chgData name="janghoon jun" userId="056a5883350c2f5e" providerId="LiveId" clId="{74AFAB52-6487-4651-9B79-2F181DBD8D0A}" dt="2026-04-30T01:13:16.745" v="2632" actId="404"/>
          <ac:graphicFrameMkLst>
            <pc:docMk/>
            <pc:sldMk cId="1173872595" sldId="445"/>
            <ac:graphicFrameMk id="9" creationId="{FF409B6C-1299-8DA2-3803-D731263E40B2}"/>
          </ac:graphicFrameMkLst>
        </pc:graphicFrameChg>
        <pc:picChg chg="add mod">
          <ac:chgData name="janghoon jun" userId="056a5883350c2f5e" providerId="LiveId" clId="{74AFAB52-6487-4651-9B79-2F181DBD8D0A}" dt="2026-04-30T00:36:31.760" v="1806" actId="1036"/>
          <ac:picMkLst>
            <pc:docMk/>
            <pc:sldMk cId="1173872595" sldId="445"/>
            <ac:picMk id="6" creationId="{4600E78C-9705-3789-2144-42ECABA0B17F}"/>
          </ac:picMkLst>
        </pc:picChg>
      </pc:sldChg>
      <pc:sldChg chg="add">
        <pc:chgData name="janghoon jun" userId="056a5883350c2f5e" providerId="LiveId" clId="{74AFAB52-6487-4651-9B79-2F181DBD8D0A}" dt="2026-04-30T00:10:06.851" v="1519"/>
        <pc:sldMkLst>
          <pc:docMk/>
          <pc:sldMk cId="1011494890" sldId="446"/>
        </pc:sldMkLst>
      </pc:sldChg>
      <pc:sldChg chg="add del ord">
        <pc:chgData name="janghoon jun" userId="056a5883350c2f5e" providerId="LiveId" clId="{74AFAB52-6487-4651-9B79-2F181DBD8D0A}" dt="2026-04-30T00:10:38.776" v="1551" actId="47"/>
        <pc:sldMkLst>
          <pc:docMk/>
          <pc:sldMk cId="926544205" sldId="447"/>
        </pc:sldMkLst>
      </pc:sldChg>
      <pc:sldChg chg="addSp delSp modSp add mod ord">
        <pc:chgData name="janghoon jun" userId="056a5883350c2f5e" providerId="LiveId" clId="{74AFAB52-6487-4651-9B79-2F181DBD8D0A}" dt="2026-04-30T01:14:00.074" v="2638" actId="404"/>
        <pc:sldMkLst>
          <pc:docMk/>
          <pc:sldMk cId="3714070417" sldId="447"/>
        </pc:sldMkLst>
        <pc:spChg chg="mod">
          <ac:chgData name="janghoon jun" userId="056a5883350c2f5e" providerId="LiveId" clId="{74AFAB52-6487-4651-9B79-2F181DBD8D0A}" dt="2026-04-30T00:15:03.792" v="1673" actId="20577"/>
          <ac:spMkLst>
            <pc:docMk/>
            <pc:sldMk cId="3714070417" sldId="447"/>
            <ac:spMk id="11" creationId="{2C187963-7A49-FE75-24B5-BC08064FA3CB}"/>
          </ac:spMkLst>
        </pc:spChg>
        <pc:graphicFrameChg chg="mod modGraphic">
          <ac:chgData name="janghoon jun" userId="056a5883350c2f5e" providerId="LiveId" clId="{74AFAB52-6487-4651-9B79-2F181DBD8D0A}" dt="2026-04-30T01:14:00.074" v="2638" actId="404"/>
          <ac:graphicFrameMkLst>
            <pc:docMk/>
            <pc:sldMk cId="3714070417" sldId="447"/>
            <ac:graphicFrameMk id="3" creationId="{86CC0959-5CB0-AE80-3D0E-6EBF138089D3}"/>
          </ac:graphicFrameMkLst>
        </pc:graphicFrameChg>
        <pc:graphicFrameChg chg="add mod modGraphic">
          <ac:chgData name="janghoon jun" userId="056a5883350c2f5e" providerId="LiveId" clId="{74AFAB52-6487-4651-9B79-2F181DBD8D0A}" dt="2026-04-30T01:13:59.777" v="2637" actId="404"/>
          <ac:graphicFrameMkLst>
            <pc:docMk/>
            <pc:sldMk cId="3714070417" sldId="447"/>
            <ac:graphicFrameMk id="5" creationId="{FC5D62D1-777B-B096-AF47-AA0131186F24}"/>
          </ac:graphicFrameMkLst>
        </pc:graphicFrameChg>
        <pc:graphicFrameChg chg="del">
          <ac:chgData name="janghoon jun" userId="056a5883350c2f5e" providerId="LiveId" clId="{74AFAB52-6487-4651-9B79-2F181DBD8D0A}" dt="2026-04-30T00:11:06.496" v="1624" actId="478"/>
          <ac:graphicFrameMkLst>
            <pc:docMk/>
            <pc:sldMk cId="3714070417" sldId="447"/>
            <ac:graphicFrameMk id="9" creationId="{F71DA7B9-F9E4-1EED-9AC7-474F7358C119}"/>
          </ac:graphicFrameMkLst>
        </pc:graphicFrameChg>
        <pc:picChg chg="add del mod">
          <ac:chgData name="janghoon jun" userId="056a5883350c2f5e" providerId="LiveId" clId="{74AFAB52-6487-4651-9B79-2F181DBD8D0A}" dt="2026-04-30T00:38:58.543" v="1812" actId="478"/>
          <ac:picMkLst>
            <pc:docMk/>
            <pc:sldMk cId="3714070417" sldId="447"/>
            <ac:picMk id="7" creationId="{C150B62C-3959-88B1-97F3-115676D5EEB9}"/>
          </ac:picMkLst>
        </pc:picChg>
      </pc:sldChg>
      <pc:sldChg chg="modSp add mod">
        <pc:chgData name="janghoon jun" userId="056a5883350c2f5e" providerId="LiveId" clId="{74AFAB52-6487-4651-9B79-2F181DBD8D0A}" dt="2026-04-30T01:14:02.370" v="2640" actId="404"/>
        <pc:sldMkLst>
          <pc:docMk/>
          <pc:sldMk cId="758150741" sldId="448"/>
        </pc:sldMkLst>
        <pc:spChg chg="mod">
          <ac:chgData name="janghoon jun" userId="056a5883350c2f5e" providerId="LiveId" clId="{74AFAB52-6487-4651-9B79-2F181DBD8D0A}" dt="2026-04-30T00:15:14.489" v="1684" actId="20577"/>
          <ac:spMkLst>
            <pc:docMk/>
            <pc:sldMk cId="758150741" sldId="448"/>
            <ac:spMk id="11" creationId="{C0CBD8F0-F695-6084-612A-182BA033EEDB}"/>
          </ac:spMkLst>
        </pc:spChg>
        <pc:graphicFrameChg chg="mod modGraphic">
          <ac:chgData name="janghoon jun" userId="056a5883350c2f5e" providerId="LiveId" clId="{74AFAB52-6487-4651-9B79-2F181DBD8D0A}" dt="2026-04-30T01:14:02.370" v="2640" actId="404"/>
          <ac:graphicFrameMkLst>
            <pc:docMk/>
            <pc:sldMk cId="758150741" sldId="448"/>
            <ac:graphicFrameMk id="3" creationId="{2314823B-A23B-1A1D-93EE-3DE90B6D4D9E}"/>
          </ac:graphicFrameMkLst>
        </pc:graphicFrameChg>
        <pc:graphicFrameChg chg="mod modGraphic">
          <ac:chgData name="janghoon jun" userId="056a5883350c2f5e" providerId="LiveId" clId="{74AFAB52-6487-4651-9B79-2F181DBD8D0A}" dt="2026-04-30T01:14:01.917" v="2639" actId="404"/>
          <ac:graphicFrameMkLst>
            <pc:docMk/>
            <pc:sldMk cId="758150741" sldId="448"/>
            <ac:graphicFrameMk id="5" creationId="{CC2CB5A6-F5DD-FBF1-C92C-D06C15163DC9}"/>
          </ac:graphicFrameMkLst>
        </pc:graphicFrameChg>
      </pc:sldChg>
      <pc:sldChg chg="delSp modSp add mod">
        <pc:chgData name="janghoon jun" userId="056a5883350c2f5e" providerId="LiveId" clId="{74AFAB52-6487-4651-9B79-2F181DBD8D0A}" dt="2026-04-30T00:39:14.137" v="1817" actId="1076"/>
        <pc:sldMkLst>
          <pc:docMk/>
          <pc:sldMk cId="3014854381" sldId="449"/>
        </pc:sldMkLst>
        <pc:graphicFrameChg chg="del">
          <ac:chgData name="janghoon jun" userId="056a5883350c2f5e" providerId="LiveId" clId="{74AFAB52-6487-4651-9B79-2F181DBD8D0A}" dt="2026-04-30T00:39:01.949" v="1814" actId="478"/>
          <ac:graphicFrameMkLst>
            <pc:docMk/>
            <pc:sldMk cId="3014854381" sldId="449"/>
            <ac:graphicFrameMk id="3" creationId="{A3677FFD-2866-CE12-20FB-73002DDC2FDA}"/>
          </ac:graphicFrameMkLst>
        </pc:graphicFrameChg>
        <pc:graphicFrameChg chg="del">
          <ac:chgData name="janghoon jun" userId="056a5883350c2f5e" providerId="LiveId" clId="{74AFAB52-6487-4651-9B79-2F181DBD8D0A}" dt="2026-04-30T00:38:56.260" v="1811" actId="478"/>
          <ac:graphicFrameMkLst>
            <pc:docMk/>
            <pc:sldMk cId="3014854381" sldId="449"/>
            <ac:graphicFrameMk id="5" creationId="{BD404FD1-60F2-2C84-A177-E3B69D2E987B}"/>
          </ac:graphicFrameMkLst>
        </pc:graphicFrameChg>
        <pc:picChg chg="mod">
          <ac:chgData name="janghoon jun" userId="056a5883350c2f5e" providerId="LiveId" clId="{74AFAB52-6487-4651-9B79-2F181DBD8D0A}" dt="2026-04-30T00:39:14.137" v="1817" actId="1076"/>
          <ac:picMkLst>
            <pc:docMk/>
            <pc:sldMk cId="3014854381" sldId="449"/>
            <ac:picMk id="7" creationId="{C9983188-77AE-AF74-A801-610DA0B5FD99}"/>
          </ac:picMkLst>
        </pc:picChg>
      </pc:sldChg>
      <pc:sldChg chg="addSp delSp modSp add mod ord">
        <pc:chgData name="janghoon jun" userId="056a5883350c2f5e" providerId="LiveId" clId="{74AFAB52-6487-4651-9B79-2F181DBD8D0A}" dt="2026-04-30T00:39:54.699" v="1841" actId="478"/>
        <pc:sldMkLst>
          <pc:docMk/>
          <pc:sldMk cId="1944354834" sldId="450"/>
        </pc:sldMkLst>
        <pc:spChg chg="mod">
          <ac:chgData name="janghoon jun" userId="056a5883350c2f5e" providerId="LiveId" clId="{74AFAB52-6487-4651-9B79-2F181DBD8D0A}" dt="2026-04-30T00:39:37.042" v="1836" actId="20577"/>
          <ac:spMkLst>
            <pc:docMk/>
            <pc:sldMk cId="1944354834" sldId="450"/>
            <ac:spMk id="11" creationId="{28F0502B-6362-FF80-9026-F61BE2388919}"/>
          </ac:spMkLst>
        </pc:spChg>
        <pc:picChg chg="add mod ord">
          <ac:chgData name="janghoon jun" userId="056a5883350c2f5e" providerId="LiveId" clId="{74AFAB52-6487-4651-9B79-2F181DBD8D0A}" dt="2026-04-30T00:39:53.043" v="1840" actId="167"/>
          <ac:picMkLst>
            <pc:docMk/>
            <pc:sldMk cId="1944354834" sldId="450"/>
            <ac:picMk id="5" creationId="{FE09C3DB-1D07-5DCE-3DAE-9CBE3E15BD7C}"/>
          </ac:picMkLst>
        </pc:picChg>
        <pc:picChg chg="del">
          <ac:chgData name="janghoon jun" userId="056a5883350c2f5e" providerId="LiveId" clId="{74AFAB52-6487-4651-9B79-2F181DBD8D0A}" dt="2026-04-30T00:39:54.699" v="1841" actId="478"/>
          <ac:picMkLst>
            <pc:docMk/>
            <pc:sldMk cId="1944354834" sldId="450"/>
            <ac:picMk id="7" creationId="{2E0B50CD-D74B-81E6-AC37-D4F6C97A5D8D}"/>
          </ac:picMkLst>
        </pc:picChg>
      </pc:sldChg>
      <pc:sldChg chg="addSp delSp modSp add mod">
        <pc:chgData name="janghoon jun" userId="056a5883350c2f5e" providerId="LiveId" clId="{74AFAB52-6487-4651-9B79-2F181DBD8D0A}" dt="2026-04-30T00:53:39.322" v="2082" actId="20577"/>
        <pc:sldMkLst>
          <pc:docMk/>
          <pc:sldMk cId="2083855119" sldId="451"/>
        </pc:sldMkLst>
        <pc:spChg chg="mod ord">
          <ac:chgData name="janghoon jun" userId="056a5883350c2f5e" providerId="LiveId" clId="{74AFAB52-6487-4651-9B79-2F181DBD8D0A}" dt="2026-04-30T00:53:39.322" v="2082" actId="20577"/>
          <ac:spMkLst>
            <pc:docMk/>
            <pc:sldMk cId="2083855119" sldId="451"/>
            <ac:spMk id="3" creationId="{8CDEC9F7-2246-ED5F-159E-5D0850FD97D6}"/>
          </ac:spMkLst>
        </pc:spChg>
        <pc:spChg chg="add del mod">
          <ac:chgData name="janghoon jun" userId="056a5883350c2f5e" providerId="LiveId" clId="{74AFAB52-6487-4651-9B79-2F181DBD8D0A}" dt="2026-04-30T00:49:02.199" v="2001" actId="478"/>
          <ac:spMkLst>
            <pc:docMk/>
            <pc:sldMk cId="2083855119" sldId="451"/>
            <ac:spMk id="5" creationId="{A4E35DEA-294F-F6D9-85BC-D0CD2A8F772E}"/>
          </ac:spMkLst>
        </pc:spChg>
        <pc:spChg chg="del">
          <ac:chgData name="janghoon jun" userId="056a5883350c2f5e" providerId="LiveId" clId="{74AFAB52-6487-4651-9B79-2F181DBD8D0A}" dt="2026-04-30T00:48:41.839" v="1997" actId="478"/>
          <ac:spMkLst>
            <pc:docMk/>
            <pc:sldMk cId="2083855119" sldId="451"/>
            <ac:spMk id="7" creationId="{3237B6D4-C353-8106-E4FD-EA767E06FF8F}"/>
          </ac:spMkLst>
        </pc:spChg>
        <pc:spChg chg="add del mod">
          <ac:chgData name="janghoon jun" userId="056a5883350c2f5e" providerId="LiveId" clId="{74AFAB52-6487-4651-9B79-2F181DBD8D0A}" dt="2026-04-30T00:49:00.636" v="2000" actId="478"/>
          <ac:spMkLst>
            <pc:docMk/>
            <pc:sldMk cId="2083855119" sldId="451"/>
            <ac:spMk id="9" creationId="{81D6476E-FA13-9F3A-20EC-E90B1693ED34}"/>
          </ac:spMkLst>
        </pc:spChg>
        <pc:graphicFrameChg chg="del">
          <ac:chgData name="janghoon jun" userId="056a5883350c2f5e" providerId="LiveId" clId="{74AFAB52-6487-4651-9B79-2F181DBD8D0A}" dt="2026-04-30T00:48:40.903" v="1996" actId="478"/>
          <ac:graphicFrameMkLst>
            <pc:docMk/>
            <pc:sldMk cId="2083855119" sldId="451"/>
            <ac:graphicFrameMk id="6" creationId="{B3AC2D79-7885-D014-1F3A-104B7322CE9C}"/>
          </ac:graphicFrameMkLst>
        </pc:graphicFrameChg>
        <pc:picChg chg="add mod">
          <ac:chgData name="janghoon jun" userId="056a5883350c2f5e" providerId="LiveId" clId="{74AFAB52-6487-4651-9B79-2F181DBD8D0A}" dt="2026-04-30T00:49:09.996" v="2005" actId="14100"/>
          <ac:picMkLst>
            <pc:docMk/>
            <pc:sldMk cId="2083855119" sldId="451"/>
            <ac:picMk id="8" creationId="{C671C277-89AA-1AC0-6310-66046529B38D}"/>
          </ac:picMkLst>
        </pc:picChg>
        <pc:picChg chg="add mod">
          <ac:chgData name="janghoon jun" userId="056a5883350c2f5e" providerId="LiveId" clId="{74AFAB52-6487-4651-9B79-2F181DBD8D0A}" dt="2026-04-30T00:49:37.059" v="2012" actId="14100"/>
          <ac:picMkLst>
            <pc:docMk/>
            <pc:sldMk cId="2083855119" sldId="451"/>
            <ac:picMk id="10" creationId="{35231708-4493-894B-79D3-89FD4CD77D0A}"/>
          </ac:picMkLst>
        </pc:picChg>
      </pc:sldChg>
      <pc:sldChg chg="addSp delSp modSp add del mod">
        <pc:chgData name="janghoon jun" userId="056a5883350c2f5e" providerId="LiveId" clId="{74AFAB52-6487-4651-9B79-2F181DBD8D0A}" dt="2026-04-30T00:48:01.296" v="1994" actId="47"/>
        <pc:sldMkLst>
          <pc:docMk/>
          <pc:sldMk cId="3170950994" sldId="451"/>
        </pc:sldMkLst>
        <pc:spChg chg="del mod">
          <ac:chgData name="janghoon jun" userId="056a5883350c2f5e" providerId="LiveId" clId="{74AFAB52-6487-4651-9B79-2F181DBD8D0A}" dt="2026-04-30T00:46:07.527" v="1983" actId="478"/>
          <ac:spMkLst>
            <pc:docMk/>
            <pc:sldMk cId="3170950994" sldId="451"/>
            <ac:spMk id="3" creationId="{C0515C57-9706-5C67-F327-AE692B81AAAB}"/>
          </ac:spMkLst>
        </pc:spChg>
        <pc:spChg chg="add mod">
          <ac:chgData name="janghoon jun" userId="056a5883350c2f5e" providerId="LiveId" clId="{74AFAB52-6487-4651-9B79-2F181DBD8D0A}" dt="2026-04-30T00:45:57.824" v="1982"/>
          <ac:spMkLst>
            <pc:docMk/>
            <pc:sldMk cId="3170950994" sldId="451"/>
            <ac:spMk id="5" creationId="{458E5B27-19A0-AECC-FEE9-69B9ECC01BC2}"/>
          </ac:spMkLst>
        </pc:spChg>
        <pc:spChg chg="add mod">
          <ac:chgData name="janghoon jun" userId="056a5883350c2f5e" providerId="LiveId" clId="{74AFAB52-6487-4651-9B79-2F181DBD8D0A}" dt="2026-04-30T00:45:57.824" v="1982"/>
          <ac:spMkLst>
            <pc:docMk/>
            <pc:sldMk cId="3170950994" sldId="451"/>
            <ac:spMk id="8" creationId="{52E0D61A-8BF7-FB61-FE44-23AEC8DABFA3}"/>
          </ac:spMkLst>
        </pc:spChg>
        <pc:spChg chg="del">
          <ac:chgData name="janghoon jun" userId="056a5883350c2f5e" providerId="LiveId" clId="{74AFAB52-6487-4651-9B79-2F181DBD8D0A}" dt="2026-04-30T00:45:50.184" v="1980" actId="478"/>
          <ac:spMkLst>
            <pc:docMk/>
            <pc:sldMk cId="3170950994" sldId="451"/>
            <ac:spMk id="10" creationId="{6980B408-2E75-584E-3199-2510480DAF53}"/>
          </ac:spMkLst>
        </pc:spChg>
        <pc:spChg chg="add mod">
          <ac:chgData name="janghoon jun" userId="056a5883350c2f5e" providerId="LiveId" clId="{74AFAB52-6487-4651-9B79-2F181DBD8D0A}" dt="2026-04-30T00:46:22.918" v="1986" actId="1076"/>
          <ac:spMkLst>
            <pc:docMk/>
            <pc:sldMk cId="3170950994" sldId="451"/>
            <ac:spMk id="11" creationId="{06CF6D3F-7768-ED72-4BC6-9524C62BB579}"/>
          </ac:spMkLst>
        </pc:spChg>
        <pc:spChg chg="add mod">
          <ac:chgData name="janghoon jun" userId="056a5883350c2f5e" providerId="LiveId" clId="{74AFAB52-6487-4651-9B79-2F181DBD8D0A}" dt="2026-04-30T00:46:22.918" v="1986" actId="1076"/>
          <ac:spMkLst>
            <pc:docMk/>
            <pc:sldMk cId="3170950994" sldId="451"/>
            <ac:spMk id="13" creationId="{FB3ABF13-5969-1B9C-A690-841F05AB9514}"/>
          </ac:spMkLst>
        </pc:spChg>
        <pc:spChg chg="add del mod">
          <ac:chgData name="janghoon jun" userId="056a5883350c2f5e" providerId="LiveId" clId="{74AFAB52-6487-4651-9B79-2F181DBD8D0A}" dt="2026-04-30T00:46:08.494" v="1984" actId="478"/>
          <ac:spMkLst>
            <pc:docMk/>
            <pc:sldMk cId="3170950994" sldId="451"/>
            <ac:spMk id="16" creationId="{49816CCB-4D6B-6296-0E83-17D1F6B7EE6A}"/>
          </ac:spMkLst>
        </pc:spChg>
        <pc:graphicFrameChg chg="del">
          <ac:chgData name="janghoon jun" userId="056a5883350c2f5e" providerId="LiveId" clId="{74AFAB52-6487-4651-9B79-2F181DBD8D0A}" dt="2026-04-30T00:45:51.632" v="1981" actId="478"/>
          <ac:graphicFrameMkLst>
            <pc:docMk/>
            <pc:sldMk cId="3170950994" sldId="451"/>
            <ac:graphicFrameMk id="6" creationId="{56A621DB-0D51-29DE-967E-0AF0CBC1E7B1}"/>
          </ac:graphicFrameMkLst>
        </pc:graphicFrameChg>
        <pc:picChg chg="add mod">
          <ac:chgData name="janghoon jun" userId="056a5883350c2f5e" providerId="LiveId" clId="{74AFAB52-6487-4651-9B79-2F181DBD8D0A}" dt="2026-04-30T00:46:33.261" v="1987" actId="1076"/>
          <ac:picMkLst>
            <pc:docMk/>
            <pc:sldMk cId="3170950994" sldId="451"/>
            <ac:picMk id="7" creationId="{4891B7D5-8D8C-5ED4-B9F1-A61A41057A95}"/>
          </ac:picMkLst>
        </pc:picChg>
        <pc:picChg chg="add mod">
          <ac:chgData name="janghoon jun" userId="056a5883350c2f5e" providerId="LiveId" clId="{74AFAB52-6487-4651-9B79-2F181DBD8D0A}" dt="2026-04-30T00:46:33.261" v="1987" actId="1076"/>
          <ac:picMkLst>
            <pc:docMk/>
            <pc:sldMk cId="3170950994" sldId="451"/>
            <ac:picMk id="9" creationId="{E8D5A6A2-15F7-265B-BA77-6CA8E94D27F7}"/>
          </ac:picMkLst>
        </pc:picChg>
        <pc:picChg chg="add mod">
          <ac:chgData name="janghoon jun" userId="056a5883350c2f5e" providerId="LiveId" clId="{74AFAB52-6487-4651-9B79-2F181DBD8D0A}" dt="2026-04-30T00:46:22.918" v="1986" actId="1076"/>
          <ac:picMkLst>
            <pc:docMk/>
            <pc:sldMk cId="3170950994" sldId="451"/>
            <ac:picMk id="12" creationId="{46EA115B-23F5-5114-25E9-6DE5EB226262}"/>
          </ac:picMkLst>
        </pc:picChg>
        <pc:picChg chg="add mod">
          <ac:chgData name="janghoon jun" userId="056a5883350c2f5e" providerId="LiveId" clId="{74AFAB52-6487-4651-9B79-2F181DBD8D0A}" dt="2026-04-30T00:46:48.354" v="1989" actId="1076"/>
          <ac:picMkLst>
            <pc:docMk/>
            <pc:sldMk cId="3170950994" sldId="451"/>
            <ac:picMk id="14" creationId="{BF3BE6DB-5E13-0560-C7ED-040BB7F621B8}"/>
          </ac:picMkLst>
        </pc:picChg>
      </pc:sldChg>
      <pc:sldChg chg="addSp delSp modSp add mod">
        <pc:chgData name="janghoon jun" userId="056a5883350c2f5e" providerId="LiveId" clId="{74AFAB52-6487-4651-9B79-2F181DBD8D0A}" dt="2026-04-30T00:53:11.027" v="2067" actId="14100"/>
        <pc:sldMkLst>
          <pc:docMk/>
          <pc:sldMk cId="1599999059" sldId="452"/>
        </pc:sldMkLst>
        <pc:spChg chg="del">
          <ac:chgData name="janghoon jun" userId="056a5883350c2f5e" providerId="LiveId" clId="{74AFAB52-6487-4651-9B79-2F181DBD8D0A}" dt="2026-04-30T00:50:09.323" v="2016" actId="478"/>
          <ac:spMkLst>
            <pc:docMk/>
            <pc:sldMk cId="1599999059" sldId="452"/>
            <ac:spMk id="10" creationId="{615E322B-8AE8-FAE9-20B8-BB2B8C41B63A}"/>
          </ac:spMkLst>
        </pc:spChg>
        <pc:graphicFrameChg chg="del">
          <ac:chgData name="janghoon jun" userId="056a5883350c2f5e" providerId="LiveId" clId="{74AFAB52-6487-4651-9B79-2F181DBD8D0A}" dt="2026-04-30T00:50:08.354" v="2015" actId="478"/>
          <ac:graphicFrameMkLst>
            <pc:docMk/>
            <pc:sldMk cId="1599999059" sldId="452"/>
            <ac:graphicFrameMk id="6" creationId="{F3C7CE2E-C644-42B6-5530-66A28684DD8B}"/>
          </ac:graphicFrameMkLst>
        </pc:graphicFrameChg>
        <pc:picChg chg="add mod">
          <ac:chgData name="janghoon jun" userId="056a5883350c2f5e" providerId="LiveId" clId="{74AFAB52-6487-4651-9B79-2F181DBD8D0A}" dt="2026-04-30T00:50:42.682" v="2025" actId="14100"/>
          <ac:picMkLst>
            <pc:docMk/>
            <pc:sldMk cId="1599999059" sldId="452"/>
            <ac:picMk id="5" creationId="{3D094B75-AA7C-0679-5174-34B7EB1C6B12}"/>
          </ac:picMkLst>
        </pc:picChg>
        <pc:picChg chg="add mod">
          <ac:chgData name="janghoon jun" userId="056a5883350c2f5e" providerId="LiveId" clId="{74AFAB52-6487-4651-9B79-2F181DBD8D0A}" dt="2026-04-30T00:50:33.366" v="2023" actId="14100"/>
          <ac:picMkLst>
            <pc:docMk/>
            <pc:sldMk cId="1599999059" sldId="452"/>
            <ac:picMk id="7" creationId="{D9D4E2D7-C6D1-FF1A-5E19-EBE1C0469415}"/>
          </ac:picMkLst>
        </pc:picChg>
        <pc:picChg chg="add mod">
          <ac:chgData name="janghoon jun" userId="056a5883350c2f5e" providerId="LiveId" clId="{74AFAB52-6487-4651-9B79-2F181DBD8D0A}" dt="2026-04-30T00:53:11.027" v="2067" actId="14100"/>
          <ac:picMkLst>
            <pc:docMk/>
            <pc:sldMk cId="1599999059" sldId="452"/>
            <ac:picMk id="8" creationId="{AA3D9CB8-60E9-DA22-9684-6344A9E5D001}"/>
          </ac:picMkLst>
        </pc:picChg>
      </pc:sldChg>
      <pc:sldChg chg="add del ord">
        <pc:chgData name="janghoon jun" userId="056a5883350c2f5e" providerId="LiveId" clId="{74AFAB52-6487-4651-9B79-2F181DBD8D0A}" dt="2026-04-30T00:48:00.239" v="1993" actId="47"/>
        <pc:sldMkLst>
          <pc:docMk/>
          <pc:sldMk cId="4077117757" sldId="452"/>
        </pc:sldMkLst>
      </pc:sldChg>
      <pc:sldChg chg="addSp delSp modSp add mod ord">
        <pc:chgData name="janghoon jun" userId="056a5883350c2f5e" providerId="LiveId" clId="{74AFAB52-6487-4651-9B79-2F181DBD8D0A}" dt="2026-04-30T00:53:00.677" v="2065" actId="14100"/>
        <pc:sldMkLst>
          <pc:docMk/>
          <pc:sldMk cId="204384169" sldId="453"/>
        </pc:sldMkLst>
        <pc:spChg chg="mod">
          <ac:chgData name="janghoon jun" userId="056a5883350c2f5e" providerId="LiveId" clId="{74AFAB52-6487-4651-9B79-2F181DBD8D0A}" dt="2026-04-30T00:51:47.887" v="2045" actId="20577"/>
          <ac:spMkLst>
            <pc:docMk/>
            <pc:sldMk cId="204384169" sldId="453"/>
            <ac:spMk id="3" creationId="{2E9AC4AF-2D55-F48D-0F0E-5FB8D9B13FEF}"/>
          </ac:spMkLst>
        </pc:spChg>
        <pc:picChg chg="del">
          <ac:chgData name="janghoon jun" userId="056a5883350c2f5e" providerId="LiveId" clId="{74AFAB52-6487-4651-9B79-2F181DBD8D0A}" dt="2026-04-30T00:52:37.196" v="2060" actId="478"/>
          <ac:picMkLst>
            <pc:docMk/>
            <pc:sldMk cId="204384169" sldId="453"/>
            <ac:picMk id="5" creationId="{C0724D73-9641-A2CE-397D-54AD5646A141}"/>
          </ac:picMkLst>
        </pc:picChg>
        <pc:picChg chg="del">
          <ac:chgData name="janghoon jun" userId="056a5883350c2f5e" providerId="LiveId" clId="{74AFAB52-6487-4651-9B79-2F181DBD8D0A}" dt="2026-04-30T00:52:05.887" v="2052" actId="478"/>
          <ac:picMkLst>
            <pc:docMk/>
            <pc:sldMk cId="204384169" sldId="453"/>
            <ac:picMk id="7" creationId="{CFFF8F0B-CD06-AD97-0AF8-C8C419E15D67}"/>
          </ac:picMkLst>
        </pc:picChg>
        <pc:picChg chg="del">
          <ac:chgData name="janghoon jun" userId="056a5883350c2f5e" providerId="LiveId" clId="{74AFAB52-6487-4651-9B79-2F181DBD8D0A}" dt="2026-04-30T00:52:49.825" v="2063" actId="478"/>
          <ac:picMkLst>
            <pc:docMk/>
            <pc:sldMk cId="204384169" sldId="453"/>
            <ac:picMk id="8" creationId="{A435C940-EF35-3D1E-11B3-1468073F62C4}"/>
          </ac:picMkLst>
        </pc:picChg>
        <pc:picChg chg="add mod ord">
          <ac:chgData name="janghoon jun" userId="056a5883350c2f5e" providerId="LiveId" clId="{74AFAB52-6487-4651-9B79-2F181DBD8D0A}" dt="2026-04-30T00:52:03.887" v="2051" actId="167"/>
          <ac:picMkLst>
            <pc:docMk/>
            <pc:sldMk cId="204384169" sldId="453"/>
            <ac:picMk id="9" creationId="{72D27FB0-CEE9-0F6B-9DC5-F7EE7F549AD2}"/>
          </ac:picMkLst>
        </pc:picChg>
        <pc:picChg chg="add mod ord">
          <ac:chgData name="janghoon jun" userId="056a5883350c2f5e" providerId="LiveId" clId="{74AFAB52-6487-4651-9B79-2F181DBD8D0A}" dt="2026-04-30T00:52:35.760" v="2059" actId="167"/>
          <ac:picMkLst>
            <pc:docMk/>
            <pc:sldMk cId="204384169" sldId="453"/>
            <ac:picMk id="11" creationId="{F2A4F272-B4DE-21A8-4A6F-FC45D6CC5DB1}"/>
          </ac:picMkLst>
        </pc:picChg>
        <pc:picChg chg="add mod">
          <ac:chgData name="janghoon jun" userId="056a5883350c2f5e" providerId="LiveId" clId="{74AFAB52-6487-4651-9B79-2F181DBD8D0A}" dt="2026-04-30T00:53:00.677" v="2065" actId="14100"/>
          <ac:picMkLst>
            <pc:docMk/>
            <pc:sldMk cId="204384169" sldId="453"/>
            <ac:picMk id="13" creationId="{71E4197F-A4BC-0C67-0D16-3AD89985B2F4}"/>
          </ac:picMkLst>
        </pc:picChg>
      </pc:sldChg>
      <pc:sldChg chg="addSp delSp modSp add mod ord">
        <pc:chgData name="janghoon jun" userId="056a5883350c2f5e" providerId="LiveId" clId="{74AFAB52-6487-4651-9B79-2F181DBD8D0A}" dt="2026-04-30T00:54:22.826" v="2093" actId="14100"/>
        <pc:sldMkLst>
          <pc:docMk/>
          <pc:sldMk cId="2069850026" sldId="454"/>
        </pc:sldMkLst>
        <pc:spChg chg="mod ord">
          <ac:chgData name="janghoon jun" userId="056a5883350c2f5e" providerId="LiveId" clId="{74AFAB52-6487-4651-9B79-2F181DBD8D0A}" dt="2026-04-30T00:54:08.199" v="2088" actId="166"/>
          <ac:spMkLst>
            <pc:docMk/>
            <pc:sldMk cId="2069850026" sldId="454"/>
            <ac:spMk id="3" creationId="{7E82AF84-369B-8873-99B7-35DF74AF1633}"/>
          </ac:spMkLst>
        </pc:spChg>
        <pc:picChg chg="add mod">
          <ac:chgData name="janghoon jun" userId="056a5883350c2f5e" providerId="LiveId" clId="{74AFAB52-6487-4651-9B79-2F181DBD8D0A}" dt="2026-04-30T00:54:02.811" v="2087" actId="1076"/>
          <ac:picMkLst>
            <pc:docMk/>
            <pc:sldMk cId="2069850026" sldId="454"/>
            <ac:picMk id="6" creationId="{A285CD5D-99D4-2CD0-E53A-65E84FA78FEB}"/>
          </ac:picMkLst>
        </pc:picChg>
        <pc:picChg chg="del">
          <ac:chgData name="janghoon jun" userId="056a5883350c2f5e" providerId="LiveId" clId="{74AFAB52-6487-4651-9B79-2F181DBD8D0A}" dt="2026-04-30T00:53:59.667" v="2086" actId="478"/>
          <ac:picMkLst>
            <pc:docMk/>
            <pc:sldMk cId="2069850026" sldId="454"/>
            <ac:picMk id="8" creationId="{A0BA17FE-3A97-F600-B46B-B629250861DD}"/>
          </ac:picMkLst>
        </pc:picChg>
        <pc:picChg chg="add mod">
          <ac:chgData name="janghoon jun" userId="056a5883350c2f5e" providerId="LiveId" clId="{74AFAB52-6487-4651-9B79-2F181DBD8D0A}" dt="2026-04-30T00:54:22.826" v="2093" actId="14100"/>
          <ac:picMkLst>
            <pc:docMk/>
            <pc:sldMk cId="2069850026" sldId="454"/>
            <ac:picMk id="9" creationId="{620E0C6C-2239-6340-7AF2-46BB5D2EBFB9}"/>
          </ac:picMkLst>
        </pc:picChg>
        <pc:picChg chg="del">
          <ac:chgData name="janghoon jun" userId="056a5883350c2f5e" providerId="LiveId" clId="{74AFAB52-6487-4651-9B79-2F181DBD8D0A}" dt="2026-04-30T00:54:11.824" v="2089" actId="478"/>
          <ac:picMkLst>
            <pc:docMk/>
            <pc:sldMk cId="2069850026" sldId="454"/>
            <ac:picMk id="10" creationId="{CEC0B618-FB27-AC57-F2E1-5DD325F6542A}"/>
          </ac:picMkLst>
        </pc:picChg>
      </pc:sldChg>
      <pc:sldChg chg="modSp add del mod">
        <pc:chgData name="janghoon jun" userId="056a5883350c2f5e" providerId="LiveId" clId="{74AFAB52-6487-4651-9B79-2F181DBD8D0A}" dt="2026-04-30T01:24:00.824" v="2648" actId="47"/>
        <pc:sldMkLst>
          <pc:docMk/>
          <pc:sldMk cId="2571333182" sldId="455"/>
        </pc:sldMkLst>
        <pc:spChg chg="mod">
          <ac:chgData name="janghoon jun" userId="056a5883350c2f5e" providerId="LiveId" clId="{74AFAB52-6487-4651-9B79-2F181DBD8D0A}" dt="2026-04-30T01:02:48.825" v="2298" actId="20577"/>
          <ac:spMkLst>
            <pc:docMk/>
            <pc:sldMk cId="2571333182" sldId="455"/>
            <ac:spMk id="2" creationId="{386FCAA3-F291-38D0-C0CE-733A6DB73E14}"/>
          </ac:spMkLst>
        </pc:spChg>
      </pc:sldChg>
      <pc:sldChg chg="addSp delSp modSp add del mod">
        <pc:chgData name="janghoon jun" userId="056a5883350c2f5e" providerId="LiveId" clId="{74AFAB52-6487-4651-9B79-2F181DBD8D0A}" dt="2026-04-30T01:24:00.824" v="2648" actId="47"/>
        <pc:sldMkLst>
          <pc:docMk/>
          <pc:sldMk cId="2429218044" sldId="456"/>
        </pc:sldMkLst>
        <pc:spChg chg="del">
          <ac:chgData name="janghoon jun" userId="056a5883350c2f5e" providerId="LiveId" clId="{74AFAB52-6487-4651-9B79-2F181DBD8D0A}" dt="2026-04-30T00:55:45.761" v="2124" actId="478"/>
          <ac:spMkLst>
            <pc:docMk/>
            <pc:sldMk cId="2429218044" sldId="456"/>
            <ac:spMk id="3" creationId="{E5A22403-CF71-718B-7911-00AFC9A302D1}"/>
          </ac:spMkLst>
        </pc:spChg>
        <pc:spChg chg="del">
          <ac:chgData name="janghoon jun" userId="056a5883350c2f5e" providerId="LiveId" clId="{74AFAB52-6487-4651-9B79-2F181DBD8D0A}" dt="2026-04-30T00:55:43.017" v="2123" actId="478"/>
          <ac:spMkLst>
            <pc:docMk/>
            <pc:sldMk cId="2429218044" sldId="456"/>
            <ac:spMk id="7" creationId="{2B4E660F-4E1D-ADF7-F8CD-4E87288CA7F1}"/>
          </ac:spMkLst>
        </pc:spChg>
        <pc:spChg chg="add del mod">
          <ac:chgData name="janghoon jun" userId="056a5883350c2f5e" providerId="LiveId" clId="{74AFAB52-6487-4651-9B79-2F181DBD8D0A}" dt="2026-04-30T00:57:37.714" v="2129"/>
          <ac:spMkLst>
            <pc:docMk/>
            <pc:sldMk cId="2429218044" sldId="456"/>
            <ac:spMk id="8" creationId="{5A53C277-0D4D-31A1-10DF-D17C699164C0}"/>
          </ac:spMkLst>
        </pc:spChg>
        <pc:spChg chg="add mod">
          <ac:chgData name="janghoon jun" userId="056a5883350c2f5e" providerId="LiveId" clId="{74AFAB52-6487-4651-9B79-2F181DBD8D0A}" dt="2026-04-30T01:02:56.263" v="2308" actId="20577"/>
          <ac:spMkLst>
            <pc:docMk/>
            <pc:sldMk cId="2429218044" sldId="456"/>
            <ac:spMk id="12" creationId="{54D0792D-39F9-BEE8-9C84-0DF2C48B6A15}"/>
          </ac:spMkLst>
        </pc:spChg>
        <pc:spChg chg="add del mod">
          <ac:chgData name="janghoon jun" userId="056a5883350c2f5e" providerId="LiveId" clId="{74AFAB52-6487-4651-9B79-2F181DBD8D0A}" dt="2026-04-30T01:00:16.527" v="2238" actId="478"/>
          <ac:spMkLst>
            <pc:docMk/>
            <pc:sldMk cId="2429218044" sldId="456"/>
            <ac:spMk id="15" creationId="{B5AC90E7-09CD-61F5-697F-E80D56533DF6}"/>
          </ac:spMkLst>
        </pc:spChg>
        <pc:graphicFrameChg chg="del">
          <ac:chgData name="janghoon jun" userId="056a5883350c2f5e" providerId="LiveId" clId="{74AFAB52-6487-4651-9B79-2F181DBD8D0A}" dt="2026-04-30T00:55:41.684" v="2122" actId="478"/>
          <ac:graphicFrameMkLst>
            <pc:docMk/>
            <pc:sldMk cId="2429218044" sldId="456"/>
            <ac:graphicFrameMk id="6" creationId="{385CCBB2-41BD-EE72-2602-699435395CD4}"/>
          </ac:graphicFrameMkLst>
        </pc:graphicFrameChg>
        <pc:graphicFrameChg chg="add del mod modGraphic">
          <ac:chgData name="janghoon jun" userId="056a5883350c2f5e" providerId="LiveId" clId="{74AFAB52-6487-4651-9B79-2F181DBD8D0A}" dt="2026-04-30T01:00:13.575" v="2237" actId="478"/>
          <ac:graphicFrameMkLst>
            <pc:docMk/>
            <pc:sldMk cId="2429218044" sldId="456"/>
            <ac:graphicFrameMk id="11" creationId="{E0F024B0-A3F8-0521-2438-AE14118AA530}"/>
          </ac:graphicFrameMkLst>
        </pc:graphicFrameChg>
        <pc:graphicFrameChg chg="add mod modGraphic">
          <ac:chgData name="janghoon jun" userId="056a5883350c2f5e" providerId="LiveId" clId="{74AFAB52-6487-4651-9B79-2F181DBD8D0A}" dt="2026-04-30T01:01:56.059" v="2274" actId="13219"/>
          <ac:graphicFrameMkLst>
            <pc:docMk/>
            <pc:sldMk cId="2429218044" sldId="456"/>
            <ac:graphicFrameMk id="13" creationId="{93D5CE53-B9FD-8246-7D0F-7EDFDF665966}"/>
          </ac:graphicFrameMkLst>
        </pc:graphicFrameChg>
        <pc:picChg chg="add del mod">
          <ac:chgData name="janghoon jun" userId="056a5883350c2f5e" providerId="LiveId" clId="{74AFAB52-6487-4651-9B79-2F181DBD8D0A}" dt="2026-04-30T00:57:27.738" v="2128" actId="478"/>
          <ac:picMkLst>
            <pc:docMk/>
            <pc:sldMk cId="2429218044" sldId="456"/>
            <ac:picMk id="9" creationId="{8A799C24-A350-E385-6332-7F00C3551B4F}"/>
          </ac:picMkLst>
        </pc:picChg>
        <pc:picChg chg="add del mod">
          <ac:chgData name="janghoon jun" userId="056a5883350c2f5e" providerId="LiveId" clId="{74AFAB52-6487-4651-9B79-2F181DBD8D0A}" dt="2026-04-30T00:57:27.060" v="2127" actId="478"/>
          <ac:picMkLst>
            <pc:docMk/>
            <pc:sldMk cId="2429218044" sldId="456"/>
            <ac:picMk id="10" creationId="{BA9220C5-2A23-D91F-6945-380032F833D2}"/>
          </ac:picMkLst>
        </pc:picChg>
        <pc:picChg chg="add del mod">
          <ac:chgData name="janghoon jun" userId="056a5883350c2f5e" providerId="LiveId" clId="{74AFAB52-6487-4651-9B79-2F181DBD8D0A}" dt="2026-04-30T01:15:12.425" v="2647" actId="478"/>
          <ac:picMkLst>
            <pc:docMk/>
            <pc:sldMk cId="2429218044" sldId="456"/>
            <ac:picMk id="17" creationId="{DF446E91-4918-2344-767A-795C933560C2}"/>
          </ac:picMkLst>
        </pc:picChg>
      </pc:sldChg>
      <pc:sldChg chg="modSp add del mod">
        <pc:chgData name="janghoon jun" userId="056a5883350c2f5e" providerId="LiveId" clId="{74AFAB52-6487-4651-9B79-2F181DBD8D0A}" dt="2026-04-30T01:02:15.404" v="2275" actId="47"/>
        <pc:sldMkLst>
          <pc:docMk/>
          <pc:sldMk cId="400809689" sldId="457"/>
        </pc:sldMkLst>
        <pc:graphicFrameChg chg="modGraphic">
          <ac:chgData name="janghoon jun" userId="056a5883350c2f5e" providerId="LiveId" clId="{74AFAB52-6487-4651-9B79-2F181DBD8D0A}" dt="2026-04-30T00:58:23.449" v="2135" actId="2165"/>
          <ac:graphicFrameMkLst>
            <pc:docMk/>
            <pc:sldMk cId="400809689" sldId="457"/>
            <ac:graphicFrameMk id="11" creationId="{E8BBDF85-FC1A-8FD5-A666-0A28921C0A42}"/>
          </ac:graphicFrameMkLst>
        </pc:graphicFrameChg>
      </pc:sldChg>
      <pc:sldChg chg="modSp add del mod">
        <pc:chgData name="janghoon jun" userId="056a5883350c2f5e" providerId="LiveId" clId="{74AFAB52-6487-4651-9B79-2F181DBD8D0A}" dt="2026-04-30T01:24:00.824" v="2648" actId="47"/>
        <pc:sldMkLst>
          <pc:docMk/>
          <pc:sldMk cId="2146198532" sldId="458"/>
        </pc:sldMkLst>
        <pc:spChg chg="mod">
          <ac:chgData name="janghoon jun" userId="056a5883350c2f5e" providerId="LiveId" clId="{74AFAB52-6487-4651-9B79-2F181DBD8D0A}" dt="2026-04-30T01:03:02.524" v="2316" actId="20577"/>
          <ac:spMkLst>
            <pc:docMk/>
            <pc:sldMk cId="2146198532" sldId="458"/>
            <ac:spMk id="12" creationId="{B9AAB3D8-054F-22EA-2864-658A52EE01A6}"/>
          </ac:spMkLst>
        </pc:spChg>
        <pc:graphicFrameChg chg="mod modGraphic">
          <ac:chgData name="janghoon jun" userId="056a5883350c2f5e" providerId="LiveId" clId="{74AFAB52-6487-4651-9B79-2F181DBD8D0A}" dt="2026-04-30T01:01:46.262" v="2272" actId="13219"/>
          <ac:graphicFrameMkLst>
            <pc:docMk/>
            <pc:sldMk cId="2146198532" sldId="458"/>
            <ac:graphicFrameMk id="13" creationId="{A5263F6B-9CFB-354D-D9FC-395B555F682E}"/>
          </ac:graphicFrameMkLst>
        </pc:graphicFrameChg>
      </pc:sldChg>
      <pc:sldChg chg="addSp delSp modSp add mod">
        <pc:chgData name="janghoon jun" userId="056a5883350c2f5e" providerId="LiveId" clId="{74AFAB52-6487-4651-9B79-2F181DBD8D0A}" dt="2026-04-30T01:24:28.496" v="2668" actId="6549"/>
        <pc:sldMkLst>
          <pc:docMk/>
          <pc:sldMk cId="4008110466" sldId="459"/>
        </pc:sldMkLst>
        <pc:spChg chg="mod">
          <ac:chgData name="janghoon jun" userId="056a5883350c2f5e" providerId="LiveId" clId="{74AFAB52-6487-4651-9B79-2F181DBD8D0A}" dt="2026-04-30T01:11:57.700" v="2622" actId="20577"/>
          <ac:spMkLst>
            <pc:docMk/>
            <pc:sldMk cId="4008110466" sldId="459"/>
            <ac:spMk id="3" creationId="{920CCC20-1194-4EC8-3558-F6A83B74D8CE}"/>
          </ac:spMkLst>
        </pc:spChg>
        <pc:graphicFrameChg chg="add mod modGraphic">
          <ac:chgData name="janghoon jun" userId="056a5883350c2f5e" providerId="LiveId" clId="{74AFAB52-6487-4651-9B79-2F181DBD8D0A}" dt="2026-04-30T01:11:52.591" v="2618" actId="1076"/>
          <ac:graphicFrameMkLst>
            <pc:docMk/>
            <pc:sldMk cId="4008110466" sldId="459"/>
            <ac:graphicFrameMk id="5" creationId="{5B92593A-3940-4019-1E2D-EA9FA8DE87D9}"/>
          </ac:graphicFrameMkLst>
        </pc:graphicFrameChg>
        <pc:graphicFrameChg chg="add del mod modGraphic">
          <ac:chgData name="janghoon jun" userId="056a5883350c2f5e" providerId="LiveId" clId="{74AFAB52-6487-4651-9B79-2F181DBD8D0A}" dt="2026-04-30T01:24:28.496" v="2668" actId="6549"/>
          <ac:graphicFrameMkLst>
            <pc:docMk/>
            <pc:sldMk cId="4008110466" sldId="459"/>
            <ac:graphicFrameMk id="6" creationId="{C528550A-E24D-45B9-0759-FB177967D337}"/>
          </ac:graphicFrameMkLst>
        </pc:graphicFrameChg>
      </pc:sldChg>
      <pc:sldChg chg="modSp add mod">
        <pc:chgData name="janghoon jun" userId="056a5883350c2f5e" providerId="LiveId" clId="{74AFAB52-6487-4651-9B79-2F181DBD8D0A}" dt="2026-04-30T01:42:34.542" v="2973" actId="20577"/>
        <pc:sldMkLst>
          <pc:docMk/>
          <pc:sldMk cId="2637360850" sldId="460"/>
        </pc:sldMkLst>
        <pc:spChg chg="mod">
          <ac:chgData name="janghoon jun" userId="056a5883350c2f5e" providerId="LiveId" clId="{74AFAB52-6487-4651-9B79-2F181DBD8D0A}" dt="2026-04-30T01:34:06.089" v="2972" actId="20577"/>
          <ac:spMkLst>
            <pc:docMk/>
            <pc:sldMk cId="2637360850" sldId="460"/>
            <ac:spMk id="2" creationId="{13ABBE78-02FA-72F3-4C99-5DF66B430979}"/>
          </ac:spMkLst>
        </pc:spChg>
        <pc:spChg chg="mod">
          <ac:chgData name="janghoon jun" userId="056a5883350c2f5e" providerId="LiveId" clId="{74AFAB52-6487-4651-9B79-2F181DBD8D0A}" dt="2026-04-30T01:42:34.542" v="2973" actId="20577"/>
          <ac:spMkLst>
            <pc:docMk/>
            <pc:sldMk cId="2637360850" sldId="460"/>
            <ac:spMk id="3" creationId="{9CF01FE3-122C-A217-8711-BE44765EB8F5}"/>
          </ac:spMkLst>
        </pc:spChg>
      </pc:sldChg>
      <pc:sldChg chg="modSp add mod">
        <pc:chgData name="janghoon jun" userId="056a5883350c2f5e" providerId="LiveId" clId="{74AFAB52-6487-4651-9B79-2F181DBD8D0A}" dt="2026-04-30T01:43:41.358" v="3053" actId="20577"/>
        <pc:sldMkLst>
          <pc:docMk/>
          <pc:sldMk cId="2986241208" sldId="461"/>
        </pc:sldMkLst>
        <pc:spChg chg="mod">
          <ac:chgData name="janghoon jun" userId="056a5883350c2f5e" providerId="LiveId" clId="{74AFAB52-6487-4651-9B79-2F181DBD8D0A}" dt="2026-04-30T01:43:41.358" v="3053" actId="20577"/>
          <ac:spMkLst>
            <pc:docMk/>
            <pc:sldMk cId="2986241208" sldId="461"/>
            <ac:spMk id="2" creationId="{1724058F-693E-837F-AD14-6990529B0388}"/>
          </ac:spMkLst>
        </pc:spChg>
      </pc:sldChg>
      <pc:sldChg chg="addSp delSp modSp add mod">
        <pc:chgData name="janghoon jun" userId="056a5883350c2f5e" providerId="LiveId" clId="{74AFAB52-6487-4651-9B79-2F181DBD8D0A}" dt="2026-04-30T01:48:08.574" v="3089" actId="1076"/>
        <pc:sldMkLst>
          <pc:docMk/>
          <pc:sldMk cId="1016590315" sldId="462"/>
        </pc:sldMkLst>
        <pc:spChg chg="mod">
          <ac:chgData name="janghoon jun" userId="056a5883350c2f5e" providerId="LiveId" clId="{74AFAB52-6487-4651-9B79-2F181DBD8D0A}" dt="2026-04-30T01:43:33.698" v="3040"/>
          <ac:spMkLst>
            <pc:docMk/>
            <pc:sldMk cId="1016590315" sldId="462"/>
            <ac:spMk id="3" creationId="{A4696106-F74C-85FD-FF81-B8707270C8E1}"/>
          </ac:spMkLst>
        </pc:spChg>
        <pc:spChg chg="del">
          <ac:chgData name="janghoon jun" userId="056a5883350c2f5e" providerId="LiveId" clId="{74AFAB52-6487-4651-9B79-2F181DBD8D0A}" dt="2026-04-30T01:45:35.443" v="3056" actId="478"/>
          <ac:spMkLst>
            <pc:docMk/>
            <pc:sldMk cId="1016590315" sldId="462"/>
            <ac:spMk id="7" creationId="{191EBF2F-268D-8D49-1143-8644360580EB}"/>
          </ac:spMkLst>
        </pc:spChg>
        <pc:grpChg chg="add mod">
          <ac:chgData name="janghoon jun" userId="056a5883350c2f5e" providerId="LiveId" clId="{74AFAB52-6487-4651-9B79-2F181DBD8D0A}" dt="2026-04-30T01:48:08.574" v="3089" actId="1076"/>
          <ac:grpSpMkLst>
            <pc:docMk/>
            <pc:sldMk cId="1016590315" sldId="462"/>
            <ac:grpSpMk id="12" creationId="{768293D4-52FF-DAB4-D495-820F5CF70C45}"/>
          </ac:grpSpMkLst>
        </pc:grpChg>
        <pc:graphicFrameChg chg="del modGraphic">
          <ac:chgData name="janghoon jun" userId="056a5883350c2f5e" providerId="LiveId" clId="{74AFAB52-6487-4651-9B79-2F181DBD8D0A}" dt="2026-04-30T01:45:34.147" v="3055" actId="478"/>
          <ac:graphicFrameMkLst>
            <pc:docMk/>
            <pc:sldMk cId="1016590315" sldId="462"/>
            <ac:graphicFrameMk id="6" creationId="{870D98C4-1437-1CC6-7A64-D8D0F4442D46}"/>
          </ac:graphicFrameMkLst>
        </pc:graphicFrameChg>
        <pc:picChg chg="add mod ord modCrop">
          <ac:chgData name="janghoon jun" userId="056a5883350c2f5e" providerId="LiveId" clId="{74AFAB52-6487-4651-9B79-2F181DBD8D0A}" dt="2026-04-30T01:47:05.012" v="3077" actId="164"/>
          <ac:picMkLst>
            <pc:docMk/>
            <pc:sldMk cId="1016590315" sldId="462"/>
            <ac:picMk id="8" creationId="{7F46A1AB-843A-5874-7FD2-03EC76CEA837}"/>
          </ac:picMkLst>
        </pc:picChg>
        <pc:picChg chg="add del mod">
          <ac:chgData name="janghoon jun" userId="056a5883350c2f5e" providerId="LiveId" clId="{74AFAB52-6487-4651-9B79-2F181DBD8D0A}" dt="2026-04-30T01:45:47.216" v="3061" actId="478"/>
          <ac:picMkLst>
            <pc:docMk/>
            <pc:sldMk cId="1016590315" sldId="462"/>
            <ac:picMk id="10" creationId="{03B9B812-03EF-95E8-F2A0-9460DA5239C6}"/>
          </ac:picMkLst>
        </pc:picChg>
        <pc:picChg chg="add mod modCrop">
          <ac:chgData name="janghoon jun" userId="056a5883350c2f5e" providerId="LiveId" clId="{74AFAB52-6487-4651-9B79-2F181DBD8D0A}" dt="2026-04-30T01:47:55.805" v="3087" actId="1076"/>
          <ac:picMkLst>
            <pc:docMk/>
            <pc:sldMk cId="1016590315" sldId="462"/>
            <ac:picMk id="11" creationId="{E1F1B413-99B2-3201-1F57-72CBDE65F37F}"/>
          </ac:picMkLst>
        </pc:picChg>
      </pc:sldChg>
      <pc:sldChg chg="addSp delSp modSp add mod">
        <pc:chgData name="janghoon jun" userId="056a5883350c2f5e" providerId="LiveId" clId="{74AFAB52-6487-4651-9B79-2F181DBD8D0A}" dt="2026-04-30T01:48:25.339" v="3094" actId="478"/>
        <pc:sldMkLst>
          <pc:docMk/>
          <pc:sldMk cId="4179621832" sldId="463"/>
        </pc:sldMkLst>
        <pc:grpChg chg="add del mod ord">
          <ac:chgData name="janghoon jun" userId="056a5883350c2f5e" providerId="LiveId" clId="{74AFAB52-6487-4651-9B79-2F181DBD8D0A}" dt="2026-04-30T01:48:25.339" v="3094" actId="478"/>
          <ac:grpSpMkLst>
            <pc:docMk/>
            <pc:sldMk cId="4179621832" sldId="463"/>
            <ac:grpSpMk id="5" creationId="{70599D0A-B346-14D1-B241-609670A17FDA}"/>
          </ac:grpSpMkLst>
        </pc:grpChg>
        <pc:picChg chg="mod">
          <ac:chgData name="janghoon jun" userId="056a5883350c2f5e" providerId="LiveId" clId="{74AFAB52-6487-4651-9B79-2F181DBD8D0A}" dt="2026-04-30T01:48:13.387" v="3090"/>
          <ac:picMkLst>
            <pc:docMk/>
            <pc:sldMk cId="4179621832" sldId="463"/>
            <ac:picMk id="6" creationId="{E76ACF7B-6C8A-C7EB-D978-F080E7647600}"/>
          </ac:picMkLst>
        </pc:picChg>
        <pc:picChg chg="mod">
          <ac:chgData name="janghoon jun" userId="056a5883350c2f5e" providerId="LiveId" clId="{74AFAB52-6487-4651-9B79-2F181DBD8D0A}" dt="2026-04-30T01:48:13.387" v="3090"/>
          <ac:picMkLst>
            <pc:docMk/>
            <pc:sldMk cId="4179621832" sldId="463"/>
            <ac:picMk id="7" creationId="{31A7AD88-7D10-52D1-AA7B-441FDFF84B8B}"/>
          </ac:picMkLst>
        </pc:picChg>
        <pc:picChg chg="mod ord modCrop">
          <ac:chgData name="janghoon jun" userId="056a5883350c2f5e" providerId="LiveId" clId="{74AFAB52-6487-4651-9B79-2F181DBD8D0A}" dt="2026-04-30T01:48:23.572" v="3093" actId="167"/>
          <ac:picMkLst>
            <pc:docMk/>
            <pc:sldMk cId="4179621832" sldId="463"/>
            <ac:picMk id="8" creationId="{C36BA2E2-5663-9090-EADD-5C789C641EE6}"/>
          </ac:picMkLst>
        </pc:picChg>
      </pc:sldChg>
    </pc:docChg>
  </pc:docChgLst>
  <pc:docChgLst>
    <pc:chgData name="janghoon jun" userId="056a5883350c2f5e" providerId="LiveId" clId="{EC358B4E-7CCC-4F9E-86DF-ACF8DD1FCFA2}"/>
    <pc:docChg chg="addSld delSld modSld">
      <pc:chgData name="janghoon jun" userId="056a5883350c2f5e" providerId="LiveId" clId="{EC358B4E-7CCC-4F9E-86DF-ACF8DD1FCFA2}" dt="2026-04-29T10:17:24.925" v="27"/>
      <pc:docMkLst>
        <pc:docMk/>
      </pc:docMkLst>
      <pc:sldChg chg="addSp modSp">
        <pc:chgData name="janghoon jun" userId="056a5883350c2f5e" providerId="LiveId" clId="{EC358B4E-7CCC-4F9E-86DF-ACF8DD1FCFA2}" dt="2026-04-29T10:14:15.267" v="19"/>
        <pc:sldMkLst>
          <pc:docMk/>
          <pc:sldMk cId="1785302506" sldId="384"/>
        </pc:sldMkLst>
        <pc:spChg chg="add mod">
          <ac:chgData name="janghoon jun" userId="056a5883350c2f5e" providerId="LiveId" clId="{EC358B4E-7CCC-4F9E-86DF-ACF8DD1FCFA2}" dt="2026-04-29T10:14:15.267" v="19"/>
          <ac:spMkLst>
            <pc:docMk/>
            <pc:sldMk cId="1785302506" sldId="384"/>
            <ac:spMk id="7" creationId="{D618DD6A-655F-02B1-E450-20C581D2F763}"/>
          </ac:spMkLst>
        </pc:spChg>
        <pc:graphicFrameChg chg="add mod">
          <ac:chgData name="janghoon jun" userId="056a5883350c2f5e" providerId="LiveId" clId="{EC358B4E-7CCC-4F9E-86DF-ACF8DD1FCFA2}" dt="2026-04-29T10:13:56.021" v="18"/>
          <ac:graphicFrameMkLst>
            <pc:docMk/>
            <pc:sldMk cId="1785302506" sldId="384"/>
            <ac:graphicFrameMk id="5" creationId="{262DD5F6-1D23-AF82-0D60-D610B5A35E2B}"/>
          </ac:graphicFrameMkLst>
        </pc:graphicFrameChg>
        <pc:picChg chg="add mod">
          <ac:chgData name="janghoon jun" userId="056a5883350c2f5e" providerId="LiveId" clId="{EC358B4E-7CCC-4F9E-86DF-ACF8DD1FCFA2}" dt="2026-04-29T10:04:12.374" v="2"/>
          <ac:picMkLst>
            <pc:docMk/>
            <pc:sldMk cId="1785302506" sldId="384"/>
            <ac:picMk id="8" creationId="{BABCEC50-478A-14FA-E197-A97B59256A0B}"/>
          </ac:picMkLst>
        </pc:picChg>
      </pc:sldChg>
      <pc:sldChg chg="addSp modSp add">
        <pc:chgData name="janghoon jun" userId="056a5883350c2f5e" providerId="LiveId" clId="{EC358B4E-7CCC-4F9E-86DF-ACF8DD1FCFA2}" dt="2026-04-29T10:16:33.143" v="24"/>
        <pc:sldMkLst>
          <pc:docMk/>
          <pc:sldMk cId="714209222" sldId="440"/>
        </pc:sldMkLst>
        <pc:spChg chg="add mod">
          <ac:chgData name="janghoon jun" userId="056a5883350c2f5e" providerId="LiveId" clId="{EC358B4E-7CCC-4F9E-86DF-ACF8DD1FCFA2}" dt="2026-04-29T10:16:33.143" v="24"/>
          <ac:spMkLst>
            <pc:docMk/>
            <pc:sldMk cId="714209222" sldId="440"/>
            <ac:spMk id="10" creationId="{DE399AA7-704D-17FF-4B91-28A54DA61309}"/>
          </ac:spMkLst>
        </pc:spChg>
        <pc:graphicFrameChg chg="add mod">
          <ac:chgData name="janghoon jun" userId="056a5883350c2f5e" providerId="LiveId" clId="{EC358B4E-7CCC-4F9E-86DF-ACF8DD1FCFA2}" dt="2026-04-29T10:16:22.564" v="23"/>
          <ac:graphicFrameMkLst>
            <pc:docMk/>
            <pc:sldMk cId="714209222" sldId="440"/>
            <ac:graphicFrameMk id="9" creationId="{581A75F8-BE51-93AE-B17F-0F252D17B917}"/>
          </ac:graphicFrameMkLst>
        </pc:graphicFrameChg>
        <pc:picChg chg="add mod">
          <ac:chgData name="janghoon jun" userId="056a5883350c2f5e" providerId="LiveId" clId="{EC358B4E-7CCC-4F9E-86DF-ACF8DD1FCFA2}" dt="2026-04-29T10:04:25.576" v="4"/>
          <ac:picMkLst>
            <pc:docMk/>
            <pc:sldMk cId="714209222" sldId="440"/>
            <ac:picMk id="6" creationId="{50A6D846-F74A-6125-FBC8-89F0C194CDC7}"/>
          </ac:picMkLst>
        </pc:picChg>
        <pc:picChg chg="add mod">
          <ac:chgData name="janghoon jun" userId="056a5883350c2f5e" providerId="LiveId" clId="{EC358B4E-7CCC-4F9E-86DF-ACF8DD1FCFA2}" dt="2026-04-29T10:04:49.811" v="5"/>
          <ac:picMkLst>
            <pc:docMk/>
            <pc:sldMk cId="714209222" sldId="440"/>
            <ac:picMk id="8" creationId="{CC68D1C6-4FC1-2923-181C-C923DCC22909}"/>
          </ac:picMkLst>
        </pc:picChg>
      </pc:sldChg>
      <pc:sldChg chg="addSp modSp add">
        <pc:chgData name="janghoon jun" userId="056a5883350c2f5e" providerId="LiveId" clId="{EC358B4E-7CCC-4F9E-86DF-ACF8DD1FCFA2}" dt="2026-04-29T10:12:20.904" v="15"/>
        <pc:sldMkLst>
          <pc:docMk/>
          <pc:sldMk cId="1169445496" sldId="441"/>
        </pc:sldMkLst>
        <pc:picChg chg="add mod">
          <ac:chgData name="janghoon jun" userId="056a5883350c2f5e" providerId="LiveId" clId="{EC358B4E-7CCC-4F9E-86DF-ACF8DD1FCFA2}" dt="2026-04-29T10:07:44.203" v="9"/>
          <ac:picMkLst>
            <pc:docMk/>
            <pc:sldMk cId="1169445496" sldId="441"/>
            <ac:picMk id="5" creationId="{8CEBE4F0-D925-0C93-ED15-6375928CF00E}"/>
          </ac:picMkLst>
        </pc:picChg>
        <pc:picChg chg="add mod">
          <ac:chgData name="janghoon jun" userId="056a5883350c2f5e" providerId="LiveId" clId="{EC358B4E-7CCC-4F9E-86DF-ACF8DD1FCFA2}" dt="2026-04-29T10:07:44.203" v="9"/>
          <ac:picMkLst>
            <pc:docMk/>
            <pc:sldMk cId="1169445496" sldId="441"/>
            <ac:picMk id="6" creationId="{486DB92F-5292-11EE-0F84-7C5890098855}"/>
          </ac:picMkLst>
        </pc:picChg>
        <pc:picChg chg="add">
          <ac:chgData name="janghoon jun" userId="056a5883350c2f5e" providerId="LiveId" clId="{EC358B4E-7CCC-4F9E-86DF-ACF8DD1FCFA2}" dt="2026-04-29T10:12:02.310" v="14"/>
          <ac:picMkLst>
            <pc:docMk/>
            <pc:sldMk cId="1169445496" sldId="441"/>
            <ac:picMk id="8" creationId="{ABD205B6-E2A0-40D2-EC9D-A0F4A0718928}"/>
          </ac:picMkLst>
        </pc:picChg>
        <pc:picChg chg="add">
          <ac:chgData name="janghoon jun" userId="056a5883350c2f5e" providerId="LiveId" clId="{EC358B4E-7CCC-4F9E-86DF-ACF8DD1FCFA2}" dt="2026-04-29T10:12:20.904" v="15"/>
          <ac:picMkLst>
            <pc:docMk/>
            <pc:sldMk cId="1169445496" sldId="441"/>
            <ac:picMk id="12" creationId="{40A8DEF5-8F69-BD06-C19E-A884432F95AC}"/>
          </ac:picMkLst>
        </pc:picChg>
      </pc:sldChg>
      <pc:sldChg chg="addSp modSp add">
        <pc:chgData name="janghoon jun" userId="056a5883350c2f5e" providerId="LiveId" clId="{EC358B4E-7CCC-4F9E-86DF-ACF8DD1FCFA2}" dt="2026-04-29T10:08:15.189" v="13"/>
        <pc:sldMkLst>
          <pc:docMk/>
          <pc:sldMk cId="1130439883" sldId="442"/>
        </pc:sldMkLst>
        <pc:picChg chg="add mod">
          <ac:chgData name="janghoon jun" userId="056a5883350c2f5e" providerId="LiveId" clId="{EC358B4E-7CCC-4F9E-86DF-ACF8DD1FCFA2}" dt="2026-04-29T10:08:15.189" v="13"/>
          <ac:picMkLst>
            <pc:docMk/>
            <pc:sldMk cId="1130439883" sldId="442"/>
            <ac:picMk id="6" creationId="{B15D203E-E717-FA1D-7C15-CC0901CB1DD9}"/>
          </ac:picMkLst>
        </pc:picChg>
      </pc:sldChg>
      <pc:sldChg chg="modSp add">
        <pc:chgData name="janghoon jun" userId="056a5883350c2f5e" providerId="LiveId" clId="{EC358B4E-7CCC-4F9E-86DF-ACF8DD1FCFA2}" dt="2026-04-29T10:15:30.473" v="22"/>
        <pc:sldMkLst>
          <pc:docMk/>
          <pc:sldMk cId="310154155" sldId="443"/>
        </pc:sldMkLst>
        <pc:spChg chg="mod">
          <ac:chgData name="janghoon jun" userId="056a5883350c2f5e" providerId="LiveId" clId="{EC358B4E-7CCC-4F9E-86DF-ACF8DD1FCFA2}" dt="2026-04-29T10:15:20.066" v="21"/>
          <ac:spMkLst>
            <pc:docMk/>
            <pc:sldMk cId="310154155" sldId="443"/>
            <ac:spMk id="7" creationId="{50DDA337-73E2-1A0C-2AB0-F482B4A43D92}"/>
          </ac:spMkLst>
        </pc:spChg>
        <pc:graphicFrameChg chg="mod">
          <ac:chgData name="janghoon jun" userId="056a5883350c2f5e" providerId="LiveId" clId="{EC358B4E-7CCC-4F9E-86DF-ACF8DD1FCFA2}" dt="2026-04-29T10:15:30.473" v="22"/>
          <ac:graphicFrameMkLst>
            <pc:docMk/>
            <pc:sldMk cId="310154155" sldId="443"/>
            <ac:graphicFrameMk id="5" creationId="{3C0BB619-9603-9B4B-2A8A-3E53F036A746}"/>
          </ac:graphicFrameMkLst>
        </pc:graphicFrameChg>
      </pc:sldChg>
      <pc:sldChg chg="add del">
        <pc:chgData name="janghoon jun" userId="056a5883350c2f5e" providerId="LiveId" clId="{EC358B4E-7CCC-4F9E-86DF-ACF8DD1FCFA2}" dt="2026-04-29T10:08:08.850" v="12"/>
        <pc:sldMkLst>
          <pc:docMk/>
          <pc:sldMk cId="2197589260" sldId="443"/>
        </pc:sldMkLst>
      </pc:sldChg>
      <pc:sldChg chg="modSp add">
        <pc:chgData name="janghoon jun" userId="056a5883350c2f5e" providerId="LiveId" clId="{EC358B4E-7CCC-4F9E-86DF-ACF8DD1FCFA2}" dt="2026-04-29T10:17:24.925" v="27"/>
        <pc:sldMkLst>
          <pc:docMk/>
          <pc:sldMk cId="299417860" sldId="444"/>
        </pc:sldMkLst>
        <pc:spChg chg="mod">
          <ac:chgData name="janghoon jun" userId="056a5883350c2f5e" providerId="LiveId" clId="{EC358B4E-7CCC-4F9E-86DF-ACF8DD1FCFA2}" dt="2026-04-29T10:17:24.925" v="27"/>
          <ac:spMkLst>
            <pc:docMk/>
            <pc:sldMk cId="299417860" sldId="444"/>
            <ac:spMk id="10" creationId="{0C7A62A1-6AC4-C7BE-BA95-14207B870729}"/>
          </ac:spMkLst>
        </pc:spChg>
        <pc:graphicFrameChg chg="mod">
          <ac:chgData name="janghoon jun" userId="056a5883350c2f5e" providerId="LiveId" clId="{EC358B4E-7CCC-4F9E-86DF-ACF8DD1FCFA2}" dt="2026-04-29T10:17:10.593" v="26"/>
          <ac:graphicFrameMkLst>
            <pc:docMk/>
            <pc:sldMk cId="299417860" sldId="444"/>
            <ac:graphicFrameMk id="9" creationId="{0ACAF16E-1A24-E72D-5BE3-A1897A476C3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2026-05-11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549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706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AAC64-4809-CFDB-DD82-8C411BF9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00CA24-0109-6788-DE0D-8E930A4B7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DF5CE1-02A0-E30B-7E00-1067FDF0B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1FB4E7-21AC-953F-57A3-5376A248A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816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11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331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452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98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847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272A2-E462-977A-F33B-DC95CAE77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D2872D-C56F-07BD-6FEF-BCB992682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F74B49-A47E-0541-5CE4-E957FC855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8A6B9E-8A61-DFF4-5EB2-1304E5138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9874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5A912-E5DB-C050-E065-5828A5E4B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D11A81-CD75-D940-EF31-507801080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26D308-0A22-922A-98EF-A6F10C547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FA01C8-AD53-4B8F-0434-4748CB898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148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8308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917A5-299C-0E89-CFC0-04FC1AC70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265D41-5613-90FC-CB71-156E242C1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655DFF-5422-5676-A2DE-46681E04C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74D810-BC5C-2B70-9544-E903A1A201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8090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2921A-1BDA-B8A5-65EE-FDCEA6AA1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D8D232-EBD5-9801-EFCC-BD4AC828C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1B071F-E925-75C3-B930-3C507D1A1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6242CC-AC79-7D51-5E00-BBE7AFB986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4753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332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5D5ED-B50F-A51B-E98C-EE1E4FE5D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C9928E-9054-E4C9-8057-E5B277B2C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937C0F-EB4E-04FE-AE90-EDDA42308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0738BB-4900-A1BA-71FE-443B797ED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191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6658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4C14D9A0-1BB9-428F-B273-3CE24758593B}"/>
              </a:ext>
            </a:extLst>
          </p:cNvPr>
          <p:cNvSpPr txBox="1">
            <a:spLocks/>
          </p:cNvSpPr>
          <p:nvPr/>
        </p:nvSpPr>
        <p:spPr>
          <a:xfrm>
            <a:off x="417068" y="2062806"/>
            <a:ext cx="11387837" cy="398186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Regression &amp; 1D CNN Result Comparison with AEC, SMI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4B21C1C-F3A0-440B-961E-968F2C77FB2A}"/>
              </a:ext>
            </a:extLst>
          </p:cNvPr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2026. 05. 15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3F70F93-076B-4BBC-B933-AC7768BB0AE5}"/>
              </a:ext>
            </a:extLst>
          </p:cNvPr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 dirty="0" err="1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JangHoon</a:t>
            </a:r>
            <a:r>
              <a:rPr lang="en-US" altLang="ko-KR" sz="18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 Chun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CEB5E8A0-083F-4B6E-AA66-93BFFD6A8E1A}"/>
              </a:ext>
            </a:extLst>
          </p:cNvPr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Department of, Medical Device Engineering &amp; Management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Gangnam Severance Hospital,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Yonsei University College of Medicine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 b="1" dirty="0">
              <a:solidFill>
                <a:srgbClr val="FFFF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="1" baseline="250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851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What’s discussed in the last meetings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SMI </a:t>
            </a:r>
            <a:r>
              <a:rPr lang="ko-KR" altLang="en-US" dirty="0"/>
              <a:t>데이터 확립 → </a:t>
            </a:r>
            <a:r>
              <a:rPr lang="en-US" altLang="ko-KR" dirty="0"/>
              <a:t>TAMA, BMI, Height, Weight </a:t>
            </a:r>
            <a:r>
              <a:rPr lang="ko-KR" altLang="en-US" dirty="0"/>
              <a:t>등의 데이터로 확인 가능</a:t>
            </a:r>
            <a:endParaRPr lang="en-US" altLang="ko-KR" dirty="0"/>
          </a:p>
          <a:p>
            <a:r>
              <a:rPr lang="en-US" altLang="ko-KR" dirty="0"/>
              <a:t>AEC data Resampling </a:t>
            </a:r>
            <a:r>
              <a:rPr lang="ko-KR" altLang="en-US" dirty="0"/>
              <a:t>→ </a:t>
            </a:r>
            <a:r>
              <a:rPr lang="en-US" altLang="ko-KR" dirty="0"/>
              <a:t>256 point</a:t>
            </a:r>
            <a:r>
              <a:rPr lang="ko-KR" altLang="en-US" dirty="0"/>
              <a:t>로 정규화</a:t>
            </a:r>
            <a:endParaRPr lang="en-US" altLang="ko-KR" dirty="0"/>
          </a:p>
          <a:p>
            <a:pPr lvl="1"/>
            <a:r>
              <a:rPr lang="ko-KR" altLang="en-US" dirty="0"/>
              <a:t>이후 주요 </a:t>
            </a:r>
            <a:r>
              <a:rPr lang="en-US" altLang="ko-KR" dirty="0"/>
              <a:t>feature </a:t>
            </a:r>
            <a:r>
              <a:rPr lang="ko-KR" altLang="en-US" dirty="0"/>
              <a:t>추출 </a:t>
            </a:r>
            <a:r>
              <a:rPr lang="en-US" altLang="ko-KR" dirty="0"/>
              <a:t>(mean, std, range, skewness </a:t>
            </a:r>
            <a:r>
              <a:rPr lang="ko-KR" altLang="en-US" dirty="0"/>
              <a:t>등 </a:t>
            </a:r>
            <a:r>
              <a:rPr lang="en-US" altLang="ko-KR" dirty="0"/>
              <a:t>65</a:t>
            </a:r>
            <a:r>
              <a:rPr lang="ko-KR" altLang="en-US" dirty="0"/>
              <a:t>개 </a:t>
            </a:r>
            <a:r>
              <a:rPr lang="en-US" altLang="ko-KR" dirty="0"/>
              <a:t>feature)</a:t>
            </a:r>
          </a:p>
          <a:p>
            <a:r>
              <a:rPr lang="ko-KR" altLang="en-US" dirty="0"/>
              <a:t>이전 연구와 동일하게 비교 분석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</a:t>
            </a:fld>
            <a:endParaRPr lang="ko-KR" altLang="en-US" dirty="0"/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699AB61B-AF1E-5771-ECD0-240405CE5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995864"/>
              </p:ext>
            </p:extLst>
          </p:nvPr>
        </p:nvGraphicFramePr>
        <p:xfrm>
          <a:off x="832525" y="3491652"/>
          <a:ext cx="6648137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8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3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구성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FFFF"/>
                          </a:solidFill>
                        </a:rPr>
                        <a:t>Feature_num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clinic_only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PatientAge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PatientSex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, BMI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25256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aec_only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aec1 ~ aec256 (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원시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AEC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시계열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통계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256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16148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aec_feature_only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aec_feature_filtered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시트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전체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사용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65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48336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aec_feature_selected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AEC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피처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fold별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선택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(|r|&lt;0.8, VIF&lt;10)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가변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5156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clinic_aec_feature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Age/Sex/BMI (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고정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) + AEC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피처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fold별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선택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가변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511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AA67D-2B66-3F85-5AE9-73AF22ED4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42438-A8A9-C072-F2AE-2206B24BF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Research</a:t>
            </a:r>
            <a:r>
              <a:rPr lang="ko-KR" altLang="en-US" dirty="0"/>
              <a:t> </a:t>
            </a:r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A4B13E-D4FF-F6EF-0421-904F6E47B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SMI </a:t>
            </a:r>
            <a:r>
              <a:rPr lang="ko-KR" altLang="en-US" dirty="0"/>
              <a:t>데이터 확립 → </a:t>
            </a:r>
            <a:r>
              <a:rPr lang="en-US" altLang="ko-KR" dirty="0"/>
              <a:t>TAMA, BMI, Height, Weight </a:t>
            </a:r>
            <a:r>
              <a:rPr lang="ko-KR" altLang="en-US" dirty="0"/>
              <a:t>등의 데이터로 확인 가능</a:t>
            </a:r>
            <a:endParaRPr lang="en-US" altLang="ko-KR" dirty="0"/>
          </a:p>
          <a:p>
            <a:r>
              <a:rPr lang="en-US" altLang="ko-KR" dirty="0"/>
              <a:t>AEC data Resampling </a:t>
            </a:r>
            <a:r>
              <a:rPr lang="ko-KR" altLang="en-US" dirty="0"/>
              <a:t>→ </a:t>
            </a:r>
            <a:r>
              <a:rPr lang="en-US" altLang="ko-KR" dirty="0"/>
              <a:t>256 point</a:t>
            </a:r>
            <a:r>
              <a:rPr lang="ko-KR" altLang="en-US" dirty="0"/>
              <a:t>로 정규화</a:t>
            </a:r>
            <a:endParaRPr lang="en-US" altLang="ko-KR" dirty="0"/>
          </a:p>
          <a:p>
            <a:pPr lvl="1"/>
            <a:r>
              <a:rPr lang="ko-KR" altLang="en-US" dirty="0"/>
              <a:t>이후 주요 </a:t>
            </a:r>
            <a:r>
              <a:rPr lang="en-US" altLang="ko-KR" dirty="0"/>
              <a:t>feature </a:t>
            </a:r>
            <a:r>
              <a:rPr lang="ko-KR" altLang="en-US" dirty="0"/>
              <a:t>추출 </a:t>
            </a:r>
            <a:r>
              <a:rPr lang="en-US" altLang="ko-KR" dirty="0"/>
              <a:t>(mean, std, range, skewness </a:t>
            </a:r>
            <a:r>
              <a:rPr lang="ko-KR" altLang="en-US" dirty="0"/>
              <a:t>등 </a:t>
            </a:r>
            <a:r>
              <a:rPr lang="en-US" altLang="ko-KR" dirty="0"/>
              <a:t>65</a:t>
            </a:r>
            <a:r>
              <a:rPr lang="ko-KR" altLang="en-US" dirty="0"/>
              <a:t>개 </a:t>
            </a:r>
            <a:r>
              <a:rPr lang="en-US" altLang="ko-KR" dirty="0"/>
              <a:t>feature)</a:t>
            </a:r>
          </a:p>
          <a:p>
            <a:r>
              <a:rPr lang="ko-KR" altLang="en-US" dirty="0"/>
              <a:t>이전 </a:t>
            </a:r>
            <a:r>
              <a:rPr lang="ko-KR" altLang="en-US"/>
              <a:t>연구와 동일하게 </a:t>
            </a:r>
            <a:r>
              <a:rPr lang="ko-KR" altLang="en-US" dirty="0"/>
              <a:t>비교 분석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3A8356-A9FE-00F5-FFBF-D1A2F9D6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</a:t>
            </a:fld>
            <a:endParaRPr lang="ko-KR" altLang="en-US" dirty="0"/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E497B62C-023A-FD1A-6EF7-4FE4AD5017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05610"/>
              </p:ext>
            </p:extLst>
          </p:nvPr>
        </p:nvGraphicFramePr>
        <p:xfrm>
          <a:off x="832525" y="3491652"/>
          <a:ext cx="6648137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8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3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구성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FFFF"/>
                          </a:solidFill>
                        </a:rPr>
                        <a:t>Feature_num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clinic_only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PatientAge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PatientSex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, BMI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25256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aec_only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aec1 ~ aec256 (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원시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AEC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시계열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통계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256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16148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aec_feature_only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aec_feature_filtered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시트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전체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사용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65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48336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aec_feature_selected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AEC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피처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fold별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선택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(|r|&lt;0.8, VIF&lt;10)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가변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5156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clinic_aec_feature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Age/Sex/BMI (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고정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) + AEC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피처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fold별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선택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</a:rPr>
                        <a:t>가변</a:t>
                      </a:r>
                      <a:endParaRPr sz="1200" b="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1007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ko-KR" altLang="en-US" sz="4000" dirty="0"/>
              <a:t>연구 프로토타입 정의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1000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Main Study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/>
              <a:t>연구 목적</a:t>
            </a:r>
            <a:endParaRPr lang="en-US" altLang="ko-KR" dirty="0"/>
          </a:p>
          <a:p>
            <a:pPr lvl="1"/>
            <a:r>
              <a:rPr lang="en-US" altLang="ko-KR" dirty="0"/>
              <a:t>Opportunistic CT Biomarker </a:t>
            </a:r>
            <a:r>
              <a:rPr lang="ko-KR" altLang="en-US" dirty="0"/>
              <a:t>기반 → </a:t>
            </a:r>
            <a:r>
              <a:rPr lang="en-US" altLang="ko-KR" dirty="0"/>
              <a:t>5</a:t>
            </a:r>
            <a:r>
              <a:rPr lang="ko-KR" altLang="en-US" dirty="0"/>
              <a:t>년 내 </a:t>
            </a:r>
            <a:r>
              <a:rPr lang="en-US" altLang="ko-KR" dirty="0"/>
              <a:t>vertebral compression fracture </a:t>
            </a:r>
            <a:r>
              <a:rPr lang="ko-KR" altLang="en-US" dirty="0"/>
              <a:t>예측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의 </a:t>
            </a:r>
            <a:r>
              <a:rPr lang="en-US" altLang="ko-KR" dirty="0"/>
              <a:t>incremental value </a:t>
            </a:r>
            <a:r>
              <a:rPr lang="ko-KR" altLang="en-US" dirty="0"/>
              <a:t>검증</a:t>
            </a:r>
            <a:endParaRPr lang="en-US" altLang="ko-KR" dirty="0"/>
          </a:p>
          <a:p>
            <a:r>
              <a:rPr lang="ko-KR" altLang="en-US" dirty="0"/>
              <a:t>데이터</a:t>
            </a:r>
            <a:endParaRPr lang="en-US" altLang="ko-KR" dirty="0"/>
          </a:p>
          <a:p>
            <a:pPr lvl="1"/>
            <a:r>
              <a:rPr lang="en-US" altLang="ko-KR" dirty="0"/>
              <a:t>Baseline APCT + follow-up imaging </a:t>
            </a:r>
            <a:r>
              <a:rPr lang="ko-KR" altLang="en-US" dirty="0"/>
              <a:t>보유 환자</a:t>
            </a:r>
            <a:endParaRPr lang="en-US" altLang="ko-KR" dirty="0"/>
          </a:p>
          <a:p>
            <a:pPr lvl="1"/>
            <a:r>
              <a:rPr lang="ko-KR" altLang="en-US" dirty="0"/>
              <a:t>주요 변수</a:t>
            </a:r>
            <a:r>
              <a:rPr lang="en-US" altLang="ko-KR" dirty="0"/>
              <a:t>: Age, Sex, AEC, Muscle, Bone Density </a:t>
            </a:r>
            <a:r>
              <a:rPr lang="ko-KR" altLang="en-US" dirty="0"/>
              <a:t>등</a:t>
            </a:r>
            <a:endParaRPr lang="en-US" altLang="ko-KR" dirty="0"/>
          </a:p>
          <a:p>
            <a:r>
              <a:rPr lang="ko-KR" altLang="en-US" dirty="0"/>
              <a:t>모델 구조</a:t>
            </a:r>
            <a:endParaRPr lang="en-US" altLang="ko-KR" dirty="0"/>
          </a:p>
          <a:p>
            <a:pPr lvl="1"/>
            <a:r>
              <a:rPr lang="en-US" altLang="ko-KR" dirty="0"/>
              <a:t>Model A: Age + Sex</a:t>
            </a:r>
          </a:p>
          <a:p>
            <a:pPr lvl="1"/>
            <a:r>
              <a:rPr lang="en-US" altLang="ko-KR" dirty="0"/>
              <a:t>Model B: + Bone</a:t>
            </a:r>
          </a:p>
          <a:p>
            <a:pPr lvl="1"/>
            <a:r>
              <a:rPr lang="en-US" altLang="ko-KR" dirty="0"/>
              <a:t>Model C: + Muscle</a:t>
            </a:r>
          </a:p>
          <a:p>
            <a:pPr lvl="1"/>
            <a:r>
              <a:rPr lang="en-US" altLang="ko-KR" dirty="0"/>
              <a:t>Model D: + AEC (</a:t>
            </a:r>
            <a:r>
              <a:rPr lang="ko-KR" altLang="en-US" dirty="0"/>
              <a:t>핵심 비교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5299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Pilot Feasibility Study (</a:t>
            </a:r>
            <a:r>
              <a:rPr lang="ko-KR" altLang="en-US" dirty="0"/>
              <a:t>현재 진행 연구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연구 목적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가 단순 보조 변수인지 </a:t>
            </a:r>
            <a:r>
              <a:rPr lang="en-US" altLang="ko-KR" dirty="0"/>
              <a:t>vs </a:t>
            </a:r>
            <a:r>
              <a:rPr lang="ko-KR" altLang="en-US" dirty="0"/>
              <a:t>독립적인 </a:t>
            </a:r>
            <a:r>
              <a:rPr lang="en-US" altLang="ko-KR" dirty="0"/>
              <a:t>biomarker</a:t>
            </a:r>
            <a:r>
              <a:rPr lang="ko-KR" altLang="en-US" dirty="0"/>
              <a:t>인지 검증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→ 본 연구 모델 포함 가능성 평가</a:t>
            </a:r>
            <a:endParaRPr lang="en-US" altLang="ko-KR" dirty="0"/>
          </a:p>
          <a:p>
            <a:r>
              <a:rPr lang="ko-KR" altLang="en-US" dirty="0"/>
              <a:t>핵심 질문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는 </a:t>
            </a:r>
            <a:r>
              <a:rPr lang="en-US" altLang="ko-KR" dirty="0"/>
              <a:t>age/sex </a:t>
            </a:r>
            <a:r>
              <a:rPr lang="ko-KR" altLang="en-US" dirty="0"/>
              <a:t>이상 정보를 가지는가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Muscle/Bone</a:t>
            </a:r>
            <a:r>
              <a:rPr lang="ko-KR" altLang="en-US" dirty="0"/>
              <a:t>과 독립적 연관성이 존재하는가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Scanner/Center </a:t>
            </a:r>
            <a:r>
              <a:rPr lang="ko-KR" altLang="en-US" dirty="0"/>
              <a:t>보정 후에도 유지되는가</a:t>
            </a:r>
            <a:r>
              <a:rPr lang="en-US" altLang="ko-KR" dirty="0"/>
              <a:t>?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0437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Pilot Feasibility Study (</a:t>
            </a:r>
            <a:r>
              <a:rPr lang="ko-KR" altLang="en-US" dirty="0"/>
              <a:t>현재 진행 연구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/>
              <a:t>분석 전략</a:t>
            </a:r>
            <a:endParaRPr lang="en-US" altLang="ko-KR" dirty="0"/>
          </a:p>
          <a:p>
            <a:pPr lvl="1"/>
            <a:r>
              <a:rPr lang="ko-KR" altLang="en-US" dirty="0"/>
              <a:t>분포 분석 </a:t>
            </a:r>
            <a:r>
              <a:rPr lang="en-US" altLang="ko-KR" dirty="0"/>
              <a:t>(AEC by </a:t>
            </a:r>
            <a:r>
              <a:rPr lang="ko-KR" altLang="en-US" dirty="0"/>
              <a:t>센터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, </a:t>
            </a:r>
            <a:r>
              <a:rPr lang="ko-KR" altLang="en-US" dirty="0"/>
              <a:t>연령</a:t>
            </a:r>
            <a:r>
              <a:rPr lang="en-US" altLang="ko-KR" dirty="0"/>
              <a:t>) – Complete</a:t>
            </a:r>
          </a:p>
          <a:p>
            <a:pPr lvl="1"/>
            <a:r>
              <a:rPr lang="ko-KR" altLang="en-US" b="1" dirty="0"/>
              <a:t>회귀 분석 </a:t>
            </a:r>
            <a:r>
              <a:rPr lang="en-US" altLang="ko-KR" b="1" dirty="0"/>
              <a:t>(muscle area / attenuation / bone density ~ AEC + age + sex)</a:t>
            </a:r>
          </a:p>
          <a:p>
            <a:pPr lvl="1"/>
            <a:r>
              <a:rPr lang="ko-KR" altLang="en-US" b="1" dirty="0"/>
              <a:t>고급 분석</a:t>
            </a:r>
            <a:endParaRPr lang="en-US" altLang="ko-KR" b="1" dirty="0"/>
          </a:p>
          <a:p>
            <a:pPr lvl="2"/>
            <a:r>
              <a:rPr lang="en-US" altLang="ko-KR" b="1" dirty="0"/>
              <a:t>Multivariable (center, scanner </a:t>
            </a:r>
            <a:r>
              <a:rPr lang="ko-KR" altLang="en-US" b="1" dirty="0"/>
              <a:t>보정</a:t>
            </a:r>
            <a:r>
              <a:rPr lang="en-US" altLang="ko-KR" b="1" dirty="0"/>
              <a:t>)</a:t>
            </a:r>
          </a:p>
          <a:p>
            <a:pPr lvl="2"/>
            <a:r>
              <a:rPr lang="en-US" altLang="ko-KR" dirty="0"/>
              <a:t>Spline </a:t>
            </a:r>
            <a:r>
              <a:rPr lang="ko-KR" altLang="en-US" dirty="0"/>
              <a:t>분석 →</a:t>
            </a:r>
            <a:r>
              <a:rPr lang="en-US" altLang="ko-KR" dirty="0"/>
              <a:t> </a:t>
            </a:r>
            <a:r>
              <a:rPr lang="ko-KR" altLang="en-US" dirty="0"/>
              <a:t>비선형 관계 확인</a:t>
            </a:r>
            <a:endParaRPr lang="en-US" altLang="ko-KR" dirty="0"/>
          </a:p>
          <a:p>
            <a:pPr lvl="2"/>
            <a:r>
              <a:rPr lang="en-US" altLang="ko-KR" dirty="0"/>
              <a:t>Center-stratified </a:t>
            </a:r>
            <a:r>
              <a:rPr lang="ko-KR" altLang="en-US" dirty="0"/>
              <a:t>분석</a:t>
            </a:r>
            <a:endParaRPr lang="en-US" altLang="ko-KR" dirty="0"/>
          </a:p>
          <a:p>
            <a:r>
              <a:rPr lang="ko-KR" altLang="en-US" dirty="0"/>
              <a:t>결과물</a:t>
            </a:r>
            <a:endParaRPr lang="en-US" altLang="ko-KR" dirty="0"/>
          </a:p>
          <a:p>
            <a:pPr lvl="1"/>
            <a:r>
              <a:rPr lang="en-US" altLang="ko-KR" dirty="0"/>
              <a:t>AEC distribution plot</a:t>
            </a:r>
          </a:p>
          <a:p>
            <a:pPr lvl="1"/>
            <a:r>
              <a:rPr lang="en-US" altLang="ko-KR" dirty="0"/>
              <a:t>AEC vs biomarker scatter</a:t>
            </a:r>
          </a:p>
          <a:p>
            <a:pPr lvl="1"/>
            <a:r>
              <a:rPr lang="en-US" altLang="ko-KR" dirty="0"/>
              <a:t>Regression Table</a:t>
            </a:r>
          </a:p>
          <a:p>
            <a:pPr lvl="1"/>
            <a:r>
              <a:rPr lang="en-US" altLang="ko-KR" dirty="0"/>
              <a:t>Stratified Result Figure </a:t>
            </a:r>
            <a:r>
              <a:rPr lang="ko-KR" altLang="en-US" dirty="0"/>
              <a:t>등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901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ko-KR" altLang="en-US" sz="40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rPr>
              <a:t>데이터 정리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3776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F49DB3D-7569-41CE-98E6-0D040C93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– </a:t>
            </a:r>
            <a:r>
              <a:rPr lang="ko-KR" altLang="en-US" dirty="0"/>
              <a:t>강남</a:t>
            </a:r>
            <a:endParaRPr lang="en-US" altLang="ko-KR" dirty="0"/>
          </a:p>
          <a:p>
            <a:pPr lvl="1"/>
            <a:r>
              <a:rPr lang="en-US" altLang="ko-KR" dirty="0"/>
              <a:t>Clinic Data </a:t>
            </a:r>
            <a:r>
              <a:rPr lang="ko-KR" altLang="en-US" dirty="0"/>
              <a:t>수 </a:t>
            </a:r>
            <a:r>
              <a:rPr lang="en-US" altLang="ko-KR" dirty="0"/>
              <a:t>: 3,672 </a:t>
            </a:r>
            <a:r>
              <a:rPr lang="ko-KR" altLang="en-US" dirty="0"/>
              <a:t>→ 중복 </a:t>
            </a:r>
            <a:r>
              <a:rPr lang="en-US" altLang="ko-KR" dirty="0" err="1"/>
              <a:t>PatientID</a:t>
            </a:r>
            <a:r>
              <a:rPr lang="en-US" altLang="ko-KR" dirty="0"/>
              <a:t> </a:t>
            </a:r>
            <a:r>
              <a:rPr lang="ko-KR" altLang="en-US" dirty="0"/>
              <a:t>제거 </a:t>
            </a:r>
            <a:r>
              <a:rPr lang="en-US" altLang="ko-KR" dirty="0"/>
              <a:t>: 2,025 </a:t>
            </a:r>
            <a:r>
              <a:rPr lang="ko-KR" altLang="en-US" dirty="0"/>
              <a:t>→ </a:t>
            </a:r>
            <a:r>
              <a:rPr lang="en-US" altLang="ko-KR" dirty="0"/>
              <a:t>TAMA outlier(0, 1), BMI</a:t>
            </a:r>
            <a:r>
              <a:rPr lang="ko-KR" altLang="en-US" dirty="0"/>
              <a:t> 제거 </a:t>
            </a:r>
            <a:r>
              <a:rPr lang="en-US" altLang="ko-KR" dirty="0"/>
              <a:t>: 1,642</a:t>
            </a:r>
          </a:p>
          <a:p>
            <a:pPr lvl="1"/>
            <a:r>
              <a:rPr lang="en-US" altLang="ko-KR" dirty="0"/>
              <a:t>Axial Data </a:t>
            </a:r>
            <a:r>
              <a:rPr lang="ko-KR" altLang="en-US" dirty="0"/>
              <a:t>수 </a:t>
            </a:r>
            <a:r>
              <a:rPr lang="en-US" altLang="ko-KR" dirty="0"/>
              <a:t>: 1,642 </a:t>
            </a:r>
            <a:r>
              <a:rPr lang="ko-KR" altLang="en-US" dirty="0"/>
              <a:t>→ </a:t>
            </a:r>
            <a:r>
              <a:rPr lang="en-US" altLang="ko-KR" dirty="0"/>
              <a:t>Fixed Tube Current Value </a:t>
            </a:r>
            <a:r>
              <a:rPr lang="ko-KR" altLang="en-US" dirty="0"/>
              <a:t>제거 </a:t>
            </a:r>
            <a:r>
              <a:rPr lang="en-US" altLang="ko-KR" dirty="0"/>
              <a:t>: 1,372</a:t>
            </a:r>
          </a:p>
          <a:p>
            <a:endParaRPr lang="ko-KR" altLang="en-US" b="1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34B4283-B221-6F97-DFAF-C89D8539DEF5}"/>
              </a:ext>
            </a:extLst>
          </p:cNvPr>
          <p:cNvGrpSpPr/>
          <p:nvPr/>
        </p:nvGrpSpPr>
        <p:grpSpPr>
          <a:xfrm>
            <a:off x="769620" y="2750656"/>
            <a:ext cx="10652760" cy="868680"/>
            <a:chOff x="769620" y="1727033"/>
            <a:chExt cx="10652760" cy="868680"/>
          </a:xfrm>
        </p:grpSpPr>
        <p:sp>
          <p:nvSpPr>
            <p:cNvPr id="39" name="Rectangle 5">
              <a:extLst>
                <a:ext uri="{FF2B5EF4-FFF2-40B4-BE49-F238E27FC236}">
                  <a16:creationId xmlns:a16="http://schemas.microsoft.com/office/drawing/2014/main" id="{BE12C57E-DDA6-448D-86BC-F1DC21EC5D54}"/>
                </a:ext>
              </a:extLst>
            </p:cNvPr>
            <p:cNvSpPr/>
            <p:nvPr/>
          </p:nvSpPr>
          <p:spPr>
            <a:xfrm>
              <a:off x="769620" y="1727033"/>
              <a:ext cx="3377704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341836B-E0D9-4AAE-A183-22EFDBEB5A9F}"/>
                </a:ext>
              </a:extLst>
            </p:cNvPr>
            <p:cNvSpPr txBox="1"/>
            <p:nvPr/>
          </p:nvSpPr>
          <p:spPr>
            <a:xfrm>
              <a:off x="873549" y="1772753"/>
              <a:ext cx="32044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총 </a:t>
              </a:r>
              <a:r>
                <a:rPr sz="1400" b="0" i="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환자</a:t>
              </a:r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 수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A0E5E16-BED6-4786-BA12-4B9DA00E5C69}"/>
                </a:ext>
              </a:extLst>
            </p:cNvPr>
            <p:cNvSpPr txBox="1"/>
            <p:nvPr/>
          </p:nvSpPr>
          <p:spPr>
            <a:xfrm>
              <a:off x="873549" y="2111081"/>
              <a:ext cx="320448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1,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372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명</a:t>
              </a:r>
            </a:p>
          </p:txBody>
        </p:sp>
        <p:sp>
          <p:nvSpPr>
            <p:cNvPr id="42" name="Rectangle 8">
              <a:extLst>
                <a:ext uri="{FF2B5EF4-FFF2-40B4-BE49-F238E27FC236}">
                  <a16:creationId xmlns:a16="http://schemas.microsoft.com/office/drawing/2014/main" id="{2BDD2FD2-D736-4432-A9D6-16A0A1C7E0A0}"/>
                </a:ext>
              </a:extLst>
            </p:cNvPr>
            <p:cNvSpPr/>
            <p:nvPr/>
          </p:nvSpPr>
          <p:spPr>
            <a:xfrm>
              <a:off x="4407148" y="1727033"/>
              <a:ext cx="3377704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93F3D5B-8095-49E6-98D3-E24267C25BDA}"/>
                </a:ext>
              </a:extLst>
            </p:cNvPr>
            <p:cNvSpPr txBox="1"/>
            <p:nvPr/>
          </p:nvSpPr>
          <p:spPr>
            <a:xfrm>
              <a:off x="4511077" y="1772753"/>
              <a:ext cx="32044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남성</a:t>
              </a:r>
              <a:endParaRPr sz="1400" b="0" i="0" dirty="0">
                <a:solidFill>
                  <a:srgbClr val="2E75B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3CA52CD-5E1B-4300-A6A1-8E0FB8D87ABE}"/>
                </a:ext>
              </a:extLst>
            </p:cNvPr>
            <p:cNvSpPr txBox="1"/>
            <p:nvPr/>
          </p:nvSpPr>
          <p:spPr>
            <a:xfrm>
              <a:off x="4511077" y="2111081"/>
              <a:ext cx="320448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514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명 (3</a:t>
              </a:r>
              <a:r>
                <a:rPr lang="en-US" sz="1600" b="1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7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.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4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%)</a:t>
              </a:r>
            </a:p>
          </p:txBody>
        </p:sp>
        <p:sp>
          <p:nvSpPr>
            <p:cNvPr id="45" name="Rectangle 11">
              <a:extLst>
                <a:ext uri="{FF2B5EF4-FFF2-40B4-BE49-F238E27FC236}">
                  <a16:creationId xmlns:a16="http://schemas.microsoft.com/office/drawing/2014/main" id="{20A8A9A3-5B0C-4B19-B70F-63963F3E6EDA}"/>
                </a:ext>
              </a:extLst>
            </p:cNvPr>
            <p:cNvSpPr/>
            <p:nvPr/>
          </p:nvSpPr>
          <p:spPr>
            <a:xfrm>
              <a:off x="8044676" y="1727033"/>
              <a:ext cx="3377704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0535323-FE78-4A6C-BA8C-0B802F73AE17}"/>
                </a:ext>
              </a:extLst>
            </p:cNvPr>
            <p:cNvSpPr txBox="1"/>
            <p:nvPr/>
          </p:nvSpPr>
          <p:spPr>
            <a:xfrm>
              <a:off x="8148604" y="1772753"/>
              <a:ext cx="32044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여성</a:t>
              </a:r>
              <a:endParaRPr sz="1400" b="0" i="0" dirty="0">
                <a:solidFill>
                  <a:srgbClr val="2E75B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D5D9754-A87E-43AF-A4C5-5CF4B1571F89}"/>
                </a:ext>
              </a:extLst>
            </p:cNvPr>
            <p:cNvSpPr txBox="1"/>
            <p:nvPr/>
          </p:nvSpPr>
          <p:spPr>
            <a:xfrm>
              <a:off x="8148604" y="2111081"/>
              <a:ext cx="320448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858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명 (6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2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.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6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%)</a:t>
              </a:r>
            </a:p>
          </p:txBody>
        </p:sp>
      </p:grpSp>
      <p:graphicFrame>
        <p:nvGraphicFramePr>
          <p:cNvPr id="58" name="Table 24">
            <a:extLst>
              <a:ext uri="{FF2B5EF4-FFF2-40B4-BE49-F238E27FC236}">
                <a16:creationId xmlns:a16="http://schemas.microsoft.com/office/drawing/2014/main" id="{482DE016-3F1C-4650-8969-98555872D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256950"/>
              </p:ext>
            </p:extLst>
          </p:nvPr>
        </p:nvGraphicFramePr>
        <p:xfrm>
          <a:off x="769620" y="4387258"/>
          <a:ext cx="46800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7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315316427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성별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N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std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P25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median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F</a:t>
                      </a:r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emale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858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38.27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5.95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34.58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37.67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Male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514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48.38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8.54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43.27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48.42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24">
            <a:extLst>
              <a:ext uri="{FF2B5EF4-FFF2-40B4-BE49-F238E27FC236}">
                <a16:creationId xmlns:a16="http://schemas.microsoft.com/office/drawing/2014/main" id="{3C3FBA42-D7D9-5A3C-5541-9B4BC6C71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043863"/>
              </p:ext>
            </p:extLst>
          </p:nvPr>
        </p:nvGraphicFramePr>
        <p:xfrm>
          <a:off x="6096000" y="4387258"/>
          <a:ext cx="46800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7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성별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N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std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P25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median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F</a:t>
                      </a:r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emale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858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104.98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15.28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95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103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Male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514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148.23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26.35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132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148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C8DB5B3-795B-26DD-A8F5-FEF28B1D9D8C}"/>
              </a:ext>
            </a:extLst>
          </p:cNvPr>
          <p:cNvSpPr txBox="1"/>
          <p:nvPr/>
        </p:nvSpPr>
        <p:spPr>
          <a:xfrm>
            <a:off x="769620" y="3967012"/>
            <a:ext cx="46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SMI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분포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SMI = (TAMA-IMATA)/Height(m)</a:t>
            </a:r>
            <a:r>
              <a:rPr lang="en-US" altLang="ko-KR" sz="1600" baseline="30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</a:t>
            </a:r>
            <a:endParaRPr lang="ko-KR" alt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1629F2-4908-FD07-E1E0-C2266A397493}"/>
              </a:ext>
            </a:extLst>
          </p:cNvPr>
          <p:cNvSpPr txBox="1"/>
          <p:nvPr/>
        </p:nvSpPr>
        <p:spPr>
          <a:xfrm>
            <a:off x="6096000" y="3967012"/>
            <a:ext cx="46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TAMA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분포</a:t>
            </a:r>
          </a:p>
        </p:txBody>
      </p:sp>
    </p:spTree>
    <p:extLst>
      <p:ext uri="{BB962C8B-B14F-4D97-AF65-F5344CB8AC3E}">
        <p14:creationId xmlns:p14="http://schemas.microsoft.com/office/powerpoint/2010/main" val="800604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2FC86-F543-9581-71C1-BF189CB1D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4B5E9-74EF-8901-0650-693B96D3B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A16211-D92D-0336-D03C-7CA64F67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B4F50E98-7D81-AFAE-EE6B-2D6A9A9DF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분포 확인</a:t>
            </a:r>
            <a:endParaRPr lang="en-US" altLang="ko-KR" dirty="0"/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E9A2D41F-ED01-5DAE-3C00-38248A040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46795"/>
              </p:ext>
            </p:extLst>
          </p:nvPr>
        </p:nvGraphicFramePr>
        <p:xfrm>
          <a:off x="811713" y="1688828"/>
          <a:ext cx="10568576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3153164272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493313760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340720469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구분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Std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Min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p25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Median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p75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max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n slices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168.6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32.0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44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151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165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184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460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z range (mm)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469.6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52.6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215.0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441.0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467.5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497.5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918.0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24">
            <a:extLst>
              <a:ext uri="{FF2B5EF4-FFF2-40B4-BE49-F238E27FC236}">
                <a16:creationId xmlns:a16="http://schemas.microsoft.com/office/drawing/2014/main" id="{A2CEBF2B-754B-3834-73CF-27C354810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26096"/>
              </p:ext>
            </p:extLst>
          </p:nvPr>
        </p:nvGraphicFramePr>
        <p:xfrm>
          <a:off x="811712" y="3317513"/>
          <a:ext cx="10568572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9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526300428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2895696751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49331376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구분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성별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Mean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Std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Min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Median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Max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T="152400" marB="152400"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 slices</a:t>
                      </a:r>
                    </a:p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168.61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32.05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50.0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165.0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460.0</a:t>
                      </a:r>
                    </a:p>
                  </a:txBody>
                  <a:tcPr marT="152400" marB="1524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R="114300" marT="152400" marB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168.65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32.04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44.0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166.0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405.0</a:t>
                      </a:r>
                    </a:p>
                  </a:txBody>
                  <a:tcPr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z range (mm)</a:t>
                      </a:r>
                    </a:p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범위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470.97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51.47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234.0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468.0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918.0</a:t>
                      </a:r>
                    </a:p>
                  </a:txBody>
                  <a:tcPr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87101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R="114300" marT="152400" marB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467.58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54.34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215.0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465.0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808.0</a:t>
                      </a:r>
                    </a:p>
                  </a:txBody>
                  <a:tcPr marT="152400" marB="1524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984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513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BD5158-50E0-52B3-29CB-5B07C0DD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DBA23B-101E-8452-0205-F8D06B182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B94B7A-09AD-CA01-AE12-3AB46EEBD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520C8321-88FC-8692-CF5E-487903F7B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성별에 따른 </a:t>
            </a:r>
            <a:r>
              <a:rPr lang="en-US" altLang="ko-KR" dirty="0"/>
              <a:t>SMI Cutoff Value </a:t>
            </a:r>
            <a:r>
              <a:rPr lang="ko-KR" altLang="en-US" dirty="0"/>
              <a:t>분석</a:t>
            </a:r>
            <a:endParaRPr lang="en-US" altLang="ko-KR" dirty="0"/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ED51D99C-9475-56D3-1EB5-5EE50C156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571704"/>
              </p:ext>
            </p:extLst>
          </p:nvPr>
        </p:nvGraphicFramePr>
        <p:xfrm>
          <a:off x="813162" y="1722435"/>
          <a:ext cx="10591438" cy="3750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8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0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6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8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82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연구 논문 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저자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)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대상 국가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대상군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 특성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평균 나이 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1" dirty="0" err="1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Mean±SD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)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나이 범위 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</a:rPr>
                        <a:t>Range)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</a:endParaRP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Prado et al. (2009)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캐나다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 err="1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전이성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 유방암 환자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54.8 </a:t>
                      </a:r>
                      <a:r>
                        <a:rPr lang="en-US" altLang="ko-KR" sz="1200" b="0" dirty="0"/>
                        <a:t>±</a:t>
                      </a: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 10.4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세 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37~80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세 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Yoon et al. (2021)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한국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건강한 간 기증자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31.5 </a:t>
                      </a:r>
                      <a:r>
                        <a:rPr lang="en-US" altLang="ko-KR" sz="1200" b="0" dirty="0"/>
                        <a:t>± </a:t>
                      </a: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8.3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세 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20~59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세 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JSH (2016)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일본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만성 간 질환 환자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71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세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중앙값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 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19~89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세 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58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Carey et al. (2017)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북미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간 이식 대기 환자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58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세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중앙값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 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(IQR: 51~62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세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) 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0507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Martin et al. (2013)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캐나다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폐암 및 소화기암 환자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남성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: 64.7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세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/ 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여성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: 64.8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세 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기술되지 않음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)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37924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현재 연구 데이터</a:t>
                      </a:r>
                      <a:endParaRPr lang="en-US" sz="1200" b="0" dirty="0">
                        <a:solidFill>
                          <a:srgbClr val="1F1F1F"/>
                        </a:solidFill>
                        <a:effectLst/>
                        <a:latin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ko-KR" altLang="en-US" sz="1200" b="0" dirty="0">
                        <a:solidFill>
                          <a:srgbClr val="1F1F1F"/>
                        </a:solidFill>
                        <a:effectLst/>
                        <a:latin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ko-KR" altLang="en-US" sz="1200" b="0" dirty="0">
                        <a:solidFill>
                          <a:srgbClr val="1F1F1F"/>
                        </a:solidFill>
                        <a:effectLst/>
                        <a:latin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남성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59.7 </a:t>
                      </a:r>
                      <a:r>
                        <a:rPr lang="en-US" altLang="ko-KR" sz="1200" b="0" dirty="0"/>
                        <a:t>± 12.5</a:t>
                      </a:r>
                      <a:r>
                        <a:rPr lang="ko-KR" altLang="en-US" sz="1200" b="0" dirty="0"/>
                        <a:t>세</a:t>
                      </a:r>
                      <a:endParaRPr lang="en-US" altLang="ko-KR" sz="1200" b="0" dirty="0"/>
                    </a:p>
                    <a:p>
                      <a:pPr algn="ctr" rtl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여성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55.6 </a:t>
                      </a:r>
                      <a:r>
                        <a:rPr lang="en-US" altLang="ko-KR" sz="1200" b="0" dirty="0"/>
                        <a:t>± 12.2</a:t>
                      </a:r>
                      <a:r>
                        <a:rPr lang="ko-KR" altLang="en-US" sz="1200" b="0" dirty="0"/>
                        <a:t>세</a:t>
                      </a:r>
                      <a:endParaRPr lang="ko-KR" altLang="en-US" sz="1200" b="0" dirty="0">
                        <a:solidFill>
                          <a:srgbClr val="1F1F1F"/>
                        </a:solidFill>
                        <a:effectLst/>
                        <a:latin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11~91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</a:rPr>
                        <a:t>세</a:t>
                      </a:r>
                      <a:endParaRPr lang="en-US" altLang="ko-KR" sz="1200" b="0" dirty="0">
                        <a:solidFill>
                          <a:srgbClr val="1F1F1F"/>
                        </a:solidFill>
                        <a:effectLst/>
                        <a:latin typeface="KoPub돋움체 Medium" panose="00000600000000000000" pitchFamily="2" charset="-127"/>
                      </a:endParaRP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603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599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F49DB3D-7569-41CE-98E6-0D040C93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성별에 따른 </a:t>
            </a:r>
            <a:r>
              <a:rPr lang="en-US" altLang="ko-KR" dirty="0"/>
              <a:t>SMI Cutoff Value </a:t>
            </a:r>
            <a:r>
              <a:rPr lang="ko-KR" altLang="en-US" dirty="0"/>
              <a:t>분석</a:t>
            </a:r>
            <a:endParaRPr lang="en-US" altLang="ko-KR" dirty="0"/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9B39C32D-90A5-3994-A392-8DDD3A8B9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759958"/>
              </p:ext>
            </p:extLst>
          </p:nvPr>
        </p:nvGraphicFramePr>
        <p:xfrm>
          <a:off x="813162" y="1722435"/>
          <a:ext cx="10591439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5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6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3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5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5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65240">
                  <a:extLst>
                    <a:ext uri="{9D8B030D-6E8A-4147-A177-3AD203B41FA5}">
                      <a16:colId xmlns:a16="http://schemas.microsoft.com/office/drawing/2014/main" val="315316427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연구 논문 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연도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대상 국가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남성 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Cutoff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여성 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Cutoff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남성 비율 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강남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여성 비율 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강남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Prado et al. (2009)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200" dirty="0"/>
                        <a:t>캐나다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52.4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38.5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69.3% (356/514)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57.2% (487/858)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Martin et al. (2013)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캐나다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53.0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41.0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71.8% (369/514)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73.3% (627/858)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Carey et al. (2017)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미국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캐나다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50.0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39.0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58.2% (299/514)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60.8% (518/858)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58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JSH (2016)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일본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42.0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38.0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20.0% (103/514)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52.9% (449/858)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050706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Yoon et al. (2021)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한국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39.33 (-2 STD)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27.7 (-2 STD)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12.3% (63/514)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3.6% (22/858)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379242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pPr algn="ctr"/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40.96 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하위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5%)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30.6 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하위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5%)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17.3% (87/514)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8.4% (63/858)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851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59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1ADAF-4EEE-EC7B-DA6B-1DC91DB7A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7E9B4-6ADD-4241-4DFC-115ED07B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2CD9A8-8807-F1DE-3F1F-996F2C722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F44AAF05-2CE7-0403-088D-F047E10A8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1 – Only Clinic [</a:t>
            </a:r>
            <a:r>
              <a:rPr lang="ko-KR" altLang="en-US" dirty="0"/>
              <a:t>성별</a:t>
            </a:r>
            <a:r>
              <a:rPr lang="en-US" altLang="ko-KR" dirty="0"/>
              <a:t>, </a:t>
            </a:r>
            <a:r>
              <a:rPr lang="ko-KR" altLang="en-US" dirty="0"/>
              <a:t>나이</a:t>
            </a:r>
            <a:r>
              <a:rPr lang="en-US" altLang="ko-KR" dirty="0"/>
              <a:t>, BMI]</a:t>
            </a:r>
          </a:p>
          <a:p>
            <a:pPr lvl="1"/>
            <a:r>
              <a:rPr lang="en-US" altLang="ko-KR" dirty="0"/>
              <a:t>Logistic Regression</a:t>
            </a:r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6093C771-6747-A06B-D0BF-9B5080C2D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802600"/>
              </p:ext>
            </p:extLst>
          </p:nvPr>
        </p:nvGraphicFramePr>
        <p:xfrm>
          <a:off x="813161" y="2192383"/>
          <a:ext cx="504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Fold</a:t>
                      </a:r>
                      <a:endParaRPr sz="14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AUC-ROC</a:t>
                      </a:r>
                      <a:endParaRPr sz="14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Accuracy</a:t>
                      </a:r>
                      <a:endParaRPr sz="14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F1</a:t>
                      </a:r>
                      <a:endParaRPr sz="14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0.7863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0.7072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0.3529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0.7644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0.7643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0.3800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3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0.7703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0.7214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0.3652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4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0.8175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0.7252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0.3571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58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5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0.7656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0.6985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0.3577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0507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Mean</a:t>
                      </a:r>
                      <a:endParaRPr lang="en-US" sz="1400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</a:rPr>
                        <a:t>0.7808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</a:rPr>
                        <a:t>0.7233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</a:rPr>
                        <a:t>0.3626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37924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±Std</a:t>
                      </a:r>
                      <a:endParaRPr lang="en-US" sz="140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0.0199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0.0226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0.0096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85169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8EC4661-744D-8AD6-1327-B1BD8FC85838}"/>
              </a:ext>
            </a:extLst>
          </p:cNvPr>
          <p:cNvSpPr txBox="1"/>
          <p:nvPr/>
        </p:nvSpPr>
        <p:spPr>
          <a:xfrm>
            <a:off x="5853160" y="1635615"/>
            <a:ext cx="5551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ResNet1D</a:t>
            </a:r>
          </a:p>
        </p:txBody>
      </p:sp>
      <p:graphicFrame>
        <p:nvGraphicFramePr>
          <p:cNvPr id="7" name="Table 24">
            <a:extLst>
              <a:ext uri="{FF2B5EF4-FFF2-40B4-BE49-F238E27FC236}">
                <a16:creationId xmlns:a16="http://schemas.microsoft.com/office/drawing/2014/main" id="{DB1CBF17-0A39-1D17-9B83-9037C6C1CC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62512"/>
              </p:ext>
            </p:extLst>
          </p:nvPr>
        </p:nvGraphicFramePr>
        <p:xfrm>
          <a:off x="6338839" y="2192383"/>
          <a:ext cx="504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Fold</a:t>
                      </a:r>
                      <a:endParaRPr sz="14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AUC-ROC</a:t>
                      </a:r>
                      <a:endParaRPr sz="14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Accuracy</a:t>
                      </a:r>
                      <a:endParaRPr sz="14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F1</a:t>
                      </a:r>
                      <a:endParaRPr sz="14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0.7669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0.6958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0.3651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0.8080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0.8061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0.4138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3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0.7691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0.7710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0.3878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4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0.8268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0.7824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0.4242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58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5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0.7958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0.7176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0.3729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0507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Mean</a:t>
                      </a:r>
                      <a:endParaRPr lang="en-US" sz="140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0.7933</a:t>
                      </a:r>
                      <a:endParaRPr lang="ko-KR" altLang="en-US" sz="140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0.7546</a:t>
                      </a:r>
                      <a:endParaRPr lang="ko-KR" altLang="en-US" sz="140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0.3928</a:t>
                      </a:r>
                      <a:endParaRPr lang="ko-KR" altLang="en-US" sz="140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37924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±Std</a:t>
                      </a:r>
                      <a:endParaRPr lang="en-US" sz="140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0.0229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0.0413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0.0229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851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303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4141B-A900-7BC1-D715-9B85B0153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BB5DBC-7A41-95DB-8BB3-5D5810D99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40BAEF-B8A5-578C-9B65-36D6BD84B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CD7F1467-1094-C982-0ABB-870FC68CF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1 – Only Clinic [</a:t>
            </a:r>
            <a:r>
              <a:rPr lang="ko-KR" altLang="en-US" dirty="0"/>
              <a:t>성별</a:t>
            </a:r>
            <a:r>
              <a:rPr lang="en-US" altLang="ko-KR" dirty="0"/>
              <a:t>, </a:t>
            </a:r>
            <a:r>
              <a:rPr lang="ko-KR" altLang="en-US" dirty="0"/>
              <a:t>나이</a:t>
            </a:r>
            <a:r>
              <a:rPr lang="en-US" altLang="ko-KR" dirty="0"/>
              <a:t>, BMI]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F754018-5BAA-E05F-ADE8-9CA38D8F0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16750"/>
            <a:ext cx="12192000" cy="302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085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Linear &amp; Logistic Regression </a:t>
            </a:r>
            <a:r>
              <a:rPr lang="ko-KR" altLang="en-US" dirty="0"/>
              <a:t>성능 비교 결과는 </a:t>
            </a:r>
            <a:r>
              <a:rPr lang="en-US" altLang="ko-KR" dirty="0"/>
              <a:t>AEC Feature</a:t>
            </a:r>
            <a:r>
              <a:rPr lang="ko-KR" altLang="en-US" dirty="0"/>
              <a:t>의 유무에 따른 성능 차이 없음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Test Dataset AUC </a:t>
            </a:r>
            <a:r>
              <a:rPr lang="ko-KR" altLang="en-US" dirty="0"/>
              <a:t>기준 </a:t>
            </a:r>
            <a:r>
              <a:rPr lang="en-US" altLang="ko-KR" dirty="0"/>
              <a:t>0.8400 </a:t>
            </a:r>
            <a:r>
              <a:rPr lang="ko-KR" altLang="en-US" dirty="0"/>
              <a:t>→ </a:t>
            </a:r>
            <a:r>
              <a:rPr lang="en-US" altLang="ko-KR" dirty="0"/>
              <a:t>0.8326 </a:t>
            </a:r>
            <a:r>
              <a:rPr lang="ko-KR" altLang="en-US" dirty="0"/>
              <a:t>로 </a:t>
            </a:r>
            <a:r>
              <a:rPr lang="el-GR" altLang="ko-KR" dirty="0"/>
              <a:t>Δ</a:t>
            </a:r>
            <a:r>
              <a:rPr lang="en-US" altLang="ko-KR" dirty="0"/>
              <a:t>AUC = -0.0074</a:t>
            </a:r>
          </a:p>
          <a:p>
            <a:r>
              <a:rPr lang="en-US" altLang="ko-KR" dirty="0"/>
              <a:t>1D CNN</a:t>
            </a:r>
            <a:r>
              <a:rPr lang="ko-KR" altLang="en-US" dirty="0"/>
              <a:t>에서의 성능 비교 결과는 </a:t>
            </a:r>
            <a:r>
              <a:rPr lang="en-US" altLang="ko-KR" dirty="0"/>
              <a:t>AEC Feature</a:t>
            </a:r>
            <a:r>
              <a:rPr lang="ko-KR" altLang="en-US" dirty="0"/>
              <a:t>의 유무에 따른 성능 차이 나타남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Test Dataset AUC </a:t>
            </a:r>
            <a:r>
              <a:rPr lang="ko-KR" altLang="en-US" dirty="0"/>
              <a:t>기준 </a:t>
            </a:r>
            <a:r>
              <a:rPr lang="en-US" altLang="ko-KR" dirty="0"/>
              <a:t>0.671 </a:t>
            </a:r>
            <a:r>
              <a:rPr lang="ko-KR" altLang="en-US" dirty="0"/>
              <a:t>→ </a:t>
            </a:r>
            <a:r>
              <a:rPr lang="en-US" altLang="ko-KR" dirty="0"/>
              <a:t>0.728 </a:t>
            </a:r>
            <a:r>
              <a:rPr lang="ko-KR" altLang="en-US" dirty="0"/>
              <a:t>로 </a:t>
            </a:r>
            <a:r>
              <a:rPr lang="el-GR" altLang="ko-KR" dirty="0"/>
              <a:t>Δ</a:t>
            </a:r>
            <a:r>
              <a:rPr lang="en-US" altLang="ko-KR" dirty="0"/>
              <a:t>AUC = </a:t>
            </a:r>
            <a:r>
              <a:rPr lang="en-US" altLang="ko-KR"/>
              <a:t>+0.057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Conclusion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7753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E5EEC-2CEC-6365-9E7D-50563D5EE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F01FE3-122C-A217-8711-BE44765EB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1D CNN</a:t>
            </a:r>
            <a:r>
              <a:rPr lang="ko-KR" altLang="en-US" dirty="0"/>
              <a:t>에 대한 알고리즘 최적화 진행</a:t>
            </a:r>
            <a:endParaRPr lang="en-US" altLang="ko-KR" dirty="0"/>
          </a:p>
          <a:p>
            <a:r>
              <a:rPr lang="en-US" altLang="ko-KR" dirty="0"/>
              <a:t>Sensitivity analysis </a:t>
            </a:r>
            <a:r>
              <a:rPr lang="ko-KR" altLang="en-US" dirty="0"/>
              <a:t>다음 분석 추가진행</a:t>
            </a:r>
            <a:endParaRPr lang="en-US" altLang="ko-KR" dirty="0"/>
          </a:p>
          <a:p>
            <a:pPr lvl="1"/>
            <a:r>
              <a:rPr lang="en-US" altLang="ko-KR" dirty="0"/>
              <a:t>full curve 0–100%, central 80% crop, central 60% crop</a:t>
            </a:r>
          </a:p>
          <a:p>
            <a:pPr lvl="1"/>
            <a:r>
              <a:rPr lang="en-US" altLang="ko-KR" dirty="0"/>
              <a:t>raw AEC curve, within-curve normalized AEC curve</a:t>
            </a:r>
          </a:p>
          <a:p>
            <a:pPr lvl="1"/>
            <a:r>
              <a:rPr lang="en-US" altLang="ko-KR" dirty="0"/>
              <a:t>scan length extreme case </a:t>
            </a:r>
            <a:r>
              <a:rPr lang="ko-KR" altLang="en-US" dirty="0"/>
              <a:t>제외 </a:t>
            </a:r>
            <a:endParaRPr lang="en-US" altLang="ko-KR" dirty="0"/>
          </a:p>
          <a:p>
            <a:r>
              <a:rPr lang="ko-KR" altLang="en-US" dirty="0"/>
              <a:t>강남 데이터에서 성능확인 후 외부</a:t>
            </a:r>
            <a:r>
              <a:rPr lang="en-US" altLang="ko-KR" dirty="0"/>
              <a:t>(</a:t>
            </a:r>
            <a:r>
              <a:rPr lang="ko-KR" altLang="en-US" dirty="0"/>
              <a:t>신촌</a:t>
            </a:r>
            <a:r>
              <a:rPr lang="en-US" altLang="ko-KR" dirty="0"/>
              <a:t>) </a:t>
            </a:r>
            <a:r>
              <a:rPr lang="ko-KR" altLang="en-US" dirty="0"/>
              <a:t>데이터로 </a:t>
            </a:r>
            <a:r>
              <a:rPr lang="en-US" altLang="ko-KR" dirty="0"/>
              <a:t>validation </a:t>
            </a:r>
            <a:r>
              <a:rPr lang="ko-KR" altLang="en-US" dirty="0"/>
              <a:t>진행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3ABBE78-02FA-72F3-4C99-5DF66B430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Next Plan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EAE87C-2C19-EF69-E4B0-C48A4BD12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3710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2050</TotalTime>
  <Words>1255</Words>
  <Application>Microsoft Office PowerPoint</Application>
  <PresentationFormat>와이드스크린</PresentationFormat>
  <Paragraphs>387</Paragraphs>
  <Slides>17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KoPub돋움체 Medium</vt:lpstr>
      <vt:lpstr>Arial</vt:lpstr>
      <vt:lpstr>KoPub돋움체 Bold</vt:lpstr>
      <vt:lpstr>Office 테마</vt:lpstr>
      <vt:lpstr>PowerPoint 프레젠테이션</vt:lpstr>
      <vt:lpstr>1. What’s discussed in the last meetings</vt:lpstr>
      <vt:lpstr>2. Research Summary</vt:lpstr>
      <vt:lpstr>연구 프로토타입 정의</vt:lpstr>
      <vt:lpstr>Research Overview – Main Study</vt:lpstr>
      <vt:lpstr>Research Overview – Pilot Feasibility Study (현재 진행 연구)</vt:lpstr>
      <vt:lpstr>Research Overview – Pilot Feasibility Study (현재 진행 연구)</vt:lpstr>
      <vt:lpstr>데이터 정리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4. Conclusion</vt:lpstr>
      <vt:lpstr>5. Next Plan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171</cp:revision>
  <dcterms:created xsi:type="dcterms:W3CDTF">2026-04-09T07:05:16Z</dcterms:created>
  <dcterms:modified xsi:type="dcterms:W3CDTF">2026-05-11T09:22:09Z</dcterms:modified>
</cp:coreProperties>
</file>