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551" r:id="rId3"/>
    <p:sldId id="554" r:id="rId4"/>
    <p:sldId id="552" r:id="rId5"/>
    <p:sldId id="553" r:id="rId6"/>
    <p:sldId id="479" r:id="rId7"/>
  </p:sldIdLst>
  <p:sldSz cx="12192000" cy="6858000"/>
  <p:notesSz cx="6858000" cy="9144000"/>
  <p:embeddedFontLst>
    <p:embeddedFont>
      <p:font typeface="KoPub돋움체 Bold" panose="00000800000000000000" pitchFamily="2" charset="-127"/>
      <p:bold r:id="rId9"/>
    </p:embeddedFont>
    <p:embeddedFont>
      <p:font typeface="KoPub돋움체 Medium" panose="00000600000000000000" pitchFamily="2" charset="-127"/>
      <p:regular r:id="rId10"/>
    </p:embeddedFont>
    <p:embeddedFont>
      <p:font typeface="맑은 고딕" panose="020B0503020000020004" pitchFamily="50" charset="-127"/>
      <p:regular r:id="rId11"/>
      <p:bold r:id="rId1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51"/>
            <p14:sldId id="554"/>
            <p14:sldId id="552"/>
            <p14:sldId id="553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commentAuthors" Target="commentAuthor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2026-05-18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4183-5D94-C9AF-55C7-FE0777799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C4E6B-0A09-C4D9-8137-24FAEE29C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87777-1F09-382F-5D13-B54DCD656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98B68-6805-520F-5878-F22165E08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99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Results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2026. 05. 18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EE54B7A-58D5-A265-CBE5-3B9A9BD8C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452925"/>
              </p:ext>
            </p:extLst>
          </p:nvPr>
        </p:nvGraphicFramePr>
        <p:xfrm>
          <a:off x="1306216" y="1668340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5512384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8855221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475.07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5022329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-299.5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5333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5121596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63327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9466484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-645.5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685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5023331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50.3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-348.7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96254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2554290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68965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8597283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767.46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8405417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06610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6695154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394.5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422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8856360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370.32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-58.68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5053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5824638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51950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9956604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801.03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384.03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85485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5642762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9154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6737751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811.01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442.01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5276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8719829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-764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5945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</a:t>
            </a:r>
          </a:p>
        </p:txBody>
      </p: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7BFCA-8269-8C7D-190A-5D385C48A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D1F5DBF6-8EDA-526F-793B-0094C87FD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400" y="2130149"/>
            <a:ext cx="2597697" cy="25976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D930663-CC60-3CB8-DF4D-71D1B5D3C4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854" y="2130150"/>
            <a:ext cx="2597696" cy="259769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84CB4E8-F39B-DFDE-033A-55B0351E87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546" y="2130151"/>
            <a:ext cx="2597695" cy="259769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04F60ED-BAEB-435E-B806-13187BC83E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0548" y="2130153"/>
            <a:ext cx="2597694" cy="259769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E325F5D-A81D-05C1-9202-C527E6A54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A5D62E-637A-781F-C285-EEB17AF40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142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F4A-1614-34FB-3E65-F5ECF683E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6A608-BF70-97BF-04A8-978857FE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3E44E-F5DB-2C33-2FD3-8CD2FCEA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C52E79A-42FB-6B0C-41EB-5ABDBAE56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0302556"/>
              </p:ext>
            </p:extLst>
          </p:nvPr>
        </p:nvGraphicFramePr>
        <p:xfrm>
          <a:off x="1306216" y="1672047"/>
          <a:ext cx="9579568" cy="2146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9145432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3034034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86333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9424177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-222.5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98436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8423022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3334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5028658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-925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713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6165261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-160.633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-628.133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5560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9001439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-238.192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-698.192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</a:tbl>
          </a:graphicData>
        </a:graphic>
      </p:graphicFrame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AE7AC7A-8188-574D-4B8B-28B7BDDF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Fail </a:t>
            </a:r>
            <a:r>
              <a:rPr lang="ko-KR" altLang="en-US" dirty="0"/>
              <a:t>건</a:t>
            </a:r>
          </a:p>
        </p:txBody>
      </p:sp>
    </p:spTree>
    <p:extLst>
      <p:ext uri="{BB962C8B-B14F-4D97-AF65-F5344CB8AC3E}">
        <p14:creationId xmlns:p14="http://schemas.microsoft.com/office/powerpoint/2010/main" val="3751078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844CC-9B6C-8F23-0CED-98A6D01A6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313EEE9-A0EB-E8F6-ED1F-476372CA76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3454" y="2130154"/>
            <a:ext cx="2597692" cy="259769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65762-F700-ACAB-7A71-025F28966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4411C7-27F4-3B3B-BF48-D7C095B977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1" y="2130153"/>
            <a:ext cx="2597693" cy="259769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9B03812-4826-DB8C-42BE-976697B94B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856" y="2130153"/>
            <a:ext cx="2597693" cy="259769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27AC128-32EC-21BD-AA57-ED17ADABB0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403" y="2130153"/>
            <a:ext cx="2597694" cy="2597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860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2510</TotalTime>
  <Words>314</Words>
  <Application>Microsoft Office PowerPoint</Application>
  <PresentationFormat>와이드스크린</PresentationFormat>
  <Paragraphs>221</Paragraphs>
  <Slides>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KoPub돋움체 Medium</vt:lpstr>
      <vt:lpstr>KoPub돋움체 Bold</vt:lpstr>
      <vt:lpstr>Office 테마</vt:lpstr>
      <vt:lpstr>PowerPoint 프레젠테이션</vt:lpstr>
      <vt:lpstr>Detailed progress</vt:lpstr>
      <vt:lpstr>Detailed progress</vt:lpstr>
      <vt:lpstr>Detailed progress</vt:lpstr>
      <vt:lpstr>Detailed progress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240</cp:revision>
  <dcterms:created xsi:type="dcterms:W3CDTF">2026-04-09T07:05:16Z</dcterms:created>
  <dcterms:modified xsi:type="dcterms:W3CDTF">2026-05-18T08:11:24Z</dcterms:modified>
</cp:coreProperties>
</file>