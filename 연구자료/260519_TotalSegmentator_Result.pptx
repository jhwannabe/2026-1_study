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6"/>
  </p:notesMasterIdLst>
  <p:sldIdLst>
    <p:sldId id="256" r:id="rId2"/>
    <p:sldId id="551" r:id="rId3"/>
    <p:sldId id="552" r:id="rId4"/>
    <p:sldId id="479" r:id="rId5"/>
  </p:sldIdLst>
  <p:sldSz cx="12192000" cy="6858000"/>
  <p:notesSz cx="6858000" cy="9144000"/>
  <p:embeddedFontLst>
    <p:embeddedFont>
      <p:font typeface="KoPub돋움체 Bold" panose="00000800000000000000" pitchFamily="2" charset="-127"/>
      <p:bold r:id="rId7"/>
    </p:embeddedFont>
    <p:embeddedFont>
      <p:font typeface="KoPub돋움체 Medium" panose="00000600000000000000" pitchFamily="2" charset="-127"/>
      <p:regular r:id="rId8"/>
    </p:embeddedFont>
    <p:embeddedFont>
      <p:font typeface="맑은 고딕" panose="020B0503020000020004" pitchFamily="50" charset="-127"/>
      <p:regular r:id="rId9"/>
      <p:bold r:id="rId1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51"/>
            <p14:sldId id="552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1879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2026-05-18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발표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진행한 연구 결과에 대해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공유드리겠습니다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AA21-9CF8-678A-C0B8-5BEF83D90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EA69DB-1308-34E1-27D7-99625C584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56C2F-238D-8454-0A8F-4305E1785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AD18F8-447A-78AA-5E93-0870CCD38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323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04183-5D94-C9AF-55C7-FE0777799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0C4E6B-0A09-C4D9-8137-24FAEE29C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587777-1F09-382F-5D13-B54DCD6566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98B68-6805-520F-5878-F22165E086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799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Total </a:t>
            </a:r>
            <a:r>
              <a:rPr lang="en-US" altLang="ko-KR" sz="2500" b="1" dirty="0" err="1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Segmentator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Results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2026. 05. 18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8CAC6-5AAE-071D-A20C-3363A9415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C34E84-7F24-BDDE-EA03-702E9D9E1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0B46D-A414-4C6A-6877-8F8F9387C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9EE54B7A-58D5-A265-CBE5-3B9A9BD8C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135296"/>
              </p:ext>
            </p:extLst>
          </p:nvPr>
        </p:nvGraphicFramePr>
        <p:xfrm>
          <a:off x="1306216" y="1027611"/>
          <a:ext cx="9579568" cy="5096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1855460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-222.8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-609.8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2554290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5022329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-299.5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506610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5023331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50.3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-348.7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422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5121596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949.5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75053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5512384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51950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5642762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85485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5824638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851.75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461.75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9154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6695154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766.5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394.5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65276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6737751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811.01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442.01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594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8405417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03612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8485344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814.5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426.5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04663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8597283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767.46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431.46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8719829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-764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8855221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871.07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475.07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8856360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370.32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-58.68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9466484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-249.5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-645.5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9956604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801.03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384.03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966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5F4A-1614-34FB-3E65-F5ECF683E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36A608-BF70-97BF-04A8-978857FEB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3E44E-F5DB-2C33-2FD3-8CD2FCEA4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6C52E79A-42FB-6B0C-41EB-5ABDBAE56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7917383"/>
              </p:ext>
            </p:extLst>
          </p:nvPr>
        </p:nvGraphicFramePr>
        <p:xfrm>
          <a:off x="1306216" y="1027611"/>
          <a:ext cx="9579568" cy="8047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9145432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-217.5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-662.5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3034034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-672.5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1078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2471</TotalTime>
  <Words>260</Words>
  <Application>Microsoft Office PowerPoint</Application>
  <PresentationFormat>와이드스크린</PresentationFormat>
  <Paragraphs>191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맑은 고딕</vt:lpstr>
      <vt:lpstr>Arial</vt:lpstr>
      <vt:lpstr>KoPub돋움체 Medium</vt:lpstr>
      <vt:lpstr>KoPub돋움체 Bold</vt:lpstr>
      <vt:lpstr>Office 테마</vt:lpstr>
      <vt:lpstr>PowerPoint 프레젠테이션</vt:lpstr>
      <vt:lpstr>Detailed progress</vt:lpstr>
      <vt:lpstr>Detailed progress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238</cp:revision>
  <dcterms:created xsi:type="dcterms:W3CDTF">2026-04-09T07:05:16Z</dcterms:created>
  <dcterms:modified xsi:type="dcterms:W3CDTF">2026-05-18T07:31:34Z</dcterms:modified>
</cp:coreProperties>
</file>