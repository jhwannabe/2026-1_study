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551" r:id="rId3"/>
    <p:sldId id="555" r:id="rId4"/>
    <p:sldId id="556" r:id="rId5"/>
    <p:sldId id="554" r:id="rId6"/>
    <p:sldId id="552" r:id="rId7"/>
    <p:sldId id="553" r:id="rId8"/>
    <p:sldId id="557" r:id="rId9"/>
    <p:sldId id="479" r:id="rId10"/>
  </p:sldIdLst>
  <p:sldSz cx="12192000" cy="6858000"/>
  <p:notesSz cx="6858000" cy="9144000"/>
  <p:embeddedFontLst>
    <p:embeddedFont>
      <p:font typeface="KoPub돋움체 Bold" panose="00000800000000000000" pitchFamily="2" charset="-127"/>
      <p:bold r:id="rId12"/>
    </p:embeddedFont>
    <p:embeddedFont>
      <p:font typeface="KoPub돋움체 Medium" panose="00000600000000000000" pitchFamily="2" charset="-127"/>
      <p:regular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551"/>
            <p14:sldId id="555"/>
            <p14:sldId id="556"/>
            <p14:sldId id="554"/>
            <p14:sldId id="552"/>
            <p14:sldId id="553"/>
            <p14:sldId id="557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670"/>
    <a:srgbClr val="17A5AA"/>
    <a:srgbClr val="1F3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1879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2026-05-20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발표 시작하겠습니다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진행한 연구 결과에 대해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공유드리겠습니다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AA21-9CF8-678A-C0B8-5BEF83D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A69DB-1308-34E1-27D7-99625C58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556C2F-238D-8454-0A8F-4305E178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D18F8-447A-78AA-5E93-0870CCD3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23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7CAAC-A43F-15F6-F38E-F4B14F21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B3547B-80AA-6D0D-79FA-1FCDF983F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F9C7F7-4ABD-CFF8-3ED4-082C306DF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17007A-A9B5-A594-7165-EBA1B58F6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059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04183-5D94-C9AF-55C7-FE0777799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0C4E6B-0A09-C4D9-8137-24FAEE29C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587777-1F09-382F-5D13-B54DCD656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C98B68-6805-520F-5878-F22165E08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799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6658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Total </a:t>
            </a:r>
            <a:r>
              <a:rPr lang="en-US" altLang="ko-KR" sz="2500" b="1" dirty="0" err="1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Segmentator</a:t>
            </a: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Results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2026. 05. 18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CAC6-5AAE-071D-A20C-3363A941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4E84-7F24-BDDE-EA03-702E9D9E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0B46D-A414-4C6A-6877-8F8F9387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085DB8A-F2FD-AB70-F0B6-F5E8612C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Data </a:t>
            </a:r>
            <a:r>
              <a:rPr lang="ko-KR" altLang="en-US" dirty="0"/>
              <a:t>정리</a:t>
            </a:r>
            <a:endParaRPr lang="en-US" altLang="ko-KR" dirty="0"/>
          </a:p>
          <a:p>
            <a:pPr lvl="1"/>
            <a:r>
              <a:rPr lang="en-US" altLang="ko-KR" dirty="0" err="1"/>
              <a:t>MetaData</a:t>
            </a:r>
            <a:endParaRPr lang="en-US" altLang="ko-KR" dirty="0"/>
          </a:p>
          <a:p>
            <a:pPr lvl="1"/>
            <a:r>
              <a:rPr lang="en-US" altLang="ko-KR" dirty="0"/>
              <a:t>Patient 3,762 </a:t>
            </a:r>
            <a:r>
              <a:rPr lang="ko-KR" altLang="en-US" dirty="0"/>
              <a:t>→ 중복 제거 </a:t>
            </a:r>
            <a:r>
              <a:rPr lang="en-US" altLang="ko-KR" dirty="0"/>
              <a:t>2,033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AEC</a:t>
            </a:r>
          </a:p>
          <a:p>
            <a:pPr lvl="1"/>
            <a:r>
              <a:rPr lang="en-US" altLang="ko-KR" dirty="0"/>
              <a:t>Patient 2,054 </a:t>
            </a:r>
            <a:r>
              <a:rPr lang="ko-KR" altLang="en-US" dirty="0"/>
              <a:t>→ 상하단 기준으로 </a:t>
            </a:r>
            <a:r>
              <a:rPr lang="en-US" altLang="ko-KR" dirty="0"/>
              <a:t>Crop [T12, pubis] </a:t>
            </a:r>
            <a:r>
              <a:rPr lang="ko-KR" altLang="en-US" dirty="0"/>
              <a:t>→ </a:t>
            </a:r>
            <a:r>
              <a:rPr lang="en-US" altLang="ko-KR" dirty="0" err="1"/>
              <a:t>aec_raw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aec_128 </a:t>
            </a:r>
            <a:r>
              <a:rPr lang="ko-KR" altLang="en-US" dirty="0"/>
              <a:t>→ </a:t>
            </a:r>
            <a:r>
              <a:rPr lang="ko-KR" altLang="en-US" dirty="0" err="1"/>
              <a:t>고정값</a:t>
            </a:r>
            <a:r>
              <a:rPr lang="ko-KR" altLang="en-US" dirty="0"/>
              <a:t> 제거 </a:t>
            </a:r>
            <a:r>
              <a:rPr lang="en-US" altLang="ko-KR" dirty="0"/>
              <a:t>(1220/1287)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최종 </a:t>
            </a:r>
            <a:r>
              <a:rPr lang="en-US" altLang="ko-KR" dirty="0"/>
              <a:t>Data </a:t>
            </a:r>
            <a:r>
              <a:rPr lang="ko-KR" altLang="en-US" dirty="0"/>
              <a:t>수 </a:t>
            </a:r>
            <a:r>
              <a:rPr lang="en-US" altLang="ko-KR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17966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1C564-C4E3-C7E5-176D-3C71C0D4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90F66-DE53-7F78-BD26-F25903C3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651BCC-0290-4B0F-F77B-B861A831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F296F737-8C82-7794-102A-912EE34FC89B}"/>
              </a:ext>
            </a:extLst>
          </p:cNvPr>
          <p:cNvGraphicFramePr>
            <a:graphicFrameLocks noGrp="1"/>
          </p:cNvGraphicFramePr>
          <p:nvPr/>
        </p:nvGraphicFramePr>
        <p:xfrm>
          <a:off x="1306216" y="1668340"/>
          <a:ext cx="9579568" cy="4560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1286114323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865512279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26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PatientID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n_slices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slices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t12_slice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pubis_slice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z_range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z_t12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z_pubis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5512384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54284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8855221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871.07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475.07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997030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5022329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-299.5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533384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5121596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949.5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567.5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633271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9466484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-249.5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-645.5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768561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5023331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-348.7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962543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2554290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689657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8597283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767.46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431.46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464310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8405417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066104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6695154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766.5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394.5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4221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8856360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370.32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-58.68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50539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5824638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851.75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461.75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519507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9956604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801.03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384.03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854852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5642762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915461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6737751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811.01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442.01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652768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8719829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-383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-764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635945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4AE4587-D9EE-3494-C321-6EC6B13EF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Total </a:t>
            </a:r>
            <a:r>
              <a:rPr lang="en-US" altLang="ko-KR" dirty="0" err="1"/>
              <a:t>Segmentator</a:t>
            </a:r>
            <a:r>
              <a:rPr lang="ko-KR" altLang="en-US" dirty="0"/>
              <a:t>로 상하단 기준 좌표 </a:t>
            </a:r>
            <a:r>
              <a:rPr lang="en-US" altLang="ko-KR" dirty="0"/>
              <a:t>Success </a:t>
            </a:r>
            <a:r>
              <a:rPr lang="ko-KR" altLang="en-US" dirty="0"/>
              <a:t>건</a:t>
            </a:r>
          </a:p>
        </p:txBody>
      </p:sp>
    </p:spTree>
    <p:extLst>
      <p:ext uri="{BB962C8B-B14F-4D97-AF65-F5344CB8AC3E}">
        <p14:creationId xmlns:p14="http://schemas.microsoft.com/office/powerpoint/2010/main" val="244284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8FAC-6559-FA72-39FE-1AA0E5E5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F05FB83E-7A97-4920-BFB3-307946C19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669" y="2130146"/>
            <a:ext cx="2597697" cy="25976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690F12-C34C-CD20-F6F2-DAE35C065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67" y="2130146"/>
            <a:ext cx="2597697" cy="25976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F6B37CD-B782-19AD-78E3-40D87F0D71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944" y="2130147"/>
            <a:ext cx="2597697" cy="259769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3FD4611-EADF-F611-B462-9C197D315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634" y="2130147"/>
            <a:ext cx="2597697" cy="25976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B759C7-15AA-B137-0D3A-B65E7736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B8198E-299A-21E3-48A4-7E6A0A6DD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5789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7BFCA-8269-8C7D-190A-5D385C48A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9CADBFB-E481-8E28-A507-33B5CEEDD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670" y="2130147"/>
            <a:ext cx="2597697" cy="25976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9296D72-8F3D-B2B5-9BA4-9E11BEE6E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61" y="2130147"/>
            <a:ext cx="2597697" cy="25976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AD23340-CDCD-DBB5-F1C3-A91139FB29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400" y="2130148"/>
            <a:ext cx="2597697" cy="25976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A0427E1-0A00-C610-7E05-AF94E3E667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091" y="2130148"/>
            <a:ext cx="2597697" cy="25976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E325F5D-A81D-05C1-9202-C527E6A5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A5D62E-637A-781F-C285-EEB17AF4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142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5F4A-1614-34FB-3E65-F5ECF683E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6A608-BF70-97BF-04A8-978857FE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13E44E-F5DB-2C33-2FD3-8CD2FCEA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6C52E79A-42FB-6B0C-41EB-5ABDBAE56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302556"/>
              </p:ext>
            </p:extLst>
          </p:nvPr>
        </p:nvGraphicFramePr>
        <p:xfrm>
          <a:off x="1306216" y="1672047"/>
          <a:ext cx="9579568" cy="2146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1286114323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865512279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26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PatientID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n_slices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slices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t12_slice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pubis_slice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z_range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z_t12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z_pubis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9145432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-217.5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-662.5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54284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3034034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-165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-672.5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863335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9424177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-222.5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-672.5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984369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8423022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-230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-677.5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333430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5028658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-487.5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-925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347136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6165261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-160.633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-628.133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5605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9001439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-238.192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-698.192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464310"/>
                  </a:ext>
                </a:extLst>
              </a:tr>
            </a:tbl>
          </a:graphicData>
        </a:graphic>
      </p:graphicFrame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AE7AC7A-8188-574D-4B8B-28B7BDDF1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Total </a:t>
            </a:r>
            <a:r>
              <a:rPr lang="en-US" altLang="ko-KR" dirty="0" err="1"/>
              <a:t>Segmentator</a:t>
            </a:r>
            <a:r>
              <a:rPr lang="ko-KR" altLang="en-US" dirty="0"/>
              <a:t>로 상하단 기준 좌표 </a:t>
            </a:r>
            <a:r>
              <a:rPr lang="en-US" altLang="ko-KR" dirty="0"/>
              <a:t>Fail </a:t>
            </a:r>
            <a:r>
              <a:rPr lang="ko-KR" altLang="en-US" dirty="0"/>
              <a:t>건</a:t>
            </a:r>
          </a:p>
        </p:txBody>
      </p:sp>
    </p:spTree>
    <p:extLst>
      <p:ext uri="{BB962C8B-B14F-4D97-AF65-F5344CB8AC3E}">
        <p14:creationId xmlns:p14="http://schemas.microsoft.com/office/powerpoint/2010/main" val="375107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CDA65E75-51BA-391B-1E3E-82B94D3E8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403" y="2130153"/>
            <a:ext cx="2597694" cy="25976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15B9F92-9715-D53D-5C2B-3E58EC9C0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453" y="2130153"/>
            <a:ext cx="2597694" cy="25976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71E78BB-A8AF-F00D-2DCA-561EC804A8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855" y="2130153"/>
            <a:ext cx="2597694" cy="25976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A22A31-B3D8-EBC0-DB71-A832A1899B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2130153"/>
            <a:ext cx="2597694" cy="25976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EE844CC-9B6C-8F23-0CED-98A6D01A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65762-F700-ACAB-7A71-025F2896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4860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AB9D4-2C2E-51AF-7B5A-B86FE39E5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3D2B7DB5-C167-E154-778D-5CD386428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403" y="2130153"/>
            <a:ext cx="2597694" cy="25976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69B7AA5-A5D6-0D0C-62F2-63D49CA4F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453" y="2130153"/>
            <a:ext cx="2597694" cy="25976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2DC92D6-902E-8D07-E143-0D8310AE7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855" y="2130153"/>
            <a:ext cx="2597694" cy="25976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04287D2-A6B9-4658-5976-3DA7C6A63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2130153"/>
            <a:ext cx="2597694" cy="25976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8B9C3B5-9E28-3D77-8CD1-2132D8ED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4BECD-30DD-3EE6-D772-9B8A7D7C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3270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2810</TotalTime>
  <Words>363</Words>
  <Application>Microsoft Office PowerPoint</Application>
  <PresentationFormat>와이드스크린</PresentationFormat>
  <Paragraphs>237</Paragraphs>
  <Slides>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KoPub돋움체 Bold</vt:lpstr>
      <vt:lpstr>맑은 고딕</vt:lpstr>
      <vt:lpstr>Arial</vt:lpstr>
      <vt:lpstr>KoPub돋움체 Medium</vt:lpstr>
      <vt:lpstr>Office 테마</vt:lpstr>
      <vt:lpstr>PowerPoint 프레젠테이션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244</cp:revision>
  <dcterms:created xsi:type="dcterms:W3CDTF">2026-04-09T07:05:16Z</dcterms:created>
  <dcterms:modified xsi:type="dcterms:W3CDTF">2026-05-20T08:24:39Z</dcterms:modified>
</cp:coreProperties>
</file>