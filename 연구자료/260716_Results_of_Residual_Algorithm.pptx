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0"/>
  </p:notesMasterIdLst>
  <p:sldIdLst>
    <p:sldId id="256" r:id="rId2"/>
    <p:sldId id="257" r:id="rId3"/>
    <p:sldId id="480" r:id="rId4"/>
    <p:sldId id="488" r:id="rId5"/>
    <p:sldId id="483" r:id="rId6"/>
    <p:sldId id="481" r:id="rId7"/>
    <p:sldId id="482" r:id="rId8"/>
    <p:sldId id="484" r:id="rId9"/>
    <p:sldId id="485" r:id="rId10"/>
    <p:sldId id="489" r:id="rId11"/>
    <p:sldId id="486" r:id="rId12"/>
    <p:sldId id="487" r:id="rId13"/>
    <p:sldId id="491" r:id="rId14"/>
    <p:sldId id="490" r:id="rId15"/>
    <p:sldId id="300" r:id="rId16"/>
    <p:sldId id="492" r:id="rId17"/>
    <p:sldId id="493" r:id="rId18"/>
    <p:sldId id="479" r:id="rId19"/>
  </p:sldIdLst>
  <p:sldSz cx="12192000" cy="6858000"/>
  <p:notesSz cx="6858000" cy="9144000"/>
  <p:embeddedFontLst>
    <p:embeddedFont>
      <p:font typeface="KoPub돋움체 Bold" panose="00000800000000000000" pitchFamily="2" charset="-127"/>
      <p:bold r:id="rId21"/>
    </p:embeddedFont>
    <p:embeddedFont>
      <p:font typeface="KoPub돋움체 Medium" panose="00000600000000000000" pitchFamily="2" charset="-127"/>
      <p:regular r:id="rId22"/>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097B6DF2-66C3-4074-9053-F9AA00FED5D5}">
          <p14:sldIdLst>
            <p14:sldId id="256"/>
            <p14:sldId id="257"/>
            <p14:sldId id="480"/>
            <p14:sldId id="488"/>
            <p14:sldId id="483"/>
            <p14:sldId id="481"/>
            <p14:sldId id="482"/>
            <p14:sldId id="484"/>
            <p14:sldId id="485"/>
            <p14:sldId id="489"/>
            <p14:sldId id="486"/>
            <p14:sldId id="487"/>
            <p14:sldId id="491"/>
            <p14:sldId id="490"/>
            <p14:sldId id="300"/>
            <p14:sldId id="492"/>
            <p14:sldId id="493"/>
            <p14:sldId id="47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전장훈" initials="전" lastIdx="19" clrIdx="0">
    <p:extLst>
      <p:ext uri="{19B8F6BF-5375-455C-9EA6-DF929625EA0E}">
        <p15:presenceInfo xmlns:p15="http://schemas.microsoft.com/office/powerpoint/2012/main" userId="전장훈"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7DD0"/>
    <a:srgbClr val="1F346B"/>
    <a:srgbClr val="023670"/>
    <a:srgbClr val="17A5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576" autoAdjust="0"/>
  </p:normalViewPr>
  <p:slideViewPr>
    <p:cSldViewPr snapToGrid="0">
      <p:cViewPr varScale="1">
        <p:scale>
          <a:sx n="90" d="100"/>
          <a:sy n="90" d="100"/>
        </p:scale>
        <p:origin x="1332" y="84"/>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ghoon jun" userId="056a5883350c2f5e" providerId="LiveId" clId="{6DA654A6-03B0-40F7-A259-B276216985A6}"/>
    <pc:docChg chg="undo redo custSel addSld delSld modSld modSection">
      <pc:chgData name="janghoon jun" userId="056a5883350c2f5e" providerId="LiveId" clId="{6DA654A6-03B0-40F7-A259-B276216985A6}" dt="2026-07-08T06:46:14.575" v="5364"/>
      <pc:docMkLst>
        <pc:docMk/>
      </pc:docMkLst>
      <pc:sldChg chg="modSp mod">
        <pc:chgData name="janghoon jun" userId="056a5883350c2f5e" providerId="LiveId" clId="{6DA654A6-03B0-40F7-A259-B276216985A6}" dt="2026-07-08T05:33:53.531" v="3728" actId="207"/>
        <pc:sldMkLst>
          <pc:docMk/>
          <pc:sldMk cId="0" sldId="256"/>
        </pc:sldMkLst>
        <pc:spChg chg="mod">
          <ac:chgData name="janghoon jun" userId="056a5883350c2f5e" providerId="LiveId" clId="{6DA654A6-03B0-40F7-A259-B276216985A6}" dt="2026-07-08T05:33:53.531" v="3728" actId="207"/>
          <ac:spMkLst>
            <pc:docMk/>
            <pc:sldMk cId="0" sldId="256"/>
            <ac:spMk id="2" creationId="{00000000-0000-0000-0000-000000000000}"/>
          </ac:spMkLst>
        </pc:spChg>
        <pc:spChg chg="mod">
          <ac:chgData name="janghoon jun" userId="056a5883350c2f5e" providerId="LiveId" clId="{6DA654A6-03B0-40F7-A259-B276216985A6}" dt="2026-07-08T05:33:53.531" v="3728" actId="207"/>
          <ac:spMkLst>
            <pc:docMk/>
            <pc:sldMk cId="0" sldId="256"/>
            <ac:spMk id="3" creationId="{00000000-0000-0000-0000-000000000000}"/>
          </ac:spMkLst>
        </pc:spChg>
      </pc:sldChg>
      <pc:sldChg chg="modSp mod modNotesTx">
        <pc:chgData name="janghoon jun" userId="056a5883350c2f5e" providerId="LiveId" clId="{6DA654A6-03B0-40F7-A259-B276216985A6}" dt="2026-07-07T05:53:01.136" v="2952" actId="20577"/>
        <pc:sldMkLst>
          <pc:docMk/>
          <pc:sldMk cId="1998851532" sldId="256"/>
        </pc:sldMkLst>
        <pc:spChg chg="mod">
          <ac:chgData name="janghoon jun" userId="056a5883350c2f5e" providerId="LiveId" clId="{6DA654A6-03B0-40F7-A259-B276216985A6}" dt="2026-07-07T05:52:56.148" v="2948" actId="20577"/>
          <ac:spMkLst>
            <pc:docMk/>
            <pc:sldMk cId="1998851532" sldId="256"/>
            <ac:spMk id="4" creationId="{4C14D9A0-1BB9-428F-B273-3CE24758593B}"/>
          </ac:spMkLst>
        </pc:spChg>
        <pc:spChg chg="mod">
          <ac:chgData name="janghoon jun" userId="056a5883350c2f5e" providerId="LiveId" clId="{6DA654A6-03B0-40F7-A259-B276216985A6}" dt="2026-07-07T05:53:01.136" v="2952" actId="20577"/>
          <ac:spMkLst>
            <pc:docMk/>
            <pc:sldMk cId="1998851532" sldId="256"/>
            <ac:spMk id="5" creationId="{94B21C1C-F3A0-440B-961E-968F2C77FB2A}"/>
          </ac:spMkLst>
        </pc:spChg>
      </pc:sldChg>
      <pc:sldChg chg="addSp delSp modSp mod">
        <pc:chgData name="janghoon jun" userId="056a5883350c2f5e" providerId="LiveId" clId="{6DA654A6-03B0-40F7-A259-B276216985A6}" dt="2026-07-08T05:43:45.659" v="4097" actId="15"/>
        <pc:sldMkLst>
          <pc:docMk/>
          <pc:sldMk cId="0" sldId="257"/>
        </pc:sldMkLst>
        <pc:spChg chg="mod">
          <ac:chgData name="janghoon jun" userId="056a5883350c2f5e" providerId="LiveId" clId="{6DA654A6-03B0-40F7-A259-B276216985A6}" dt="2026-07-08T05:34:40.941" v="3768" actId="20577"/>
          <ac:spMkLst>
            <pc:docMk/>
            <pc:sldMk cId="0" sldId="257"/>
            <ac:spMk id="2" creationId="{00000000-0000-0000-0000-000000000000}"/>
          </ac:spMkLst>
        </pc:spChg>
        <pc:spChg chg="del">
          <ac:chgData name="janghoon jun" userId="056a5883350c2f5e" providerId="LiveId" clId="{6DA654A6-03B0-40F7-A259-B276216985A6}" dt="2026-07-08T05:34:32.979" v="3753" actId="478"/>
          <ac:spMkLst>
            <pc:docMk/>
            <pc:sldMk cId="0" sldId="257"/>
            <ac:spMk id="3" creationId="{00000000-0000-0000-0000-000000000000}"/>
          </ac:spMkLst>
        </pc:spChg>
        <pc:spChg chg="del">
          <ac:chgData name="janghoon jun" userId="056a5883350c2f5e" providerId="LiveId" clId="{6DA654A6-03B0-40F7-A259-B276216985A6}" dt="2026-07-08T05:34:29.459" v="3752" actId="478"/>
          <ac:spMkLst>
            <pc:docMk/>
            <pc:sldMk cId="0" sldId="257"/>
            <ac:spMk id="4" creationId="{00000000-0000-0000-0000-000000000000}"/>
          </ac:spMkLst>
        </pc:spChg>
        <pc:spChg chg="del">
          <ac:chgData name="janghoon jun" userId="056a5883350c2f5e" providerId="LiveId" clId="{6DA654A6-03B0-40F7-A259-B276216985A6}" dt="2026-07-08T05:34:29.459" v="3752" actId="478"/>
          <ac:spMkLst>
            <pc:docMk/>
            <pc:sldMk cId="0" sldId="257"/>
            <ac:spMk id="5" creationId="{00000000-0000-0000-0000-000000000000}"/>
          </ac:spMkLst>
        </pc:spChg>
        <pc:spChg chg="del">
          <ac:chgData name="janghoon jun" userId="056a5883350c2f5e" providerId="LiveId" clId="{6DA654A6-03B0-40F7-A259-B276216985A6}" dt="2026-07-08T05:34:29.459" v="3752" actId="478"/>
          <ac:spMkLst>
            <pc:docMk/>
            <pc:sldMk cId="0" sldId="257"/>
            <ac:spMk id="6" creationId="{00000000-0000-0000-0000-000000000000}"/>
          </ac:spMkLst>
        </pc:spChg>
        <pc:spChg chg="del">
          <ac:chgData name="janghoon jun" userId="056a5883350c2f5e" providerId="LiveId" clId="{6DA654A6-03B0-40F7-A259-B276216985A6}" dt="2026-07-08T05:34:29.459" v="3752" actId="478"/>
          <ac:spMkLst>
            <pc:docMk/>
            <pc:sldMk cId="0" sldId="257"/>
            <ac:spMk id="7" creationId="{00000000-0000-0000-0000-000000000000}"/>
          </ac:spMkLst>
        </pc:spChg>
        <pc:spChg chg="add mod">
          <ac:chgData name="janghoon jun" userId="056a5883350c2f5e" providerId="LiveId" clId="{6DA654A6-03B0-40F7-A259-B276216985A6}" dt="2026-07-08T05:43:45.659" v="4097" actId="15"/>
          <ac:spMkLst>
            <pc:docMk/>
            <pc:sldMk cId="0" sldId="257"/>
            <ac:spMk id="9" creationId="{CDE98734-B61B-52A9-4AC8-3A3A0C7E6EAE}"/>
          </ac:spMkLst>
        </pc:spChg>
      </pc:sldChg>
      <pc:sldChg chg="addSp delSp modSp del mod">
        <pc:chgData name="janghoon jun" userId="056a5883350c2f5e" providerId="LiveId" clId="{6DA654A6-03B0-40F7-A259-B276216985A6}" dt="2026-07-08T05:51:26.233" v="4277" actId="47"/>
        <pc:sldMkLst>
          <pc:docMk/>
          <pc:sldMk cId="0" sldId="258"/>
        </pc:sldMkLst>
        <pc:spChg chg="mod">
          <ac:chgData name="janghoon jun" userId="056a5883350c2f5e" providerId="LiveId" clId="{6DA654A6-03B0-40F7-A259-B276216985A6}" dt="2026-07-08T05:45:13.417" v="4173" actId="20577"/>
          <ac:spMkLst>
            <pc:docMk/>
            <pc:sldMk cId="0" sldId="258"/>
            <ac:spMk id="2" creationId="{00000000-0000-0000-0000-000000000000}"/>
          </ac:spMkLst>
        </pc:spChg>
        <pc:spChg chg="del mod">
          <ac:chgData name="janghoon jun" userId="056a5883350c2f5e" providerId="LiveId" clId="{6DA654A6-03B0-40F7-A259-B276216985A6}" dt="2026-07-08T05:51:16.445" v="4274" actId="478"/>
          <ac:spMkLst>
            <pc:docMk/>
            <pc:sldMk cId="0" sldId="258"/>
            <ac:spMk id="3" creationId="{00000000-0000-0000-0000-000000000000}"/>
          </ac:spMkLst>
        </pc:spChg>
        <pc:spChg chg="mod">
          <ac:chgData name="janghoon jun" userId="056a5883350c2f5e" providerId="LiveId" clId="{6DA654A6-03B0-40F7-A259-B276216985A6}" dt="2026-07-08T05:51:23.393" v="4276" actId="1076"/>
          <ac:spMkLst>
            <pc:docMk/>
            <pc:sldMk cId="0" sldId="258"/>
            <ac:spMk id="4" creationId="{00000000-0000-0000-0000-000000000000}"/>
          </ac:spMkLst>
        </pc:spChg>
        <pc:spChg chg="mod">
          <ac:chgData name="janghoon jun" userId="056a5883350c2f5e" providerId="LiveId" clId="{6DA654A6-03B0-40F7-A259-B276216985A6}" dt="2026-07-08T05:51:23.393" v="4276" actId="1076"/>
          <ac:spMkLst>
            <pc:docMk/>
            <pc:sldMk cId="0" sldId="258"/>
            <ac:spMk id="6" creationId="{00000000-0000-0000-0000-000000000000}"/>
          </ac:spMkLst>
        </pc:spChg>
        <pc:spChg chg="mod">
          <ac:chgData name="janghoon jun" userId="056a5883350c2f5e" providerId="LiveId" clId="{6DA654A6-03B0-40F7-A259-B276216985A6}" dt="2026-07-08T05:51:23.393" v="4276" actId="1076"/>
          <ac:spMkLst>
            <pc:docMk/>
            <pc:sldMk cId="0" sldId="258"/>
            <ac:spMk id="7" creationId="{00000000-0000-0000-0000-000000000000}"/>
          </ac:spMkLst>
        </pc:spChg>
        <pc:spChg chg="add del mod">
          <ac:chgData name="janghoon jun" userId="056a5883350c2f5e" providerId="LiveId" clId="{6DA654A6-03B0-40F7-A259-B276216985A6}" dt="2026-07-08T05:51:18.243" v="4275" actId="478"/>
          <ac:spMkLst>
            <pc:docMk/>
            <pc:sldMk cId="0" sldId="258"/>
            <ac:spMk id="9" creationId="{EC8AC9C5-BC86-B8DF-827C-DAFEE8EE56B9}"/>
          </ac:spMkLst>
        </pc:spChg>
        <pc:graphicFrameChg chg="mod">
          <ac:chgData name="janghoon jun" userId="056a5883350c2f5e" providerId="LiveId" clId="{6DA654A6-03B0-40F7-A259-B276216985A6}" dt="2026-07-08T05:51:23.393" v="4276" actId="1076"/>
          <ac:graphicFrameMkLst>
            <pc:docMk/>
            <pc:sldMk cId="0" sldId="258"/>
            <ac:graphicFrameMk id="5" creationId="{00000000-0000-0000-0000-000000000000}"/>
          </ac:graphicFrameMkLst>
        </pc:graphicFrameChg>
      </pc:sldChg>
      <pc:sldChg chg="modSp add del mod">
        <pc:chgData name="janghoon jun" userId="056a5883350c2f5e" providerId="LiveId" clId="{6DA654A6-03B0-40F7-A259-B276216985A6}" dt="2026-07-08T05:45:43.786" v="4178" actId="47"/>
        <pc:sldMkLst>
          <pc:docMk/>
          <pc:sldMk cId="0" sldId="259"/>
        </pc:sldMkLst>
        <pc:spChg chg="mod">
          <ac:chgData name="janghoon jun" userId="056a5883350c2f5e" providerId="LiveId" clId="{6DA654A6-03B0-40F7-A259-B276216985A6}" dt="2026-07-08T05:45:29.838" v="4175" actId="20577"/>
          <ac:spMkLst>
            <pc:docMk/>
            <pc:sldMk cId="0" sldId="259"/>
            <ac:spMk id="2" creationId="{00000000-0000-0000-0000-000000000000}"/>
          </ac:spMkLst>
        </pc:spChg>
      </pc:sldChg>
      <pc:sldChg chg="modSp del mod">
        <pc:chgData name="janghoon jun" userId="056a5883350c2f5e" providerId="LiveId" clId="{6DA654A6-03B0-40F7-A259-B276216985A6}" dt="2026-07-08T05:46:52.228" v="4185" actId="47"/>
        <pc:sldMkLst>
          <pc:docMk/>
          <pc:sldMk cId="0" sldId="260"/>
        </pc:sldMkLst>
        <pc:spChg chg="mod">
          <ac:chgData name="janghoon jun" userId="056a5883350c2f5e" providerId="LiveId" clId="{6DA654A6-03B0-40F7-A259-B276216985A6}" dt="2026-07-08T05:45:49.064" v="4180" actId="20577"/>
          <ac:spMkLst>
            <pc:docMk/>
            <pc:sldMk cId="0" sldId="260"/>
            <ac:spMk id="2" creationId="{00000000-0000-0000-0000-000000000000}"/>
          </ac:spMkLst>
        </pc:spChg>
        <pc:spChg chg="mod">
          <ac:chgData name="janghoon jun" userId="056a5883350c2f5e" providerId="LiveId" clId="{6DA654A6-03B0-40F7-A259-B276216985A6}" dt="2026-07-08T05:46:11.423" v="4184" actId="14100"/>
          <ac:spMkLst>
            <pc:docMk/>
            <pc:sldMk cId="0" sldId="260"/>
            <ac:spMk id="4" creationId="{00000000-0000-0000-0000-000000000000}"/>
          </ac:spMkLst>
        </pc:spChg>
        <pc:spChg chg="mod">
          <ac:chgData name="janghoon jun" userId="056a5883350c2f5e" providerId="LiveId" clId="{6DA654A6-03B0-40F7-A259-B276216985A6}" dt="2026-07-08T05:46:06.972" v="4183" actId="1076"/>
          <ac:spMkLst>
            <pc:docMk/>
            <pc:sldMk cId="0" sldId="260"/>
            <ac:spMk id="13" creationId="{00000000-0000-0000-0000-000000000000}"/>
          </ac:spMkLst>
        </pc:spChg>
        <pc:spChg chg="mod">
          <ac:chgData name="janghoon jun" userId="056a5883350c2f5e" providerId="LiveId" clId="{6DA654A6-03B0-40F7-A259-B276216985A6}" dt="2026-07-08T05:46:06.972" v="4183" actId="1076"/>
          <ac:spMkLst>
            <pc:docMk/>
            <pc:sldMk cId="0" sldId="260"/>
            <ac:spMk id="14" creationId="{00000000-0000-0000-0000-000000000000}"/>
          </ac:spMkLst>
        </pc:spChg>
        <pc:spChg chg="mod">
          <ac:chgData name="janghoon jun" userId="056a5883350c2f5e" providerId="LiveId" clId="{6DA654A6-03B0-40F7-A259-B276216985A6}" dt="2026-07-08T05:46:06.972" v="4183" actId="1076"/>
          <ac:spMkLst>
            <pc:docMk/>
            <pc:sldMk cId="0" sldId="260"/>
            <ac:spMk id="15" creationId="{00000000-0000-0000-0000-000000000000}"/>
          </ac:spMkLst>
        </pc:spChg>
      </pc:sldChg>
      <pc:sldChg chg="addSp delSp modSp mod">
        <pc:chgData name="janghoon jun" userId="056a5883350c2f5e" providerId="LiveId" clId="{6DA654A6-03B0-40F7-A259-B276216985A6}" dt="2026-07-08T06:00:00.079" v="4418" actId="20577"/>
        <pc:sldMkLst>
          <pc:docMk/>
          <pc:sldMk cId="0" sldId="261"/>
        </pc:sldMkLst>
        <pc:spChg chg="mod">
          <ac:chgData name="janghoon jun" userId="056a5883350c2f5e" providerId="LiveId" clId="{6DA654A6-03B0-40F7-A259-B276216985A6}" dt="2026-07-08T06:00:00.079" v="4418" actId="20577"/>
          <ac:spMkLst>
            <pc:docMk/>
            <pc:sldMk cId="0" sldId="261"/>
            <ac:spMk id="2" creationId="{00000000-0000-0000-0000-000000000000}"/>
          </ac:spMkLst>
        </pc:spChg>
        <pc:spChg chg="mod">
          <ac:chgData name="janghoon jun" userId="056a5883350c2f5e" providerId="LiveId" clId="{6DA654A6-03B0-40F7-A259-B276216985A6}" dt="2026-07-08T05:48:47.021" v="4222" actId="20577"/>
          <ac:spMkLst>
            <pc:docMk/>
            <pc:sldMk cId="0" sldId="261"/>
            <ac:spMk id="3" creationId="{00000000-0000-0000-0000-000000000000}"/>
          </ac:spMkLst>
        </pc:spChg>
        <pc:spChg chg="mod">
          <ac:chgData name="janghoon jun" userId="056a5883350c2f5e" providerId="LiveId" clId="{6DA654A6-03B0-40F7-A259-B276216985A6}" dt="2026-07-08T05:51:44.611" v="4278" actId="164"/>
          <ac:spMkLst>
            <pc:docMk/>
            <pc:sldMk cId="0" sldId="261"/>
            <ac:spMk id="4" creationId="{00000000-0000-0000-0000-000000000000}"/>
          </ac:spMkLst>
        </pc:spChg>
        <pc:spChg chg="mod">
          <ac:chgData name="janghoon jun" userId="056a5883350c2f5e" providerId="LiveId" clId="{6DA654A6-03B0-40F7-A259-B276216985A6}" dt="2026-07-08T05:51:44.611" v="4278" actId="164"/>
          <ac:spMkLst>
            <pc:docMk/>
            <pc:sldMk cId="0" sldId="261"/>
            <ac:spMk id="5" creationId="{00000000-0000-0000-0000-000000000000}"/>
          </ac:spMkLst>
        </pc:spChg>
        <pc:spChg chg="mod">
          <ac:chgData name="janghoon jun" userId="056a5883350c2f5e" providerId="LiveId" clId="{6DA654A6-03B0-40F7-A259-B276216985A6}" dt="2026-07-08T05:51:44.611" v="4278" actId="164"/>
          <ac:spMkLst>
            <pc:docMk/>
            <pc:sldMk cId="0" sldId="261"/>
            <ac:spMk id="6" creationId="{00000000-0000-0000-0000-000000000000}"/>
          </ac:spMkLst>
        </pc:spChg>
        <pc:spChg chg="mod">
          <ac:chgData name="janghoon jun" userId="056a5883350c2f5e" providerId="LiveId" clId="{6DA654A6-03B0-40F7-A259-B276216985A6}" dt="2026-07-08T05:51:44.611" v="4278" actId="164"/>
          <ac:spMkLst>
            <pc:docMk/>
            <pc:sldMk cId="0" sldId="261"/>
            <ac:spMk id="7" creationId="{00000000-0000-0000-0000-000000000000}"/>
          </ac:spMkLst>
        </pc:spChg>
        <pc:spChg chg="mod">
          <ac:chgData name="janghoon jun" userId="056a5883350c2f5e" providerId="LiveId" clId="{6DA654A6-03B0-40F7-A259-B276216985A6}" dt="2026-07-08T05:51:44.611" v="4278" actId="164"/>
          <ac:spMkLst>
            <pc:docMk/>
            <pc:sldMk cId="0" sldId="261"/>
            <ac:spMk id="8" creationId="{00000000-0000-0000-0000-000000000000}"/>
          </ac:spMkLst>
        </pc:spChg>
        <pc:spChg chg="mod">
          <ac:chgData name="janghoon jun" userId="056a5883350c2f5e" providerId="LiveId" clId="{6DA654A6-03B0-40F7-A259-B276216985A6}" dt="2026-07-08T05:51:44.611" v="4278" actId="164"/>
          <ac:spMkLst>
            <pc:docMk/>
            <pc:sldMk cId="0" sldId="261"/>
            <ac:spMk id="9" creationId="{00000000-0000-0000-0000-000000000000}"/>
          </ac:spMkLst>
        </pc:spChg>
        <pc:spChg chg="mod">
          <ac:chgData name="janghoon jun" userId="056a5883350c2f5e" providerId="LiveId" clId="{6DA654A6-03B0-40F7-A259-B276216985A6}" dt="2026-07-08T05:51:44.611" v="4278" actId="164"/>
          <ac:spMkLst>
            <pc:docMk/>
            <pc:sldMk cId="0" sldId="261"/>
            <ac:spMk id="10" creationId="{00000000-0000-0000-0000-000000000000}"/>
          </ac:spMkLst>
        </pc:spChg>
        <pc:spChg chg="mod">
          <ac:chgData name="janghoon jun" userId="056a5883350c2f5e" providerId="LiveId" clId="{6DA654A6-03B0-40F7-A259-B276216985A6}" dt="2026-07-08T05:51:44.611" v="4278" actId="164"/>
          <ac:spMkLst>
            <pc:docMk/>
            <pc:sldMk cId="0" sldId="261"/>
            <ac:spMk id="11" creationId="{00000000-0000-0000-0000-000000000000}"/>
          </ac:spMkLst>
        </pc:spChg>
        <pc:spChg chg="mod">
          <ac:chgData name="janghoon jun" userId="056a5883350c2f5e" providerId="LiveId" clId="{6DA654A6-03B0-40F7-A259-B276216985A6}" dt="2026-07-08T05:48:23.941" v="4215" actId="1076"/>
          <ac:spMkLst>
            <pc:docMk/>
            <pc:sldMk cId="0" sldId="261"/>
            <ac:spMk id="12" creationId="{00000000-0000-0000-0000-000000000000}"/>
          </ac:spMkLst>
        </pc:spChg>
        <pc:spChg chg="del">
          <ac:chgData name="janghoon jun" userId="056a5883350c2f5e" providerId="LiveId" clId="{6DA654A6-03B0-40F7-A259-B276216985A6}" dt="2026-07-08T05:48:11.777" v="4212" actId="478"/>
          <ac:spMkLst>
            <pc:docMk/>
            <pc:sldMk cId="0" sldId="261"/>
            <ac:spMk id="13" creationId="{00000000-0000-0000-0000-000000000000}"/>
          </ac:spMkLst>
        </pc:spChg>
        <pc:spChg chg="mod">
          <ac:chgData name="janghoon jun" userId="056a5883350c2f5e" providerId="LiveId" clId="{6DA654A6-03B0-40F7-A259-B276216985A6}" dt="2026-07-08T05:48:20.454" v="4214" actId="1076"/>
          <ac:spMkLst>
            <pc:docMk/>
            <pc:sldMk cId="0" sldId="261"/>
            <ac:spMk id="14" creationId="{00000000-0000-0000-0000-000000000000}"/>
          </ac:spMkLst>
        </pc:spChg>
        <pc:grpChg chg="add mod">
          <ac:chgData name="janghoon jun" userId="056a5883350c2f5e" providerId="LiveId" clId="{6DA654A6-03B0-40F7-A259-B276216985A6}" dt="2026-07-08T05:51:55.537" v="4280" actId="1076"/>
          <ac:grpSpMkLst>
            <pc:docMk/>
            <pc:sldMk cId="0" sldId="261"/>
            <ac:grpSpMk id="15" creationId="{8225C597-6B75-9D97-650E-7B4F65A7A9DF}"/>
          </ac:grpSpMkLst>
        </pc:grpChg>
      </pc:sldChg>
      <pc:sldChg chg="addSp modSp mod">
        <pc:chgData name="janghoon jun" userId="056a5883350c2f5e" providerId="LiveId" clId="{6DA654A6-03B0-40F7-A259-B276216985A6}" dt="2026-07-08T06:00:08.652" v="4442" actId="20577"/>
        <pc:sldMkLst>
          <pc:docMk/>
          <pc:sldMk cId="0" sldId="262"/>
        </pc:sldMkLst>
        <pc:spChg chg="mod">
          <ac:chgData name="janghoon jun" userId="056a5883350c2f5e" providerId="LiveId" clId="{6DA654A6-03B0-40F7-A259-B276216985A6}" dt="2026-07-08T06:00:08.652" v="4442" actId="20577"/>
          <ac:spMkLst>
            <pc:docMk/>
            <pc:sldMk cId="0" sldId="262"/>
            <ac:spMk id="2" creationId="{00000000-0000-0000-0000-000000000000}"/>
          </ac:spMkLst>
        </pc:spChg>
        <pc:spChg chg="mod">
          <ac:chgData name="janghoon jun" userId="056a5883350c2f5e" providerId="LiveId" clId="{6DA654A6-03B0-40F7-A259-B276216985A6}" dt="2026-07-08T05:50:44.035" v="4253" actId="403"/>
          <ac:spMkLst>
            <pc:docMk/>
            <pc:sldMk cId="0" sldId="262"/>
            <ac:spMk id="3" creationId="{00000000-0000-0000-0000-000000000000}"/>
          </ac:spMkLst>
        </pc:spChg>
        <pc:spChg chg="mod">
          <ac:chgData name="janghoon jun" userId="056a5883350c2f5e" providerId="LiveId" clId="{6DA654A6-03B0-40F7-A259-B276216985A6}" dt="2026-07-08T05:49:40.729" v="4233" actId="164"/>
          <ac:spMkLst>
            <pc:docMk/>
            <pc:sldMk cId="0" sldId="262"/>
            <ac:spMk id="4" creationId="{00000000-0000-0000-0000-000000000000}"/>
          </ac:spMkLst>
        </pc:spChg>
        <pc:spChg chg="mod">
          <ac:chgData name="janghoon jun" userId="056a5883350c2f5e" providerId="LiveId" clId="{6DA654A6-03B0-40F7-A259-B276216985A6}" dt="2026-07-08T05:49:40.729" v="4233" actId="164"/>
          <ac:spMkLst>
            <pc:docMk/>
            <pc:sldMk cId="0" sldId="262"/>
            <ac:spMk id="5" creationId="{00000000-0000-0000-0000-000000000000}"/>
          </ac:spMkLst>
        </pc:spChg>
        <pc:spChg chg="mod">
          <ac:chgData name="janghoon jun" userId="056a5883350c2f5e" providerId="LiveId" clId="{6DA654A6-03B0-40F7-A259-B276216985A6}" dt="2026-07-08T05:50:05.153" v="4240" actId="164"/>
          <ac:spMkLst>
            <pc:docMk/>
            <pc:sldMk cId="0" sldId="262"/>
            <ac:spMk id="6" creationId="{00000000-0000-0000-0000-000000000000}"/>
          </ac:spMkLst>
        </pc:spChg>
        <pc:spChg chg="mod">
          <ac:chgData name="janghoon jun" userId="056a5883350c2f5e" providerId="LiveId" clId="{6DA654A6-03B0-40F7-A259-B276216985A6}" dt="2026-07-08T05:50:05.153" v="4240" actId="164"/>
          <ac:spMkLst>
            <pc:docMk/>
            <pc:sldMk cId="0" sldId="262"/>
            <ac:spMk id="7" creationId="{00000000-0000-0000-0000-000000000000}"/>
          </ac:spMkLst>
        </pc:spChg>
        <pc:spChg chg="mod">
          <ac:chgData name="janghoon jun" userId="056a5883350c2f5e" providerId="LiveId" clId="{6DA654A6-03B0-40F7-A259-B276216985A6}" dt="2026-07-08T05:50:10.135" v="4242" actId="164"/>
          <ac:spMkLst>
            <pc:docMk/>
            <pc:sldMk cId="0" sldId="262"/>
            <ac:spMk id="8" creationId="{00000000-0000-0000-0000-000000000000}"/>
          </ac:spMkLst>
        </pc:spChg>
        <pc:spChg chg="mod">
          <ac:chgData name="janghoon jun" userId="056a5883350c2f5e" providerId="LiveId" clId="{6DA654A6-03B0-40F7-A259-B276216985A6}" dt="2026-07-08T05:50:10.135" v="4242" actId="164"/>
          <ac:spMkLst>
            <pc:docMk/>
            <pc:sldMk cId="0" sldId="262"/>
            <ac:spMk id="9" creationId="{00000000-0000-0000-0000-000000000000}"/>
          </ac:spMkLst>
        </pc:spChg>
        <pc:spChg chg="mod">
          <ac:chgData name="janghoon jun" userId="056a5883350c2f5e" providerId="LiveId" clId="{6DA654A6-03B0-40F7-A259-B276216985A6}" dt="2026-07-08T05:50:15.213" v="4244" actId="164"/>
          <ac:spMkLst>
            <pc:docMk/>
            <pc:sldMk cId="0" sldId="262"/>
            <ac:spMk id="10" creationId="{00000000-0000-0000-0000-000000000000}"/>
          </ac:spMkLst>
        </pc:spChg>
        <pc:spChg chg="mod">
          <ac:chgData name="janghoon jun" userId="056a5883350c2f5e" providerId="LiveId" clId="{6DA654A6-03B0-40F7-A259-B276216985A6}" dt="2026-07-08T05:50:15.213" v="4244" actId="164"/>
          <ac:spMkLst>
            <pc:docMk/>
            <pc:sldMk cId="0" sldId="262"/>
            <ac:spMk id="11" creationId="{00000000-0000-0000-0000-000000000000}"/>
          </ac:spMkLst>
        </pc:spChg>
        <pc:spChg chg="mod">
          <ac:chgData name="janghoon jun" userId="056a5883350c2f5e" providerId="LiveId" clId="{6DA654A6-03B0-40F7-A259-B276216985A6}" dt="2026-07-08T05:50:18.768" v="4246" actId="164"/>
          <ac:spMkLst>
            <pc:docMk/>
            <pc:sldMk cId="0" sldId="262"/>
            <ac:spMk id="12" creationId="{00000000-0000-0000-0000-000000000000}"/>
          </ac:spMkLst>
        </pc:spChg>
        <pc:spChg chg="mod">
          <ac:chgData name="janghoon jun" userId="056a5883350c2f5e" providerId="LiveId" clId="{6DA654A6-03B0-40F7-A259-B276216985A6}" dt="2026-07-08T05:50:18.768" v="4246" actId="164"/>
          <ac:spMkLst>
            <pc:docMk/>
            <pc:sldMk cId="0" sldId="262"/>
            <ac:spMk id="13" creationId="{00000000-0000-0000-0000-000000000000}"/>
          </ac:spMkLst>
        </pc:spChg>
        <pc:spChg chg="mod">
          <ac:chgData name="janghoon jun" userId="056a5883350c2f5e" providerId="LiveId" clId="{6DA654A6-03B0-40F7-A259-B276216985A6}" dt="2026-07-08T05:50:22.367" v="4248" actId="164"/>
          <ac:spMkLst>
            <pc:docMk/>
            <pc:sldMk cId="0" sldId="262"/>
            <ac:spMk id="14" creationId="{00000000-0000-0000-0000-000000000000}"/>
          </ac:spMkLst>
        </pc:spChg>
        <pc:spChg chg="mod">
          <ac:chgData name="janghoon jun" userId="056a5883350c2f5e" providerId="LiveId" clId="{6DA654A6-03B0-40F7-A259-B276216985A6}" dt="2026-07-08T05:50:22.367" v="4248" actId="164"/>
          <ac:spMkLst>
            <pc:docMk/>
            <pc:sldMk cId="0" sldId="262"/>
            <ac:spMk id="15" creationId="{00000000-0000-0000-0000-000000000000}"/>
          </ac:spMkLst>
        </pc:spChg>
        <pc:grpChg chg="add mod">
          <ac:chgData name="janghoon jun" userId="056a5883350c2f5e" providerId="LiveId" clId="{6DA654A6-03B0-40F7-A259-B276216985A6}" dt="2026-07-08T05:50:40.974" v="4251" actId="1076"/>
          <ac:grpSpMkLst>
            <pc:docMk/>
            <pc:sldMk cId="0" sldId="262"/>
            <ac:grpSpMk id="16" creationId="{3A29F5B8-D1C5-25C1-4019-E66D4D1DB8F8}"/>
          </ac:grpSpMkLst>
        </pc:grpChg>
        <pc:grpChg chg="add mod">
          <ac:chgData name="janghoon jun" userId="056a5883350c2f5e" providerId="LiveId" clId="{6DA654A6-03B0-40F7-A259-B276216985A6}" dt="2026-07-08T05:50:40.974" v="4251" actId="1076"/>
          <ac:grpSpMkLst>
            <pc:docMk/>
            <pc:sldMk cId="0" sldId="262"/>
            <ac:grpSpMk id="17" creationId="{E075743F-97EA-F673-8801-05CDDD711D66}"/>
          </ac:grpSpMkLst>
        </pc:grpChg>
        <pc:grpChg chg="add mod">
          <ac:chgData name="janghoon jun" userId="056a5883350c2f5e" providerId="LiveId" clId="{6DA654A6-03B0-40F7-A259-B276216985A6}" dt="2026-07-08T05:50:40.974" v="4251" actId="1076"/>
          <ac:grpSpMkLst>
            <pc:docMk/>
            <pc:sldMk cId="0" sldId="262"/>
            <ac:grpSpMk id="18" creationId="{E46E2EE2-AC54-9926-16F3-618116102200}"/>
          </ac:grpSpMkLst>
        </pc:grpChg>
        <pc:grpChg chg="add mod">
          <ac:chgData name="janghoon jun" userId="056a5883350c2f5e" providerId="LiveId" clId="{6DA654A6-03B0-40F7-A259-B276216985A6}" dt="2026-07-08T05:50:40.974" v="4251" actId="1076"/>
          <ac:grpSpMkLst>
            <pc:docMk/>
            <pc:sldMk cId="0" sldId="262"/>
            <ac:grpSpMk id="19" creationId="{8B7A0DFD-AD14-A910-3A97-B14AE80A740D}"/>
          </ac:grpSpMkLst>
        </pc:grpChg>
        <pc:grpChg chg="add mod">
          <ac:chgData name="janghoon jun" userId="056a5883350c2f5e" providerId="LiveId" clId="{6DA654A6-03B0-40F7-A259-B276216985A6}" dt="2026-07-08T05:50:40.974" v="4251" actId="1076"/>
          <ac:grpSpMkLst>
            <pc:docMk/>
            <pc:sldMk cId="0" sldId="262"/>
            <ac:grpSpMk id="20" creationId="{A7102F49-B215-59FC-E07F-7F7931BAEA32}"/>
          </ac:grpSpMkLst>
        </pc:grpChg>
        <pc:grpChg chg="add mod">
          <ac:chgData name="janghoon jun" userId="056a5883350c2f5e" providerId="LiveId" clId="{6DA654A6-03B0-40F7-A259-B276216985A6}" dt="2026-07-08T05:50:40.974" v="4251" actId="1076"/>
          <ac:grpSpMkLst>
            <pc:docMk/>
            <pc:sldMk cId="0" sldId="262"/>
            <ac:grpSpMk id="21" creationId="{28228C55-A1D9-5786-00C9-90F6880B21EA}"/>
          </ac:grpSpMkLst>
        </pc:grpChg>
      </pc:sldChg>
      <pc:sldChg chg="modSp mod">
        <pc:chgData name="janghoon jun" userId="056a5883350c2f5e" providerId="LiveId" clId="{6DA654A6-03B0-40F7-A259-B276216985A6}" dt="2026-07-08T06:12:06.137" v="4457" actId="6549"/>
        <pc:sldMkLst>
          <pc:docMk/>
          <pc:sldMk cId="0" sldId="263"/>
        </pc:sldMkLst>
        <pc:spChg chg="mod">
          <ac:chgData name="janghoon jun" userId="056a5883350c2f5e" providerId="LiveId" clId="{6DA654A6-03B0-40F7-A259-B276216985A6}" dt="2026-07-08T06:12:06.137" v="4457" actId="6549"/>
          <ac:spMkLst>
            <pc:docMk/>
            <pc:sldMk cId="0" sldId="263"/>
            <ac:spMk id="2" creationId="{00000000-0000-0000-0000-000000000000}"/>
          </ac:spMkLst>
        </pc:spChg>
        <pc:spChg chg="mod">
          <ac:chgData name="janghoon jun" userId="056a5883350c2f5e" providerId="LiveId" clId="{6DA654A6-03B0-40F7-A259-B276216985A6}" dt="2026-07-08T05:56:15.638" v="4353" actId="403"/>
          <ac:spMkLst>
            <pc:docMk/>
            <pc:sldMk cId="0" sldId="263"/>
            <ac:spMk id="3" creationId="{00000000-0000-0000-0000-000000000000}"/>
          </ac:spMkLst>
        </pc:spChg>
        <pc:spChg chg="mod">
          <ac:chgData name="janghoon jun" userId="056a5883350c2f5e" providerId="LiveId" clId="{6DA654A6-03B0-40F7-A259-B276216985A6}" dt="2026-07-08T05:54:27.414" v="4336" actId="20577"/>
          <ac:spMkLst>
            <pc:docMk/>
            <pc:sldMk cId="0" sldId="263"/>
            <ac:spMk id="4" creationId="{00000000-0000-0000-0000-000000000000}"/>
          </ac:spMkLst>
        </pc:spChg>
        <pc:spChg chg="mod">
          <ac:chgData name="janghoon jun" userId="056a5883350c2f5e" providerId="LiveId" clId="{6DA654A6-03B0-40F7-A259-B276216985A6}" dt="2026-07-08T05:54:25.067" v="4335" actId="20577"/>
          <ac:spMkLst>
            <pc:docMk/>
            <pc:sldMk cId="0" sldId="263"/>
            <ac:spMk id="5" creationId="{00000000-0000-0000-0000-000000000000}"/>
          </ac:spMkLst>
        </pc:spChg>
        <pc:spChg chg="mod">
          <ac:chgData name="janghoon jun" userId="056a5883350c2f5e" providerId="LiveId" clId="{6DA654A6-03B0-40F7-A259-B276216985A6}" dt="2026-07-08T05:54:15.690" v="4334" actId="20577"/>
          <ac:spMkLst>
            <pc:docMk/>
            <pc:sldMk cId="0" sldId="263"/>
            <ac:spMk id="6" creationId="{00000000-0000-0000-0000-000000000000}"/>
          </ac:spMkLst>
        </pc:spChg>
        <pc:spChg chg="mod">
          <ac:chgData name="janghoon jun" userId="056a5883350c2f5e" providerId="LiveId" clId="{6DA654A6-03B0-40F7-A259-B276216985A6}" dt="2026-07-08T05:53:47.129" v="4318" actId="1076"/>
          <ac:spMkLst>
            <pc:docMk/>
            <pc:sldMk cId="0" sldId="263"/>
            <ac:spMk id="7" creationId="{00000000-0000-0000-0000-000000000000}"/>
          </ac:spMkLst>
        </pc:spChg>
        <pc:spChg chg="mod">
          <ac:chgData name="janghoon jun" userId="056a5883350c2f5e" providerId="LiveId" clId="{6DA654A6-03B0-40F7-A259-B276216985A6}" dt="2026-07-08T05:55:39.223" v="4346" actId="403"/>
          <ac:spMkLst>
            <pc:docMk/>
            <pc:sldMk cId="0" sldId="263"/>
            <ac:spMk id="8" creationId="{00000000-0000-0000-0000-000000000000}"/>
          </ac:spMkLst>
        </pc:spChg>
      </pc:sldChg>
      <pc:sldChg chg="modSp mod">
        <pc:chgData name="janghoon jun" userId="056a5883350c2f5e" providerId="LiveId" clId="{6DA654A6-03B0-40F7-A259-B276216985A6}" dt="2026-07-08T06:12:15.086" v="4460" actId="6549"/>
        <pc:sldMkLst>
          <pc:docMk/>
          <pc:sldMk cId="0" sldId="264"/>
        </pc:sldMkLst>
        <pc:spChg chg="mod">
          <ac:chgData name="janghoon jun" userId="056a5883350c2f5e" providerId="LiveId" clId="{6DA654A6-03B0-40F7-A259-B276216985A6}" dt="2026-07-08T06:12:15.086" v="4460" actId="6549"/>
          <ac:spMkLst>
            <pc:docMk/>
            <pc:sldMk cId="0" sldId="264"/>
            <ac:spMk id="2" creationId="{00000000-0000-0000-0000-000000000000}"/>
          </ac:spMkLst>
        </pc:spChg>
      </pc:sldChg>
      <pc:sldChg chg="modSp mod">
        <pc:chgData name="janghoon jun" userId="056a5883350c2f5e" providerId="LiveId" clId="{6DA654A6-03B0-40F7-A259-B276216985A6}" dt="2026-07-08T06:13:33.196" v="4488" actId="403"/>
        <pc:sldMkLst>
          <pc:docMk/>
          <pc:sldMk cId="0" sldId="265"/>
        </pc:sldMkLst>
        <pc:spChg chg="mod">
          <ac:chgData name="janghoon jun" userId="056a5883350c2f5e" providerId="LiveId" clId="{6DA654A6-03B0-40F7-A259-B276216985A6}" dt="2026-07-08T05:58:26.645" v="4403" actId="21"/>
          <ac:spMkLst>
            <pc:docMk/>
            <pc:sldMk cId="0" sldId="265"/>
            <ac:spMk id="2" creationId="{00000000-0000-0000-0000-000000000000}"/>
          </ac:spMkLst>
        </pc:spChg>
        <pc:spChg chg="mod">
          <ac:chgData name="janghoon jun" userId="056a5883350c2f5e" providerId="LiveId" clId="{6DA654A6-03B0-40F7-A259-B276216985A6}" dt="2026-07-08T06:13:33.196" v="4488" actId="403"/>
          <ac:spMkLst>
            <pc:docMk/>
            <pc:sldMk cId="0" sldId="265"/>
            <ac:spMk id="3" creationId="{00000000-0000-0000-0000-000000000000}"/>
          </ac:spMkLst>
        </pc:spChg>
        <pc:spChg chg="mod">
          <ac:chgData name="janghoon jun" userId="056a5883350c2f5e" providerId="LiveId" clId="{6DA654A6-03B0-40F7-A259-B276216985A6}" dt="2026-07-08T05:58:45.261" v="4411" actId="1076"/>
          <ac:spMkLst>
            <pc:docMk/>
            <pc:sldMk cId="0" sldId="265"/>
            <ac:spMk id="4" creationId="{00000000-0000-0000-0000-000000000000}"/>
          </ac:spMkLst>
        </pc:spChg>
        <pc:spChg chg="mod">
          <ac:chgData name="janghoon jun" userId="056a5883350c2f5e" providerId="LiveId" clId="{6DA654A6-03B0-40F7-A259-B276216985A6}" dt="2026-07-08T05:58:45.261" v="4411" actId="1076"/>
          <ac:spMkLst>
            <pc:docMk/>
            <pc:sldMk cId="0" sldId="265"/>
            <ac:spMk id="5" creationId="{00000000-0000-0000-0000-000000000000}"/>
          </ac:spMkLst>
        </pc:spChg>
        <pc:spChg chg="mod">
          <ac:chgData name="janghoon jun" userId="056a5883350c2f5e" providerId="LiveId" clId="{6DA654A6-03B0-40F7-A259-B276216985A6}" dt="2026-07-08T05:58:45.261" v="4411" actId="1076"/>
          <ac:spMkLst>
            <pc:docMk/>
            <pc:sldMk cId="0" sldId="265"/>
            <ac:spMk id="6" creationId="{00000000-0000-0000-0000-000000000000}"/>
          </ac:spMkLst>
        </pc:spChg>
        <pc:spChg chg="mod">
          <ac:chgData name="janghoon jun" userId="056a5883350c2f5e" providerId="LiveId" clId="{6DA654A6-03B0-40F7-A259-B276216985A6}" dt="2026-07-08T05:58:45.261" v="4411" actId="1076"/>
          <ac:spMkLst>
            <pc:docMk/>
            <pc:sldMk cId="0" sldId="265"/>
            <ac:spMk id="7" creationId="{00000000-0000-0000-0000-000000000000}"/>
          </ac:spMkLst>
        </pc:spChg>
        <pc:spChg chg="mod">
          <ac:chgData name="janghoon jun" userId="056a5883350c2f5e" providerId="LiveId" clId="{6DA654A6-03B0-40F7-A259-B276216985A6}" dt="2026-07-08T05:58:45.261" v="4411" actId="1076"/>
          <ac:spMkLst>
            <pc:docMk/>
            <pc:sldMk cId="0" sldId="265"/>
            <ac:spMk id="8" creationId="{00000000-0000-0000-0000-000000000000}"/>
          </ac:spMkLst>
        </pc:spChg>
        <pc:spChg chg="mod">
          <ac:chgData name="janghoon jun" userId="056a5883350c2f5e" providerId="LiveId" clId="{6DA654A6-03B0-40F7-A259-B276216985A6}" dt="2026-07-08T05:58:45.261" v="4411" actId="1076"/>
          <ac:spMkLst>
            <pc:docMk/>
            <pc:sldMk cId="0" sldId="265"/>
            <ac:spMk id="9" creationId="{00000000-0000-0000-0000-000000000000}"/>
          </ac:spMkLst>
        </pc:spChg>
        <pc:spChg chg="mod">
          <ac:chgData name="janghoon jun" userId="056a5883350c2f5e" providerId="LiveId" clId="{6DA654A6-03B0-40F7-A259-B276216985A6}" dt="2026-07-08T05:58:45.261" v="4411" actId="1076"/>
          <ac:spMkLst>
            <pc:docMk/>
            <pc:sldMk cId="0" sldId="265"/>
            <ac:spMk id="10" creationId="{00000000-0000-0000-0000-000000000000}"/>
          </ac:spMkLst>
        </pc:spChg>
        <pc:spChg chg="mod">
          <ac:chgData name="janghoon jun" userId="056a5883350c2f5e" providerId="LiveId" clId="{6DA654A6-03B0-40F7-A259-B276216985A6}" dt="2026-07-08T05:58:45.261" v="4411" actId="1076"/>
          <ac:spMkLst>
            <pc:docMk/>
            <pc:sldMk cId="0" sldId="265"/>
            <ac:spMk id="11" creationId="{00000000-0000-0000-0000-000000000000}"/>
          </ac:spMkLst>
        </pc:spChg>
        <pc:spChg chg="mod">
          <ac:chgData name="janghoon jun" userId="056a5883350c2f5e" providerId="LiveId" clId="{6DA654A6-03B0-40F7-A259-B276216985A6}" dt="2026-07-08T05:58:45.261" v="4411" actId="1076"/>
          <ac:spMkLst>
            <pc:docMk/>
            <pc:sldMk cId="0" sldId="265"/>
            <ac:spMk id="12" creationId="{00000000-0000-0000-0000-000000000000}"/>
          </ac:spMkLst>
        </pc:spChg>
      </pc:sldChg>
      <pc:sldChg chg="modSp mod">
        <pc:chgData name="janghoon jun" userId="056a5883350c2f5e" providerId="LiveId" clId="{6DA654A6-03B0-40F7-A259-B276216985A6}" dt="2026-07-08T06:12:30.207" v="4466" actId="6549"/>
        <pc:sldMkLst>
          <pc:docMk/>
          <pc:sldMk cId="0" sldId="266"/>
        </pc:sldMkLst>
        <pc:spChg chg="mod">
          <ac:chgData name="janghoon jun" userId="056a5883350c2f5e" providerId="LiveId" clId="{6DA654A6-03B0-40F7-A259-B276216985A6}" dt="2026-07-08T06:12:30.207" v="4466" actId="6549"/>
          <ac:spMkLst>
            <pc:docMk/>
            <pc:sldMk cId="0" sldId="266"/>
            <ac:spMk id="2" creationId="{00000000-0000-0000-0000-000000000000}"/>
          </ac:spMkLst>
        </pc:spChg>
      </pc:sldChg>
      <pc:sldChg chg="modSp mod">
        <pc:chgData name="janghoon jun" userId="056a5883350c2f5e" providerId="LiveId" clId="{6DA654A6-03B0-40F7-A259-B276216985A6}" dt="2026-07-08T06:13:10.717" v="4485" actId="1076"/>
        <pc:sldMkLst>
          <pc:docMk/>
          <pc:sldMk cId="0" sldId="267"/>
        </pc:sldMkLst>
        <pc:spChg chg="mod">
          <ac:chgData name="janghoon jun" userId="056a5883350c2f5e" providerId="LiveId" clId="{6DA654A6-03B0-40F7-A259-B276216985A6}" dt="2026-07-08T06:12:58.529" v="4479" actId="20577"/>
          <ac:spMkLst>
            <pc:docMk/>
            <pc:sldMk cId="0" sldId="267"/>
            <ac:spMk id="2" creationId="{00000000-0000-0000-0000-000000000000}"/>
          </ac:spMkLst>
        </pc:spChg>
        <pc:spChg chg="mod">
          <ac:chgData name="janghoon jun" userId="056a5883350c2f5e" providerId="LiveId" clId="{6DA654A6-03B0-40F7-A259-B276216985A6}" dt="2026-07-08T06:13:05.102" v="4484" actId="403"/>
          <ac:spMkLst>
            <pc:docMk/>
            <pc:sldMk cId="0" sldId="267"/>
            <ac:spMk id="3" creationId="{00000000-0000-0000-0000-000000000000}"/>
          </ac:spMkLst>
        </pc:spChg>
        <pc:spChg chg="mod">
          <ac:chgData name="janghoon jun" userId="056a5883350c2f5e" providerId="LiveId" clId="{6DA654A6-03B0-40F7-A259-B276216985A6}" dt="2026-07-08T06:13:10.717" v="4485" actId="1076"/>
          <ac:spMkLst>
            <pc:docMk/>
            <pc:sldMk cId="0" sldId="267"/>
            <ac:spMk id="4" creationId="{00000000-0000-0000-0000-000000000000}"/>
          </ac:spMkLst>
        </pc:spChg>
        <pc:spChg chg="mod">
          <ac:chgData name="janghoon jun" userId="056a5883350c2f5e" providerId="LiveId" clId="{6DA654A6-03B0-40F7-A259-B276216985A6}" dt="2026-07-08T06:13:10.717" v="4485" actId="1076"/>
          <ac:spMkLst>
            <pc:docMk/>
            <pc:sldMk cId="0" sldId="267"/>
            <ac:spMk id="5" creationId="{00000000-0000-0000-0000-000000000000}"/>
          </ac:spMkLst>
        </pc:spChg>
        <pc:spChg chg="mod">
          <ac:chgData name="janghoon jun" userId="056a5883350c2f5e" providerId="LiveId" clId="{6DA654A6-03B0-40F7-A259-B276216985A6}" dt="2026-07-08T06:13:10.717" v="4485" actId="1076"/>
          <ac:spMkLst>
            <pc:docMk/>
            <pc:sldMk cId="0" sldId="267"/>
            <ac:spMk id="6" creationId="{00000000-0000-0000-0000-000000000000}"/>
          </ac:spMkLst>
        </pc:spChg>
        <pc:spChg chg="mod">
          <ac:chgData name="janghoon jun" userId="056a5883350c2f5e" providerId="LiveId" clId="{6DA654A6-03B0-40F7-A259-B276216985A6}" dt="2026-07-08T06:13:10.717" v="4485" actId="1076"/>
          <ac:spMkLst>
            <pc:docMk/>
            <pc:sldMk cId="0" sldId="267"/>
            <ac:spMk id="7" creationId="{00000000-0000-0000-0000-000000000000}"/>
          </ac:spMkLst>
        </pc:spChg>
        <pc:spChg chg="mod">
          <ac:chgData name="janghoon jun" userId="056a5883350c2f5e" providerId="LiveId" clId="{6DA654A6-03B0-40F7-A259-B276216985A6}" dt="2026-07-08T06:13:10.717" v="4485" actId="1076"/>
          <ac:spMkLst>
            <pc:docMk/>
            <pc:sldMk cId="0" sldId="267"/>
            <ac:spMk id="8" creationId="{00000000-0000-0000-0000-000000000000}"/>
          </ac:spMkLst>
        </pc:spChg>
        <pc:spChg chg="mod">
          <ac:chgData name="janghoon jun" userId="056a5883350c2f5e" providerId="LiveId" clId="{6DA654A6-03B0-40F7-A259-B276216985A6}" dt="2026-07-08T06:13:10.717" v="4485" actId="1076"/>
          <ac:spMkLst>
            <pc:docMk/>
            <pc:sldMk cId="0" sldId="267"/>
            <ac:spMk id="9" creationId="{00000000-0000-0000-0000-000000000000}"/>
          </ac:spMkLst>
        </pc:spChg>
        <pc:spChg chg="mod">
          <ac:chgData name="janghoon jun" userId="056a5883350c2f5e" providerId="LiveId" clId="{6DA654A6-03B0-40F7-A259-B276216985A6}" dt="2026-07-08T06:13:10.717" v="4485" actId="1076"/>
          <ac:spMkLst>
            <pc:docMk/>
            <pc:sldMk cId="0" sldId="267"/>
            <ac:spMk id="10" creationId="{00000000-0000-0000-0000-000000000000}"/>
          </ac:spMkLst>
        </pc:spChg>
        <pc:spChg chg="mod">
          <ac:chgData name="janghoon jun" userId="056a5883350c2f5e" providerId="LiveId" clId="{6DA654A6-03B0-40F7-A259-B276216985A6}" dt="2026-07-08T06:13:10.717" v="4485" actId="1076"/>
          <ac:spMkLst>
            <pc:docMk/>
            <pc:sldMk cId="0" sldId="267"/>
            <ac:spMk id="11" creationId="{00000000-0000-0000-0000-000000000000}"/>
          </ac:spMkLst>
        </pc:spChg>
        <pc:spChg chg="mod">
          <ac:chgData name="janghoon jun" userId="056a5883350c2f5e" providerId="LiveId" clId="{6DA654A6-03B0-40F7-A259-B276216985A6}" dt="2026-07-08T06:13:10.717" v="4485" actId="1076"/>
          <ac:spMkLst>
            <pc:docMk/>
            <pc:sldMk cId="0" sldId="267"/>
            <ac:spMk id="12" creationId="{00000000-0000-0000-0000-000000000000}"/>
          </ac:spMkLst>
        </pc:spChg>
        <pc:spChg chg="mod">
          <ac:chgData name="janghoon jun" userId="056a5883350c2f5e" providerId="LiveId" clId="{6DA654A6-03B0-40F7-A259-B276216985A6}" dt="2026-07-08T06:13:10.717" v="4485" actId="1076"/>
          <ac:spMkLst>
            <pc:docMk/>
            <pc:sldMk cId="0" sldId="267"/>
            <ac:spMk id="13" creationId="{00000000-0000-0000-0000-000000000000}"/>
          </ac:spMkLst>
        </pc:spChg>
      </pc:sldChg>
      <pc:sldChg chg="delSp modSp mod">
        <pc:chgData name="janghoon jun" userId="056a5883350c2f5e" providerId="LiveId" clId="{6DA654A6-03B0-40F7-A259-B276216985A6}" dt="2026-07-08T06:15:18.875" v="4513" actId="20577"/>
        <pc:sldMkLst>
          <pc:docMk/>
          <pc:sldMk cId="0" sldId="268"/>
        </pc:sldMkLst>
        <pc:spChg chg="mod">
          <ac:chgData name="janghoon jun" userId="056a5883350c2f5e" providerId="LiveId" clId="{6DA654A6-03B0-40F7-A259-B276216985A6}" dt="2026-07-08T06:13:46.853" v="4492" actId="21"/>
          <ac:spMkLst>
            <pc:docMk/>
            <pc:sldMk cId="0" sldId="268"/>
            <ac:spMk id="2" creationId="{00000000-0000-0000-0000-000000000000}"/>
          </ac:spMkLst>
        </pc:spChg>
        <pc:spChg chg="mod">
          <ac:chgData name="janghoon jun" userId="056a5883350c2f5e" providerId="LiveId" clId="{6DA654A6-03B0-40F7-A259-B276216985A6}" dt="2026-07-08T06:13:59.199" v="4500" actId="403"/>
          <ac:spMkLst>
            <pc:docMk/>
            <pc:sldMk cId="0" sldId="268"/>
            <ac:spMk id="3" creationId="{00000000-0000-0000-0000-000000000000}"/>
          </ac:spMkLst>
        </pc:spChg>
        <pc:spChg chg="mod">
          <ac:chgData name="janghoon jun" userId="056a5883350c2f5e" providerId="LiveId" clId="{6DA654A6-03B0-40F7-A259-B276216985A6}" dt="2026-07-08T06:15:18.875" v="4513" actId="20577"/>
          <ac:spMkLst>
            <pc:docMk/>
            <pc:sldMk cId="0" sldId="268"/>
            <ac:spMk id="4" creationId="{00000000-0000-0000-0000-000000000000}"/>
          </ac:spMkLst>
        </pc:spChg>
        <pc:spChg chg="mod">
          <ac:chgData name="janghoon jun" userId="056a5883350c2f5e" providerId="LiveId" clId="{6DA654A6-03B0-40F7-A259-B276216985A6}" dt="2026-07-08T06:15:06.442" v="4509" actId="1076"/>
          <ac:spMkLst>
            <pc:docMk/>
            <pc:sldMk cId="0" sldId="268"/>
            <ac:spMk id="5" creationId="{00000000-0000-0000-0000-000000000000}"/>
          </ac:spMkLst>
        </pc:spChg>
        <pc:spChg chg="mod">
          <ac:chgData name="janghoon jun" userId="056a5883350c2f5e" providerId="LiveId" clId="{6DA654A6-03B0-40F7-A259-B276216985A6}" dt="2026-07-08T06:15:06.442" v="4509" actId="1076"/>
          <ac:spMkLst>
            <pc:docMk/>
            <pc:sldMk cId="0" sldId="268"/>
            <ac:spMk id="6" creationId="{00000000-0000-0000-0000-000000000000}"/>
          </ac:spMkLst>
        </pc:spChg>
        <pc:spChg chg="mod">
          <ac:chgData name="janghoon jun" userId="056a5883350c2f5e" providerId="LiveId" clId="{6DA654A6-03B0-40F7-A259-B276216985A6}" dt="2026-07-08T06:15:06.442" v="4509" actId="1076"/>
          <ac:spMkLst>
            <pc:docMk/>
            <pc:sldMk cId="0" sldId="268"/>
            <ac:spMk id="7" creationId="{00000000-0000-0000-0000-000000000000}"/>
          </ac:spMkLst>
        </pc:spChg>
        <pc:spChg chg="mod">
          <ac:chgData name="janghoon jun" userId="056a5883350c2f5e" providerId="LiveId" clId="{6DA654A6-03B0-40F7-A259-B276216985A6}" dt="2026-07-08T06:15:06.442" v="4509" actId="1076"/>
          <ac:spMkLst>
            <pc:docMk/>
            <pc:sldMk cId="0" sldId="268"/>
            <ac:spMk id="8" creationId="{00000000-0000-0000-0000-000000000000}"/>
          </ac:spMkLst>
        </pc:spChg>
        <pc:spChg chg="mod">
          <ac:chgData name="janghoon jun" userId="056a5883350c2f5e" providerId="LiveId" clId="{6DA654A6-03B0-40F7-A259-B276216985A6}" dt="2026-07-08T06:15:02.593" v="4508" actId="1076"/>
          <ac:spMkLst>
            <pc:docMk/>
            <pc:sldMk cId="0" sldId="268"/>
            <ac:spMk id="9" creationId="{00000000-0000-0000-0000-000000000000}"/>
          </ac:spMkLst>
        </pc:spChg>
        <pc:spChg chg="mod">
          <ac:chgData name="janghoon jun" userId="056a5883350c2f5e" providerId="LiveId" clId="{6DA654A6-03B0-40F7-A259-B276216985A6}" dt="2026-07-08T06:15:02.593" v="4508" actId="1076"/>
          <ac:spMkLst>
            <pc:docMk/>
            <pc:sldMk cId="0" sldId="268"/>
            <ac:spMk id="10" creationId="{00000000-0000-0000-0000-000000000000}"/>
          </ac:spMkLst>
        </pc:spChg>
        <pc:spChg chg="del mod">
          <ac:chgData name="janghoon jun" userId="056a5883350c2f5e" providerId="LiveId" clId="{6DA654A6-03B0-40F7-A259-B276216985A6}" dt="2026-07-08T06:14:40.272" v="4506" actId="478"/>
          <ac:spMkLst>
            <pc:docMk/>
            <pc:sldMk cId="0" sldId="268"/>
            <ac:spMk id="11" creationId="{00000000-0000-0000-0000-000000000000}"/>
          </ac:spMkLst>
        </pc:spChg>
        <pc:spChg chg="del mod">
          <ac:chgData name="janghoon jun" userId="056a5883350c2f5e" providerId="LiveId" clId="{6DA654A6-03B0-40F7-A259-B276216985A6}" dt="2026-07-08T06:14:40.272" v="4506" actId="478"/>
          <ac:spMkLst>
            <pc:docMk/>
            <pc:sldMk cId="0" sldId="268"/>
            <ac:spMk id="12" creationId="{00000000-0000-0000-0000-000000000000}"/>
          </ac:spMkLst>
        </pc:spChg>
      </pc:sldChg>
      <pc:sldChg chg="modSp mod">
        <pc:chgData name="janghoon jun" userId="056a5883350c2f5e" providerId="LiveId" clId="{6DA654A6-03B0-40F7-A259-B276216985A6}" dt="2026-07-08T06:16:12.063" v="4530" actId="20577"/>
        <pc:sldMkLst>
          <pc:docMk/>
          <pc:sldMk cId="0" sldId="269"/>
        </pc:sldMkLst>
        <pc:spChg chg="mod">
          <ac:chgData name="janghoon jun" userId="056a5883350c2f5e" providerId="LiveId" clId="{6DA654A6-03B0-40F7-A259-B276216985A6}" dt="2026-07-08T06:16:12.063" v="4530" actId="20577"/>
          <ac:spMkLst>
            <pc:docMk/>
            <pc:sldMk cId="0" sldId="269"/>
            <ac:spMk id="2" creationId="{00000000-0000-0000-0000-000000000000}"/>
          </ac:spMkLst>
        </pc:spChg>
      </pc:sldChg>
      <pc:sldChg chg="modSp mod">
        <pc:chgData name="janghoon jun" userId="056a5883350c2f5e" providerId="LiveId" clId="{6DA654A6-03B0-40F7-A259-B276216985A6}" dt="2026-07-08T06:16:30.386" v="4541" actId="20577"/>
        <pc:sldMkLst>
          <pc:docMk/>
          <pc:sldMk cId="0" sldId="270"/>
        </pc:sldMkLst>
        <pc:spChg chg="mod">
          <ac:chgData name="janghoon jun" userId="056a5883350c2f5e" providerId="LiveId" clId="{6DA654A6-03B0-40F7-A259-B276216985A6}" dt="2026-07-08T06:16:30.386" v="4541" actId="20577"/>
          <ac:spMkLst>
            <pc:docMk/>
            <pc:sldMk cId="0" sldId="270"/>
            <ac:spMk id="2" creationId="{00000000-0000-0000-0000-000000000000}"/>
          </ac:spMkLst>
        </pc:spChg>
      </pc:sldChg>
      <pc:sldChg chg="delSp modSp mod">
        <pc:chgData name="janghoon jun" userId="056a5883350c2f5e" providerId="LiveId" clId="{6DA654A6-03B0-40F7-A259-B276216985A6}" dt="2026-07-08T06:22:15.352" v="4772" actId="14100"/>
        <pc:sldMkLst>
          <pc:docMk/>
          <pc:sldMk cId="0" sldId="271"/>
        </pc:sldMkLst>
        <pc:spChg chg="mod">
          <ac:chgData name="janghoon jun" userId="056a5883350c2f5e" providerId="LiveId" clId="{6DA654A6-03B0-40F7-A259-B276216985A6}" dt="2026-07-08T06:21:52.005" v="4770" actId="6549"/>
          <ac:spMkLst>
            <pc:docMk/>
            <pc:sldMk cId="0" sldId="271"/>
            <ac:spMk id="2" creationId="{00000000-0000-0000-0000-000000000000}"/>
          </ac:spMkLst>
        </pc:spChg>
        <pc:spChg chg="del">
          <ac:chgData name="janghoon jun" userId="056a5883350c2f5e" providerId="LiveId" clId="{6DA654A6-03B0-40F7-A259-B276216985A6}" dt="2026-07-08T06:22:09.905" v="4771" actId="478"/>
          <ac:spMkLst>
            <pc:docMk/>
            <pc:sldMk cId="0" sldId="271"/>
            <ac:spMk id="8" creationId="{00000000-0000-0000-0000-000000000000}"/>
          </ac:spMkLst>
        </pc:spChg>
        <pc:graphicFrameChg chg="mod modGraphic">
          <ac:chgData name="janghoon jun" userId="056a5883350c2f5e" providerId="LiveId" clId="{6DA654A6-03B0-40F7-A259-B276216985A6}" dt="2026-07-08T06:22:15.352" v="4772" actId="14100"/>
          <ac:graphicFrameMkLst>
            <pc:docMk/>
            <pc:sldMk cId="0" sldId="271"/>
            <ac:graphicFrameMk id="4" creationId="{00000000-0000-0000-0000-000000000000}"/>
          </ac:graphicFrameMkLst>
        </pc:graphicFrameChg>
      </pc:sldChg>
      <pc:sldChg chg="modSp del mod">
        <pc:chgData name="janghoon jun" userId="056a5883350c2f5e" providerId="LiveId" clId="{6DA654A6-03B0-40F7-A259-B276216985A6}" dt="2026-07-08T06:30:34.289" v="5114" actId="47"/>
        <pc:sldMkLst>
          <pc:docMk/>
          <pc:sldMk cId="0" sldId="272"/>
        </pc:sldMkLst>
        <pc:spChg chg="mod">
          <ac:chgData name="janghoon jun" userId="056a5883350c2f5e" providerId="LiveId" clId="{6DA654A6-03B0-40F7-A259-B276216985A6}" dt="2026-07-08T06:29:53.099" v="5113" actId="20577"/>
          <ac:spMkLst>
            <pc:docMk/>
            <pc:sldMk cId="0" sldId="272"/>
            <ac:spMk id="2" creationId="{00000000-0000-0000-0000-000000000000}"/>
          </ac:spMkLst>
        </pc:spChg>
      </pc:sldChg>
      <pc:sldChg chg="del">
        <pc:chgData name="janghoon jun" userId="056a5883350c2f5e" providerId="LiveId" clId="{6DA654A6-03B0-40F7-A259-B276216985A6}" dt="2026-07-08T06:30:35.450" v="5115" actId="47"/>
        <pc:sldMkLst>
          <pc:docMk/>
          <pc:sldMk cId="0" sldId="273"/>
        </pc:sldMkLst>
      </pc:sldChg>
      <pc:sldChg chg="modSp del mod">
        <pc:chgData name="janghoon jun" userId="056a5883350c2f5e" providerId="LiveId" clId="{6DA654A6-03B0-40F7-A259-B276216985A6}" dt="2026-07-08T06:31:08.620" v="5160" actId="2696"/>
        <pc:sldMkLst>
          <pc:docMk/>
          <pc:sldMk cId="0" sldId="274"/>
        </pc:sldMkLst>
        <pc:spChg chg="mod">
          <ac:chgData name="janghoon jun" userId="056a5883350c2f5e" providerId="LiveId" clId="{6DA654A6-03B0-40F7-A259-B276216985A6}" dt="2026-07-08T06:31:04.889" v="5159" actId="6549"/>
          <ac:spMkLst>
            <pc:docMk/>
            <pc:sldMk cId="0" sldId="274"/>
            <ac:spMk id="2" creationId="{00000000-0000-0000-0000-000000000000}"/>
          </ac:spMkLst>
        </pc:spChg>
        <pc:spChg chg="mod">
          <ac:chgData name="janghoon jun" userId="056a5883350c2f5e" providerId="LiveId" clId="{6DA654A6-03B0-40F7-A259-B276216985A6}" dt="2026-07-08T06:30:57.206" v="5116" actId="20577"/>
          <ac:spMkLst>
            <pc:docMk/>
            <pc:sldMk cId="0" sldId="274"/>
            <ac:spMk id="6" creationId="{00000000-0000-0000-0000-000000000000}"/>
          </ac:spMkLst>
        </pc:spChg>
      </pc:sldChg>
      <pc:sldChg chg="add del">
        <pc:chgData name="janghoon jun" userId="056a5883350c2f5e" providerId="LiveId" clId="{6DA654A6-03B0-40F7-A259-B276216985A6}" dt="2026-07-08T06:31:56.362" v="5162" actId="47"/>
        <pc:sldMkLst>
          <pc:docMk/>
          <pc:sldMk cId="2204465617" sldId="274"/>
        </pc:sldMkLst>
      </pc:sldChg>
      <pc:sldChg chg="modSp mod">
        <pc:chgData name="janghoon jun" userId="056a5883350c2f5e" providerId="LiveId" clId="{6DA654A6-03B0-40F7-A259-B276216985A6}" dt="2026-07-08T06:36:05.251" v="5259" actId="6549"/>
        <pc:sldMkLst>
          <pc:docMk/>
          <pc:sldMk cId="0" sldId="275"/>
        </pc:sldMkLst>
        <pc:spChg chg="mod">
          <ac:chgData name="janghoon jun" userId="056a5883350c2f5e" providerId="LiveId" clId="{6DA654A6-03B0-40F7-A259-B276216985A6}" dt="2026-07-08T06:36:05.251" v="5259" actId="6549"/>
          <ac:spMkLst>
            <pc:docMk/>
            <pc:sldMk cId="0" sldId="275"/>
            <ac:spMk id="2" creationId="{00000000-0000-0000-0000-000000000000}"/>
          </ac:spMkLst>
        </pc:spChg>
        <pc:spChg chg="mod">
          <ac:chgData name="janghoon jun" userId="056a5883350c2f5e" providerId="LiveId" clId="{6DA654A6-03B0-40F7-A259-B276216985A6}" dt="2026-07-08T06:34:55.107" v="5229" actId="403"/>
          <ac:spMkLst>
            <pc:docMk/>
            <pc:sldMk cId="0" sldId="275"/>
            <ac:spMk id="5" creationId="{00000000-0000-0000-0000-000000000000}"/>
          </ac:spMkLst>
        </pc:spChg>
        <pc:spChg chg="mod">
          <ac:chgData name="janghoon jun" userId="056a5883350c2f5e" providerId="LiveId" clId="{6DA654A6-03B0-40F7-A259-B276216985A6}" dt="2026-07-08T06:11:42.349" v="4456" actId="2710"/>
          <ac:spMkLst>
            <pc:docMk/>
            <pc:sldMk cId="0" sldId="275"/>
            <ac:spMk id="6" creationId="{00000000-0000-0000-0000-000000000000}"/>
          </ac:spMkLst>
        </pc:spChg>
      </pc:sldChg>
      <pc:sldChg chg="modSp mod">
        <pc:chgData name="janghoon jun" userId="056a5883350c2f5e" providerId="LiveId" clId="{6DA654A6-03B0-40F7-A259-B276216985A6}" dt="2026-07-08T06:36:41.780" v="5282" actId="6549"/>
        <pc:sldMkLst>
          <pc:docMk/>
          <pc:sldMk cId="0" sldId="276"/>
        </pc:sldMkLst>
        <pc:spChg chg="mod">
          <ac:chgData name="janghoon jun" userId="056a5883350c2f5e" providerId="LiveId" clId="{6DA654A6-03B0-40F7-A259-B276216985A6}" dt="2026-07-08T06:36:41.780" v="5282" actId="6549"/>
          <ac:spMkLst>
            <pc:docMk/>
            <pc:sldMk cId="0" sldId="276"/>
            <ac:spMk id="2" creationId="{00000000-0000-0000-0000-000000000000}"/>
          </ac:spMkLst>
        </pc:spChg>
        <pc:spChg chg="mod">
          <ac:chgData name="janghoon jun" userId="056a5883350c2f5e" providerId="LiveId" clId="{6DA654A6-03B0-40F7-A259-B276216985A6}" dt="2026-07-08T06:35:32.213" v="5235" actId="12789"/>
          <ac:spMkLst>
            <pc:docMk/>
            <pc:sldMk cId="0" sldId="276"/>
            <ac:spMk id="4" creationId="{00000000-0000-0000-0000-000000000000}"/>
          </ac:spMkLst>
        </pc:spChg>
        <pc:spChg chg="mod">
          <ac:chgData name="janghoon jun" userId="056a5883350c2f5e" providerId="LiveId" clId="{6DA654A6-03B0-40F7-A259-B276216985A6}" dt="2026-07-08T06:35:34.851" v="5236" actId="408"/>
          <ac:spMkLst>
            <pc:docMk/>
            <pc:sldMk cId="0" sldId="276"/>
            <ac:spMk id="5" creationId="{00000000-0000-0000-0000-000000000000}"/>
          </ac:spMkLst>
        </pc:spChg>
        <pc:spChg chg="mod">
          <ac:chgData name="janghoon jun" userId="056a5883350c2f5e" providerId="LiveId" clId="{6DA654A6-03B0-40F7-A259-B276216985A6}" dt="2026-07-08T06:35:34.851" v="5236" actId="408"/>
          <ac:spMkLst>
            <pc:docMk/>
            <pc:sldMk cId="0" sldId="276"/>
            <ac:spMk id="6" creationId="{00000000-0000-0000-0000-000000000000}"/>
          </ac:spMkLst>
        </pc:spChg>
        <pc:spChg chg="mod">
          <ac:chgData name="janghoon jun" userId="056a5883350c2f5e" providerId="LiveId" clId="{6DA654A6-03B0-40F7-A259-B276216985A6}" dt="2026-07-08T06:35:34.851" v="5236" actId="408"/>
          <ac:spMkLst>
            <pc:docMk/>
            <pc:sldMk cId="0" sldId="276"/>
            <ac:spMk id="7" creationId="{00000000-0000-0000-0000-000000000000}"/>
          </ac:spMkLst>
        </pc:spChg>
        <pc:spChg chg="mod">
          <ac:chgData name="janghoon jun" userId="056a5883350c2f5e" providerId="LiveId" clId="{6DA654A6-03B0-40F7-A259-B276216985A6}" dt="2026-07-08T06:35:34.851" v="5236" actId="408"/>
          <ac:spMkLst>
            <pc:docMk/>
            <pc:sldMk cId="0" sldId="276"/>
            <ac:spMk id="8" creationId="{00000000-0000-0000-0000-000000000000}"/>
          </ac:spMkLst>
        </pc:spChg>
        <pc:spChg chg="mod">
          <ac:chgData name="janghoon jun" userId="056a5883350c2f5e" providerId="LiveId" clId="{6DA654A6-03B0-40F7-A259-B276216985A6}" dt="2026-07-08T06:35:34.851" v="5236" actId="408"/>
          <ac:spMkLst>
            <pc:docMk/>
            <pc:sldMk cId="0" sldId="276"/>
            <ac:spMk id="9" creationId="{00000000-0000-0000-0000-000000000000}"/>
          </ac:spMkLst>
        </pc:spChg>
        <pc:spChg chg="mod">
          <ac:chgData name="janghoon jun" userId="056a5883350c2f5e" providerId="LiveId" clId="{6DA654A6-03B0-40F7-A259-B276216985A6}" dt="2026-07-08T06:35:32.213" v="5235" actId="12789"/>
          <ac:spMkLst>
            <pc:docMk/>
            <pc:sldMk cId="0" sldId="276"/>
            <ac:spMk id="10" creationId="{00000000-0000-0000-0000-000000000000}"/>
          </ac:spMkLst>
        </pc:spChg>
        <pc:spChg chg="mod">
          <ac:chgData name="janghoon jun" userId="056a5883350c2f5e" providerId="LiveId" clId="{6DA654A6-03B0-40F7-A259-B276216985A6}" dt="2026-07-08T06:35:53.551" v="5241" actId="14100"/>
          <ac:spMkLst>
            <pc:docMk/>
            <pc:sldMk cId="0" sldId="276"/>
            <ac:spMk id="11" creationId="{00000000-0000-0000-0000-000000000000}"/>
          </ac:spMkLst>
        </pc:spChg>
        <pc:spChg chg="mod">
          <ac:chgData name="janghoon jun" userId="056a5883350c2f5e" providerId="LiveId" clId="{6DA654A6-03B0-40F7-A259-B276216985A6}" dt="2026-07-08T06:35:45.853" v="5240" actId="5793"/>
          <ac:spMkLst>
            <pc:docMk/>
            <pc:sldMk cId="0" sldId="276"/>
            <ac:spMk id="12" creationId="{00000000-0000-0000-0000-000000000000}"/>
          </ac:spMkLst>
        </pc:spChg>
      </pc:sldChg>
      <pc:sldChg chg="modSp del mod">
        <pc:chgData name="janghoon jun" userId="056a5883350c2f5e" providerId="LiveId" clId="{6DA654A6-03B0-40F7-A259-B276216985A6}" dt="2026-07-08T06:36:55.041" v="5301" actId="47"/>
        <pc:sldMkLst>
          <pc:docMk/>
          <pc:sldMk cId="0" sldId="277"/>
        </pc:sldMkLst>
        <pc:spChg chg="mod">
          <ac:chgData name="janghoon jun" userId="056a5883350c2f5e" providerId="LiveId" clId="{6DA654A6-03B0-40F7-A259-B276216985A6}" dt="2026-07-08T06:36:49.167" v="5300" actId="6549"/>
          <ac:spMkLst>
            <pc:docMk/>
            <pc:sldMk cId="0" sldId="277"/>
            <ac:spMk id="2" creationId="{00000000-0000-0000-0000-000000000000}"/>
          </ac:spMkLst>
        </pc:spChg>
      </pc:sldChg>
      <pc:sldChg chg="del">
        <pc:chgData name="janghoon jun" userId="056a5883350c2f5e" providerId="LiveId" clId="{6DA654A6-03B0-40F7-A259-B276216985A6}" dt="2026-07-08T06:37:02.521" v="5302" actId="47"/>
        <pc:sldMkLst>
          <pc:docMk/>
          <pc:sldMk cId="0" sldId="278"/>
        </pc:sldMkLst>
      </pc:sldChg>
      <pc:sldChg chg="del">
        <pc:chgData name="janghoon jun" userId="056a5883350c2f5e" providerId="LiveId" clId="{6DA654A6-03B0-40F7-A259-B276216985A6}" dt="2026-07-08T06:37:15.023" v="5303" actId="47"/>
        <pc:sldMkLst>
          <pc:docMk/>
          <pc:sldMk cId="0" sldId="279"/>
        </pc:sldMkLst>
      </pc:sldChg>
      <pc:sldChg chg="del">
        <pc:chgData name="janghoon jun" userId="056a5883350c2f5e" providerId="LiveId" clId="{6DA654A6-03B0-40F7-A259-B276216985A6}" dt="2026-07-08T06:37:30.780" v="5304" actId="47"/>
        <pc:sldMkLst>
          <pc:docMk/>
          <pc:sldMk cId="0" sldId="280"/>
        </pc:sldMkLst>
      </pc:sldChg>
      <pc:sldChg chg="del">
        <pc:chgData name="janghoon jun" userId="056a5883350c2f5e" providerId="LiveId" clId="{6DA654A6-03B0-40F7-A259-B276216985A6}" dt="2026-07-08T06:38:06.004" v="5305" actId="47"/>
        <pc:sldMkLst>
          <pc:docMk/>
          <pc:sldMk cId="0" sldId="281"/>
        </pc:sldMkLst>
      </pc:sldChg>
      <pc:sldChg chg="modSp mod">
        <pc:chgData name="janghoon jun" userId="056a5883350c2f5e" providerId="LiveId" clId="{6DA654A6-03B0-40F7-A259-B276216985A6}" dt="2026-07-08T06:41:08.663" v="5342"/>
        <pc:sldMkLst>
          <pc:docMk/>
          <pc:sldMk cId="0" sldId="282"/>
        </pc:sldMkLst>
        <pc:spChg chg="mod">
          <ac:chgData name="janghoon jun" userId="056a5883350c2f5e" providerId="LiveId" clId="{6DA654A6-03B0-40F7-A259-B276216985A6}" dt="2026-07-08T06:41:08.663" v="5342"/>
          <ac:spMkLst>
            <pc:docMk/>
            <pc:sldMk cId="0" sldId="282"/>
            <ac:spMk id="3" creationId="{00000000-0000-0000-0000-000000000000}"/>
          </ac:spMkLst>
        </pc:spChg>
        <pc:spChg chg="mod">
          <ac:chgData name="janghoon jun" userId="056a5883350c2f5e" providerId="LiveId" clId="{6DA654A6-03B0-40F7-A259-B276216985A6}" dt="2026-07-08T06:38:41.232" v="5311" actId="403"/>
          <ac:spMkLst>
            <pc:docMk/>
            <pc:sldMk cId="0" sldId="282"/>
            <ac:spMk id="4" creationId="{00000000-0000-0000-0000-000000000000}"/>
          </ac:spMkLst>
        </pc:spChg>
        <pc:spChg chg="mod">
          <ac:chgData name="janghoon jun" userId="056a5883350c2f5e" providerId="LiveId" clId="{6DA654A6-03B0-40F7-A259-B276216985A6}" dt="2026-07-08T06:38:33.897" v="5307" actId="1076"/>
          <ac:spMkLst>
            <pc:docMk/>
            <pc:sldMk cId="0" sldId="282"/>
            <ac:spMk id="5" creationId="{00000000-0000-0000-0000-000000000000}"/>
          </ac:spMkLst>
        </pc:spChg>
        <pc:spChg chg="mod">
          <ac:chgData name="janghoon jun" userId="056a5883350c2f5e" providerId="LiveId" clId="{6DA654A6-03B0-40F7-A259-B276216985A6}" dt="2026-07-08T06:38:33.897" v="5307" actId="1076"/>
          <ac:spMkLst>
            <pc:docMk/>
            <pc:sldMk cId="0" sldId="282"/>
            <ac:spMk id="6" creationId="{00000000-0000-0000-0000-000000000000}"/>
          </ac:spMkLst>
        </pc:spChg>
        <pc:spChg chg="mod">
          <ac:chgData name="janghoon jun" userId="056a5883350c2f5e" providerId="LiveId" clId="{6DA654A6-03B0-40F7-A259-B276216985A6}" dt="2026-07-08T06:38:33.897" v="5307" actId="1076"/>
          <ac:spMkLst>
            <pc:docMk/>
            <pc:sldMk cId="0" sldId="282"/>
            <ac:spMk id="7" creationId="{00000000-0000-0000-0000-000000000000}"/>
          </ac:spMkLst>
        </pc:spChg>
        <pc:spChg chg="mod">
          <ac:chgData name="janghoon jun" userId="056a5883350c2f5e" providerId="LiveId" clId="{6DA654A6-03B0-40F7-A259-B276216985A6}" dt="2026-07-08T06:38:33.897" v="5307" actId="1076"/>
          <ac:spMkLst>
            <pc:docMk/>
            <pc:sldMk cId="0" sldId="282"/>
            <ac:spMk id="8" creationId="{00000000-0000-0000-0000-000000000000}"/>
          </ac:spMkLst>
        </pc:spChg>
        <pc:spChg chg="mod">
          <ac:chgData name="janghoon jun" userId="056a5883350c2f5e" providerId="LiveId" clId="{6DA654A6-03B0-40F7-A259-B276216985A6}" dt="2026-07-08T06:38:33.897" v="5307" actId="1076"/>
          <ac:spMkLst>
            <pc:docMk/>
            <pc:sldMk cId="0" sldId="282"/>
            <ac:spMk id="9" creationId="{00000000-0000-0000-0000-000000000000}"/>
          </ac:spMkLst>
        </pc:spChg>
        <pc:spChg chg="mod">
          <ac:chgData name="janghoon jun" userId="056a5883350c2f5e" providerId="LiveId" clId="{6DA654A6-03B0-40F7-A259-B276216985A6}" dt="2026-07-08T06:38:33.897" v="5307" actId="1076"/>
          <ac:spMkLst>
            <pc:docMk/>
            <pc:sldMk cId="0" sldId="282"/>
            <ac:spMk id="10" creationId="{00000000-0000-0000-0000-000000000000}"/>
          </ac:spMkLst>
        </pc:spChg>
      </pc:sldChg>
      <pc:sldChg chg="addSp modSp mod">
        <pc:chgData name="janghoon jun" userId="056a5883350c2f5e" providerId="LiveId" clId="{6DA654A6-03B0-40F7-A259-B276216985A6}" dt="2026-07-08T06:40:59.091" v="5338"/>
        <pc:sldMkLst>
          <pc:docMk/>
          <pc:sldMk cId="0" sldId="283"/>
        </pc:sldMkLst>
        <pc:spChg chg="mod">
          <ac:chgData name="janghoon jun" userId="056a5883350c2f5e" providerId="LiveId" clId="{6DA654A6-03B0-40F7-A259-B276216985A6}" dt="2026-07-08T06:40:59.091" v="5338"/>
          <ac:spMkLst>
            <pc:docMk/>
            <pc:sldMk cId="0" sldId="283"/>
            <ac:spMk id="3" creationId="{00000000-0000-0000-0000-000000000000}"/>
          </ac:spMkLst>
        </pc:spChg>
        <pc:spChg chg="mod">
          <ac:chgData name="janghoon jun" userId="056a5883350c2f5e" providerId="LiveId" clId="{6DA654A6-03B0-40F7-A259-B276216985A6}" dt="2026-07-08T06:39:55.884" v="5315" actId="164"/>
          <ac:spMkLst>
            <pc:docMk/>
            <pc:sldMk cId="0" sldId="283"/>
            <ac:spMk id="4" creationId="{00000000-0000-0000-0000-000000000000}"/>
          </ac:spMkLst>
        </pc:spChg>
        <pc:spChg chg="mod">
          <ac:chgData name="janghoon jun" userId="056a5883350c2f5e" providerId="LiveId" clId="{6DA654A6-03B0-40F7-A259-B276216985A6}" dt="2026-07-08T06:39:55.884" v="5315" actId="164"/>
          <ac:spMkLst>
            <pc:docMk/>
            <pc:sldMk cId="0" sldId="283"/>
            <ac:spMk id="5" creationId="{00000000-0000-0000-0000-000000000000}"/>
          </ac:spMkLst>
        </pc:spChg>
        <pc:spChg chg="mod">
          <ac:chgData name="janghoon jun" userId="056a5883350c2f5e" providerId="LiveId" clId="{6DA654A6-03B0-40F7-A259-B276216985A6}" dt="2026-07-08T06:40:00.187" v="5317" actId="164"/>
          <ac:spMkLst>
            <pc:docMk/>
            <pc:sldMk cId="0" sldId="283"/>
            <ac:spMk id="6" creationId="{00000000-0000-0000-0000-000000000000}"/>
          </ac:spMkLst>
        </pc:spChg>
        <pc:spChg chg="mod">
          <ac:chgData name="janghoon jun" userId="056a5883350c2f5e" providerId="LiveId" clId="{6DA654A6-03B0-40F7-A259-B276216985A6}" dt="2026-07-08T06:40:00.187" v="5317" actId="164"/>
          <ac:spMkLst>
            <pc:docMk/>
            <pc:sldMk cId="0" sldId="283"/>
            <ac:spMk id="7" creationId="{00000000-0000-0000-0000-000000000000}"/>
          </ac:spMkLst>
        </pc:spChg>
        <pc:spChg chg="mod">
          <ac:chgData name="janghoon jun" userId="056a5883350c2f5e" providerId="LiveId" clId="{6DA654A6-03B0-40F7-A259-B276216985A6}" dt="2026-07-08T06:40:03.737" v="5319" actId="164"/>
          <ac:spMkLst>
            <pc:docMk/>
            <pc:sldMk cId="0" sldId="283"/>
            <ac:spMk id="8" creationId="{00000000-0000-0000-0000-000000000000}"/>
          </ac:spMkLst>
        </pc:spChg>
        <pc:spChg chg="mod">
          <ac:chgData name="janghoon jun" userId="056a5883350c2f5e" providerId="LiveId" clId="{6DA654A6-03B0-40F7-A259-B276216985A6}" dt="2026-07-08T06:40:03.737" v="5319" actId="164"/>
          <ac:spMkLst>
            <pc:docMk/>
            <pc:sldMk cId="0" sldId="283"/>
            <ac:spMk id="9" creationId="{00000000-0000-0000-0000-000000000000}"/>
          </ac:spMkLst>
        </pc:spChg>
        <pc:spChg chg="mod">
          <ac:chgData name="janghoon jun" userId="056a5883350c2f5e" providerId="LiveId" clId="{6DA654A6-03B0-40F7-A259-B276216985A6}" dt="2026-07-08T06:40:09.808" v="5321" actId="164"/>
          <ac:spMkLst>
            <pc:docMk/>
            <pc:sldMk cId="0" sldId="283"/>
            <ac:spMk id="10" creationId="{00000000-0000-0000-0000-000000000000}"/>
          </ac:spMkLst>
        </pc:spChg>
        <pc:spChg chg="mod">
          <ac:chgData name="janghoon jun" userId="056a5883350c2f5e" providerId="LiveId" clId="{6DA654A6-03B0-40F7-A259-B276216985A6}" dt="2026-07-08T06:40:09.808" v="5321" actId="164"/>
          <ac:spMkLst>
            <pc:docMk/>
            <pc:sldMk cId="0" sldId="283"/>
            <ac:spMk id="11" creationId="{00000000-0000-0000-0000-000000000000}"/>
          </ac:spMkLst>
        </pc:spChg>
        <pc:spChg chg="mod">
          <ac:chgData name="janghoon jun" userId="056a5883350c2f5e" providerId="LiveId" clId="{6DA654A6-03B0-40F7-A259-B276216985A6}" dt="2026-07-08T06:39:36.356" v="5312" actId="1076"/>
          <ac:spMkLst>
            <pc:docMk/>
            <pc:sldMk cId="0" sldId="283"/>
            <ac:spMk id="12" creationId="{00000000-0000-0000-0000-000000000000}"/>
          </ac:spMkLst>
        </pc:spChg>
        <pc:spChg chg="mod">
          <ac:chgData name="janghoon jun" userId="056a5883350c2f5e" providerId="LiveId" clId="{6DA654A6-03B0-40F7-A259-B276216985A6}" dt="2026-07-08T06:40:41.737" v="5326" actId="20577"/>
          <ac:spMkLst>
            <pc:docMk/>
            <pc:sldMk cId="0" sldId="283"/>
            <ac:spMk id="13" creationId="{00000000-0000-0000-0000-000000000000}"/>
          </ac:spMkLst>
        </pc:spChg>
        <pc:grpChg chg="add mod">
          <ac:chgData name="janghoon jun" userId="056a5883350c2f5e" providerId="LiveId" clId="{6DA654A6-03B0-40F7-A259-B276216985A6}" dt="2026-07-08T06:40:20.569" v="5323" actId="1076"/>
          <ac:grpSpMkLst>
            <pc:docMk/>
            <pc:sldMk cId="0" sldId="283"/>
            <ac:grpSpMk id="14" creationId="{1526DC77-B94F-5DC1-77AA-EB37A21DD695}"/>
          </ac:grpSpMkLst>
        </pc:grpChg>
        <pc:grpChg chg="add mod">
          <ac:chgData name="janghoon jun" userId="056a5883350c2f5e" providerId="LiveId" clId="{6DA654A6-03B0-40F7-A259-B276216985A6}" dt="2026-07-08T06:40:28.066" v="5324" actId="465"/>
          <ac:grpSpMkLst>
            <pc:docMk/>
            <pc:sldMk cId="0" sldId="283"/>
            <ac:grpSpMk id="15" creationId="{D89762BC-1660-7353-3BA2-1C09994F8069}"/>
          </ac:grpSpMkLst>
        </pc:grpChg>
        <pc:grpChg chg="add mod">
          <ac:chgData name="janghoon jun" userId="056a5883350c2f5e" providerId="LiveId" clId="{6DA654A6-03B0-40F7-A259-B276216985A6}" dt="2026-07-08T06:40:28.066" v="5324" actId="465"/>
          <ac:grpSpMkLst>
            <pc:docMk/>
            <pc:sldMk cId="0" sldId="283"/>
            <ac:grpSpMk id="16" creationId="{BA5ACF98-7484-5EE4-B39C-702A950D75BB}"/>
          </ac:grpSpMkLst>
        </pc:grpChg>
        <pc:grpChg chg="add mod">
          <ac:chgData name="janghoon jun" userId="056a5883350c2f5e" providerId="LiveId" clId="{6DA654A6-03B0-40F7-A259-B276216985A6}" dt="2026-07-08T06:40:17.822" v="5322" actId="1076"/>
          <ac:grpSpMkLst>
            <pc:docMk/>
            <pc:sldMk cId="0" sldId="283"/>
            <ac:grpSpMk id="17" creationId="{8AE7EEDC-7CE2-D441-BDB3-00FE91FA3918}"/>
          </ac:grpSpMkLst>
        </pc:grpChg>
      </pc:sldChg>
      <pc:sldChg chg="modSp mod">
        <pc:chgData name="janghoon jun" userId="056a5883350c2f5e" providerId="LiveId" clId="{6DA654A6-03B0-40F7-A259-B276216985A6}" dt="2026-07-08T06:45:01.692" v="5359" actId="20577"/>
        <pc:sldMkLst>
          <pc:docMk/>
          <pc:sldMk cId="0" sldId="285"/>
        </pc:sldMkLst>
        <pc:spChg chg="mod">
          <ac:chgData name="janghoon jun" userId="056a5883350c2f5e" providerId="LiveId" clId="{6DA654A6-03B0-40F7-A259-B276216985A6}" dt="2026-07-08T06:45:01.692" v="5359" actId="20577"/>
          <ac:spMkLst>
            <pc:docMk/>
            <pc:sldMk cId="0" sldId="285"/>
            <ac:spMk id="2" creationId="{00000000-0000-0000-0000-000000000000}"/>
          </ac:spMkLst>
        </pc:spChg>
      </pc:sldChg>
      <pc:sldChg chg="modSp mod">
        <pc:chgData name="janghoon jun" userId="056a5883350c2f5e" providerId="LiveId" clId="{6DA654A6-03B0-40F7-A259-B276216985A6}" dt="2026-07-08T06:45:55.135" v="5362"/>
        <pc:sldMkLst>
          <pc:docMk/>
          <pc:sldMk cId="0" sldId="286"/>
        </pc:sldMkLst>
        <pc:spChg chg="mod">
          <ac:chgData name="janghoon jun" userId="056a5883350c2f5e" providerId="LiveId" clId="{6DA654A6-03B0-40F7-A259-B276216985A6}" dt="2026-07-08T06:45:55.135" v="5362"/>
          <ac:spMkLst>
            <pc:docMk/>
            <pc:sldMk cId="0" sldId="286"/>
            <ac:spMk id="2" creationId="{00000000-0000-0000-0000-000000000000}"/>
          </ac:spMkLst>
        </pc:spChg>
      </pc:sldChg>
      <pc:sldChg chg="modSp">
        <pc:chgData name="janghoon jun" userId="056a5883350c2f5e" providerId="LiveId" clId="{6DA654A6-03B0-40F7-A259-B276216985A6}" dt="2026-07-08T06:42:19.372" v="5344"/>
        <pc:sldMkLst>
          <pc:docMk/>
          <pc:sldMk cId="0" sldId="287"/>
        </pc:sldMkLst>
        <pc:spChg chg="mod">
          <ac:chgData name="janghoon jun" userId="056a5883350c2f5e" providerId="LiveId" clId="{6DA654A6-03B0-40F7-A259-B276216985A6}" dt="2026-07-08T06:42:19.372" v="5344"/>
          <ac:spMkLst>
            <pc:docMk/>
            <pc:sldMk cId="0" sldId="287"/>
            <ac:spMk id="3" creationId="{00000000-0000-0000-0000-000000000000}"/>
          </ac:spMkLst>
        </pc:spChg>
      </pc:sldChg>
      <pc:sldChg chg="modSp">
        <pc:chgData name="janghoon jun" userId="056a5883350c2f5e" providerId="LiveId" clId="{6DA654A6-03B0-40F7-A259-B276216985A6}" dt="2026-07-08T06:42:42.763" v="5345"/>
        <pc:sldMkLst>
          <pc:docMk/>
          <pc:sldMk cId="0" sldId="288"/>
        </pc:sldMkLst>
        <pc:spChg chg="mod">
          <ac:chgData name="janghoon jun" userId="056a5883350c2f5e" providerId="LiveId" clId="{6DA654A6-03B0-40F7-A259-B276216985A6}" dt="2026-07-08T06:42:42.763" v="5345"/>
          <ac:spMkLst>
            <pc:docMk/>
            <pc:sldMk cId="0" sldId="288"/>
            <ac:spMk id="8" creationId="{00000000-0000-0000-0000-000000000000}"/>
          </ac:spMkLst>
        </pc:spChg>
      </pc:sldChg>
      <pc:sldChg chg="delSp modSp mod">
        <pc:chgData name="janghoon jun" userId="056a5883350c2f5e" providerId="LiveId" clId="{6DA654A6-03B0-40F7-A259-B276216985A6}" dt="2026-07-08T06:45:07.791" v="5361" actId="20577"/>
        <pc:sldMkLst>
          <pc:docMk/>
          <pc:sldMk cId="0" sldId="289"/>
        </pc:sldMkLst>
        <pc:spChg chg="mod">
          <ac:chgData name="janghoon jun" userId="056a5883350c2f5e" providerId="LiveId" clId="{6DA654A6-03B0-40F7-A259-B276216985A6}" dt="2026-07-08T06:45:07.791" v="5361" actId="20577"/>
          <ac:spMkLst>
            <pc:docMk/>
            <pc:sldMk cId="0" sldId="289"/>
            <ac:spMk id="2" creationId="{00000000-0000-0000-0000-000000000000}"/>
          </ac:spMkLst>
        </pc:spChg>
        <pc:spChg chg="del">
          <ac:chgData name="janghoon jun" userId="056a5883350c2f5e" providerId="LiveId" clId="{6DA654A6-03B0-40F7-A259-B276216985A6}" dt="2026-07-08T06:10:24.633" v="4446" actId="478"/>
          <ac:spMkLst>
            <pc:docMk/>
            <pc:sldMk cId="0" sldId="289"/>
            <ac:spMk id="5" creationId="{00000000-0000-0000-0000-000000000000}"/>
          </ac:spMkLst>
        </pc:spChg>
        <pc:picChg chg="mod">
          <ac:chgData name="janghoon jun" userId="056a5883350c2f5e" providerId="LiveId" clId="{6DA654A6-03B0-40F7-A259-B276216985A6}" dt="2026-07-08T06:10:57.158" v="4448" actId="1076"/>
          <ac:picMkLst>
            <pc:docMk/>
            <pc:sldMk cId="0" sldId="289"/>
            <ac:picMk id="4" creationId="{00000000-0000-0000-0000-000000000000}"/>
          </ac:picMkLst>
        </pc:picChg>
      </pc:sldChg>
      <pc:sldChg chg="modSp mod">
        <pc:chgData name="janghoon jun" userId="056a5883350c2f5e" providerId="LiveId" clId="{6DA654A6-03B0-40F7-A259-B276216985A6}" dt="2026-07-08T06:46:01.241" v="5363"/>
        <pc:sldMkLst>
          <pc:docMk/>
          <pc:sldMk cId="0" sldId="290"/>
        </pc:sldMkLst>
        <pc:spChg chg="mod">
          <ac:chgData name="janghoon jun" userId="056a5883350c2f5e" providerId="LiveId" clId="{6DA654A6-03B0-40F7-A259-B276216985A6}" dt="2026-07-08T06:46:01.241" v="5363"/>
          <ac:spMkLst>
            <pc:docMk/>
            <pc:sldMk cId="0" sldId="290"/>
            <ac:spMk id="2" creationId="{00000000-0000-0000-0000-000000000000}"/>
          </ac:spMkLst>
        </pc:spChg>
      </pc:sldChg>
      <pc:sldChg chg="modSp">
        <pc:chgData name="janghoon jun" userId="056a5883350c2f5e" providerId="LiveId" clId="{6DA654A6-03B0-40F7-A259-B276216985A6}" dt="2026-07-08T06:43:20.110" v="5347"/>
        <pc:sldMkLst>
          <pc:docMk/>
          <pc:sldMk cId="0" sldId="291"/>
        </pc:sldMkLst>
        <pc:spChg chg="mod">
          <ac:chgData name="janghoon jun" userId="056a5883350c2f5e" providerId="LiveId" clId="{6DA654A6-03B0-40F7-A259-B276216985A6}" dt="2026-07-08T06:43:20.110" v="5347"/>
          <ac:spMkLst>
            <pc:docMk/>
            <pc:sldMk cId="0" sldId="291"/>
            <ac:spMk id="3" creationId="{00000000-0000-0000-0000-000000000000}"/>
          </ac:spMkLst>
        </pc:spChg>
      </pc:sldChg>
      <pc:sldChg chg="delSp mod">
        <pc:chgData name="janghoon jun" userId="056a5883350c2f5e" providerId="LiveId" clId="{6DA654A6-03B0-40F7-A259-B276216985A6}" dt="2026-07-08T06:10:32.573" v="4447" actId="478"/>
        <pc:sldMkLst>
          <pc:docMk/>
          <pc:sldMk cId="0" sldId="292"/>
        </pc:sldMkLst>
        <pc:spChg chg="del">
          <ac:chgData name="janghoon jun" userId="056a5883350c2f5e" providerId="LiveId" clId="{6DA654A6-03B0-40F7-A259-B276216985A6}" dt="2026-07-08T06:10:32.573" v="4447" actId="478"/>
          <ac:spMkLst>
            <pc:docMk/>
            <pc:sldMk cId="0" sldId="292"/>
            <ac:spMk id="9" creationId="{00000000-0000-0000-0000-000000000000}"/>
          </ac:spMkLst>
        </pc:spChg>
      </pc:sldChg>
      <pc:sldChg chg="modSp mod">
        <pc:chgData name="janghoon jun" userId="056a5883350c2f5e" providerId="LiveId" clId="{6DA654A6-03B0-40F7-A259-B276216985A6}" dt="2026-07-08T06:46:14.575" v="5364"/>
        <pc:sldMkLst>
          <pc:docMk/>
          <pc:sldMk cId="0" sldId="293"/>
        </pc:sldMkLst>
        <pc:spChg chg="mod">
          <ac:chgData name="janghoon jun" userId="056a5883350c2f5e" providerId="LiveId" clId="{6DA654A6-03B0-40F7-A259-B276216985A6}" dt="2026-07-08T06:46:14.575" v="5364"/>
          <ac:spMkLst>
            <pc:docMk/>
            <pc:sldMk cId="0" sldId="293"/>
            <ac:spMk id="2" creationId="{00000000-0000-0000-0000-000000000000}"/>
          </ac:spMkLst>
        </pc:spChg>
      </pc:sldChg>
      <pc:sldChg chg="delSp modSp mod">
        <pc:chgData name="janghoon jun" userId="056a5883350c2f5e" providerId="LiveId" clId="{6DA654A6-03B0-40F7-A259-B276216985A6}" dt="2026-07-08T06:09:52.283" v="4445" actId="2710"/>
        <pc:sldMkLst>
          <pc:docMk/>
          <pc:sldMk cId="0" sldId="296"/>
        </pc:sldMkLst>
        <pc:spChg chg="del">
          <ac:chgData name="janghoon jun" userId="056a5883350c2f5e" providerId="LiveId" clId="{6DA654A6-03B0-40F7-A259-B276216985A6}" dt="2026-07-08T06:09:42.529" v="4443" actId="478"/>
          <ac:spMkLst>
            <pc:docMk/>
            <pc:sldMk cId="0" sldId="296"/>
            <ac:spMk id="5" creationId="{00000000-0000-0000-0000-000000000000}"/>
          </ac:spMkLst>
        </pc:spChg>
        <pc:spChg chg="mod">
          <ac:chgData name="janghoon jun" userId="056a5883350c2f5e" providerId="LiveId" clId="{6DA654A6-03B0-40F7-A259-B276216985A6}" dt="2026-07-08T06:09:52.283" v="4445" actId="2710"/>
          <ac:spMkLst>
            <pc:docMk/>
            <pc:sldMk cId="0" sldId="296"/>
            <ac:spMk id="6" creationId="{00000000-0000-0000-0000-000000000000}"/>
          </ac:spMkLst>
        </pc:spChg>
        <pc:spChg chg="mod">
          <ac:chgData name="janghoon jun" userId="056a5883350c2f5e" providerId="LiveId" clId="{6DA654A6-03B0-40F7-A259-B276216985A6}" dt="2026-07-08T06:09:52.283" v="4445" actId="2710"/>
          <ac:spMkLst>
            <pc:docMk/>
            <pc:sldMk cId="0" sldId="296"/>
            <ac:spMk id="7" creationId="{00000000-0000-0000-0000-000000000000}"/>
          </ac:spMkLst>
        </pc:spChg>
      </pc:sldChg>
      <pc:sldChg chg="delSp modSp mod">
        <pc:chgData name="janghoon jun" userId="056a5883350c2f5e" providerId="LiveId" clId="{6DA654A6-03B0-40F7-A259-B276216985A6}" dt="2026-07-08T05:57:14.406" v="4396" actId="14100"/>
        <pc:sldMkLst>
          <pc:docMk/>
          <pc:sldMk cId="0" sldId="301"/>
        </pc:sldMkLst>
        <pc:spChg chg="mod">
          <ac:chgData name="janghoon jun" userId="056a5883350c2f5e" providerId="LiveId" clId="{6DA654A6-03B0-40F7-A259-B276216985A6}" dt="2026-07-08T05:56:39.966" v="4378" actId="20577"/>
          <ac:spMkLst>
            <pc:docMk/>
            <pc:sldMk cId="0" sldId="301"/>
            <ac:spMk id="2" creationId="{00000000-0000-0000-0000-000000000000}"/>
          </ac:spMkLst>
        </pc:spChg>
        <pc:spChg chg="mod">
          <ac:chgData name="janghoon jun" userId="056a5883350c2f5e" providerId="LiveId" clId="{6DA654A6-03B0-40F7-A259-B276216985A6}" dt="2026-07-08T05:56:48.318" v="4394" actId="20577"/>
          <ac:spMkLst>
            <pc:docMk/>
            <pc:sldMk cId="0" sldId="301"/>
            <ac:spMk id="3" creationId="{00000000-0000-0000-0000-000000000000}"/>
          </ac:spMkLst>
        </pc:spChg>
        <pc:spChg chg="del">
          <ac:chgData name="janghoon jun" userId="056a5883350c2f5e" providerId="LiveId" clId="{6DA654A6-03B0-40F7-A259-B276216985A6}" dt="2026-07-08T05:57:08.602" v="4395" actId="478"/>
          <ac:spMkLst>
            <pc:docMk/>
            <pc:sldMk cId="0" sldId="301"/>
            <ac:spMk id="5" creationId="{00000000-0000-0000-0000-000000000000}"/>
          </ac:spMkLst>
        </pc:spChg>
        <pc:picChg chg="mod">
          <ac:chgData name="janghoon jun" userId="056a5883350c2f5e" providerId="LiveId" clId="{6DA654A6-03B0-40F7-A259-B276216985A6}" dt="2026-07-08T05:57:14.406" v="4396" actId="14100"/>
          <ac:picMkLst>
            <pc:docMk/>
            <pc:sldMk cId="0" sldId="301"/>
            <ac:picMk id="4" creationId="{00000000-0000-0000-0000-000000000000}"/>
          </ac:picMkLst>
        </pc:picChg>
      </pc:sldChg>
      <pc:sldChg chg="addSp delSp modSp del mod">
        <pc:chgData name="janghoon jun" userId="056a5883350c2f5e" providerId="LiveId" clId="{6DA654A6-03B0-40F7-A259-B276216985A6}" dt="2026-07-08T06:27:45.584" v="4932" actId="47"/>
        <pc:sldMkLst>
          <pc:docMk/>
          <pc:sldMk cId="0" sldId="302"/>
        </pc:sldMkLst>
        <pc:spChg chg="mod">
          <ac:chgData name="janghoon jun" userId="056a5883350c2f5e" providerId="LiveId" clId="{6DA654A6-03B0-40F7-A259-B276216985A6}" dt="2026-07-08T06:19:24.013" v="4637" actId="6549"/>
          <ac:spMkLst>
            <pc:docMk/>
            <pc:sldMk cId="0" sldId="302"/>
            <ac:spMk id="2" creationId="{00000000-0000-0000-0000-000000000000}"/>
          </ac:spMkLst>
        </pc:spChg>
        <pc:spChg chg="del">
          <ac:chgData name="janghoon jun" userId="056a5883350c2f5e" providerId="LiveId" clId="{6DA654A6-03B0-40F7-A259-B276216985A6}" dt="2026-07-08T06:19:08.485" v="4618" actId="478"/>
          <ac:spMkLst>
            <pc:docMk/>
            <pc:sldMk cId="0" sldId="302"/>
            <ac:spMk id="3" creationId="{00000000-0000-0000-0000-000000000000}"/>
          </ac:spMkLst>
        </pc:spChg>
        <pc:spChg chg="del mod">
          <ac:chgData name="janghoon jun" userId="056a5883350c2f5e" providerId="LiveId" clId="{6DA654A6-03B0-40F7-A259-B276216985A6}" dt="2026-07-08T06:19:00.023" v="4617" actId="478"/>
          <ac:spMkLst>
            <pc:docMk/>
            <pc:sldMk cId="0" sldId="302"/>
            <ac:spMk id="5" creationId="{00000000-0000-0000-0000-000000000000}"/>
          </ac:spMkLst>
        </pc:spChg>
        <pc:spChg chg="add del">
          <ac:chgData name="janghoon jun" userId="056a5883350c2f5e" providerId="LiveId" clId="{6DA654A6-03B0-40F7-A259-B276216985A6}" dt="2026-07-08T06:18:01.855" v="4596" actId="22"/>
          <ac:spMkLst>
            <pc:docMk/>
            <pc:sldMk cId="0" sldId="302"/>
            <ac:spMk id="7" creationId="{4D0B7067-2F2C-B4D1-B964-BB3091F7100E}"/>
          </ac:spMkLst>
        </pc:spChg>
        <pc:spChg chg="add del">
          <ac:chgData name="janghoon jun" userId="056a5883350c2f5e" providerId="LiveId" clId="{6DA654A6-03B0-40F7-A259-B276216985A6}" dt="2026-07-08T06:18:05.174" v="4598" actId="22"/>
          <ac:spMkLst>
            <pc:docMk/>
            <pc:sldMk cId="0" sldId="302"/>
            <ac:spMk id="9" creationId="{90AE4397-6E88-EF55-6058-CECD6E1B22B1}"/>
          </ac:spMkLst>
        </pc:spChg>
        <pc:spChg chg="add del">
          <ac:chgData name="janghoon jun" userId="056a5883350c2f5e" providerId="LiveId" clId="{6DA654A6-03B0-40F7-A259-B276216985A6}" dt="2026-07-08T06:18:09.004" v="4600" actId="22"/>
          <ac:spMkLst>
            <pc:docMk/>
            <pc:sldMk cId="0" sldId="302"/>
            <ac:spMk id="11" creationId="{EB0726DC-1879-C3B5-03DE-5D7285B59570}"/>
          </ac:spMkLst>
        </pc:spChg>
        <pc:spChg chg="add del mod">
          <ac:chgData name="janghoon jun" userId="056a5883350c2f5e" providerId="LiveId" clId="{6DA654A6-03B0-40F7-A259-B276216985A6}" dt="2026-07-08T06:19:10.303" v="4619" actId="478"/>
          <ac:spMkLst>
            <pc:docMk/>
            <pc:sldMk cId="0" sldId="302"/>
            <ac:spMk id="15" creationId="{DE602069-E841-6843-0251-C1E838FA0448}"/>
          </ac:spMkLst>
        </pc:spChg>
        <pc:picChg chg="del mod">
          <ac:chgData name="janghoon jun" userId="056a5883350c2f5e" providerId="LiveId" clId="{6DA654A6-03B0-40F7-A259-B276216985A6}" dt="2026-07-08T06:18:00.114" v="4594" actId="478"/>
          <ac:picMkLst>
            <pc:docMk/>
            <pc:sldMk cId="0" sldId="302"/>
            <ac:picMk id="4" creationId="{00000000-0000-0000-0000-000000000000}"/>
          </ac:picMkLst>
        </pc:picChg>
        <pc:picChg chg="add mod">
          <ac:chgData name="janghoon jun" userId="056a5883350c2f5e" providerId="LiveId" clId="{6DA654A6-03B0-40F7-A259-B276216985A6}" dt="2026-07-08T06:18:54.186" v="4616" actId="1036"/>
          <ac:picMkLst>
            <pc:docMk/>
            <pc:sldMk cId="0" sldId="302"/>
            <ac:picMk id="13" creationId="{7BE12C74-C17F-507A-605A-AAC7B24D561A}"/>
          </ac:picMkLst>
        </pc:picChg>
      </pc:sldChg>
      <pc:sldChg chg="delSp modSp mod">
        <pc:chgData name="janghoon jun" userId="056a5883350c2f5e" providerId="LiveId" clId="{6DA654A6-03B0-40F7-A259-B276216985A6}" dt="2026-07-08T06:20:38.445" v="4699" actId="1076"/>
        <pc:sldMkLst>
          <pc:docMk/>
          <pc:sldMk cId="0" sldId="303"/>
        </pc:sldMkLst>
        <pc:spChg chg="mod">
          <ac:chgData name="janghoon jun" userId="056a5883350c2f5e" providerId="LiveId" clId="{6DA654A6-03B0-40F7-A259-B276216985A6}" dt="2026-07-08T06:20:28.929" v="4693" actId="21"/>
          <ac:spMkLst>
            <pc:docMk/>
            <pc:sldMk cId="0" sldId="303"/>
            <ac:spMk id="2" creationId="{00000000-0000-0000-0000-000000000000}"/>
          </ac:spMkLst>
        </pc:spChg>
        <pc:spChg chg="mod">
          <ac:chgData name="janghoon jun" userId="056a5883350c2f5e" providerId="LiveId" clId="{6DA654A6-03B0-40F7-A259-B276216985A6}" dt="2026-07-08T06:20:35.369" v="4698" actId="403"/>
          <ac:spMkLst>
            <pc:docMk/>
            <pc:sldMk cId="0" sldId="303"/>
            <ac:spMk id="3" creationId="{00000000-0000-0000-0000-000000000000}"/>
          </ac:spMkLst>
        </pc:spChg>
        <pc:spChg chg="del">
          <ac:chgData name="janghoon jun" userId="056a5883350c2f5e" providerId="LiveId" clId="{6DA654A6-03B0-40F7-A259-B276216985A6}" dt="2026-07-08T06:19:52.897" v="4644" actId="478"/>
          <ac:spMkLst>
            <pc:docMk/>
            <pc:sldMk cId="0" sldId="303"/>
            <ac:spMk id="5" creationId="{00000000-0000-0000-0000-000000000000}"/>
          </ac:spMkLst>
        </pc:spChg>
        <pc:picChg chg="mod">
          <ac:chgData name="janghoon jun" userId="056a5883350c2f5e" providerId="LiveId" clId="{6DA654A6-03B0-40F7-A259-B276216985A6}" dt="2026-07-08T06:20:38.445" v="4699" actId="1076"/>
          <ac:picMkLst>
            <pc:docMk/>
            <pc:sldMk cId="0" sldId="303"/>
            <ac:picMk id="4" creationId="{00000000-0000-0000-0000-000000000000}"/>
          </ac:picMkLst>
        </pc:picChg>
      </pc:sldChg>
      <pc:sldChg chg="addSp delSp modSp mod">
        <pc:chgData name="janghoon jun" userId="056a5883350c2f5e" providerId="LiveId" clId="{6DA654A6-03B0-40F7-A259-B276216985A6}" dt="2026-07-08T06:21:02.551" v="4712" actId="478"/>
        <pc:sldMkLst>
          <pc:docMk/>
          <pc:sldMk cId="0" sldId="304"/>
        </pc:sldMkLst>
        <pc:spChg chg="mod">
          <ac:chgData name="janghoon jun" userId="056a5883350c2f5e" providerId="LiveId" clId="{6DA654A6-03B0-40F7-A259-B276216985A6}" dt="2026-07-08T06:20:42.676" v="4700" actId="21"/>
          <ac:spMkLst>
            <pc:docMk/>
            <pc:sldMk cId="0" sldId="304"/>
            <ac:spMk id="2" creationId="{00000000-0000-0000-0000-000000000000}"/>
          </ac:spMkLst>
        </pc:spChg>
        <pc:spChg chg="mod">
          <ac:chgData name="janghoon jun" userId="056a5883350c2f5e" providerId="LiveId" clId="{6DA654A6-03B0-40F7-A259-B276216985A6}" dt="2026-07-08T06:20:50.584" v="4708" actId="404"/>
          <ac:spMkLst>
            <pc:docMk/>
            <pc:sldMk cId="0" sldId="304"/>
            <ac:spMk id="3" creationId="{00000000-0000-0000-0000-000000000000}"/>
          </ac:spMkLst>
        </pc:spChg>
        <pc:spChg chg="del">
          <ac:chgData name="janghoon jun" userId="056a5883350c2f5e" providerId="LiveId" clId="{6DA654A6-03B0-40F7-A259-B276216985A6}" dt="2026-07-08T06:20:07.089" v="4646" actId="478"/>
          <ac:spMkLst>
            <pc:docMk/>
            <pc:sldMk cId="0" sldId="304"/>
            <ac:spMk id="5" creationId="{00000000-0000-0000-0000-000000000000}"/>
          </ac:spMkLst>
        </pc:spChg>
        <pc:picChg chg="mod">
          <ac:chgData name="janghoon jun" userId="056a5883350c2f5e" providerId="LiveId" clId="{6DA654A6-03B0-40F7-A259-B276216985A6}" dt="2026-07-08T06:21:00.065" v="4711" actId="1076"/>
          <ac:picMkLst>
            <pc:docMk/>
            <pc:sldMk cId="0" sldId="304"/>
            <ac:picMk id="4" creationId="{00000000-0000-0000-0000-000000000000}"/>
          </ac:picMkLst>
        </pc:picChg>
        <pc:picChg chg="add del">
          <ac:chgData name="janghoon jun" userId="056a5883350c2f5e" providerId="LiveId" clId="{6DA654A6-03B0-40F7-A259-B276216985A6}" dt="2026-07-08T06:21:02.551" v="4712" actId="478"/>
          <ac:picMkLst>
            <pc:docMk/>
            <pc:sldMk cId="0" sldId="304"/>
            <ac:picMk id="7" creationId="{FCCDCE3F-2C84-6C25-5A22-31E5576DE7BE}"/>
          </ac:picMkLst>
        </pc:picChg>
      </pc:sldChg>
      <pc:sldChg chg="delSp modSp del mod">
        <pc:chgData name="janghoon jun" userId="056a5883350c2f5e" providerId="LiveId" clId="{6DA654A6-03B0-40F7-A259-B276216985A6}" dt="2026-07-08T06:23:20.432" v="4820" actId="47"/>
        <pc:sldMkLst>
          <pc:docMk/>
          <pc:sldMk cId="0" sldId="305"/>
        </pc:sldMkLst>
        <pc:spChg chg="mod">
          <ac:chgData name="janghoon jun" userId="056a5883350c2f5e" providerId="LiveId" clId="{6DA654A6-03B0-40F7-A259-B276216985A6}" dt="2026-07-08T06:22:56.584" v="4814" actId="6549"/>
          <ac:spMkLst>
            <pc:docMk/>
            <pc:sldMk cId="0" sldId="305"/>
            <ac:spMk id="2" creationId="{00000000-0000-0000-0000-000000000000}"/>
          </ac:spMkLst>
        </pc:spChg>
        <pc:spChg chg="del">
          <ac:chgData name="janghoon jun" userId="056a5883350c2f5e" providerId="LiveId" clId="{6DA654A6-03B0-40F7-A259-B276216985A6}" dt="2026-07-08T06:23:00.678" v="4815" actId="478"/>
          <ac:spMkLst>
            <pc:docMk/>
            <pc:sldMk cId="0" sldId="305"/>
            <ac:spMk id="6" creationId="{00000000-0000-0000-0000-000000000000}"/>
          </ac:spMkLst>
        </pc:spChg>
        <pc:picChg chg="mod">
          <ac:chgData name="janghoon jun" userId="056a5883350c2f5e" providerId="LiveId" clId="{6DA654A6-03B0-40F7-A259-B276216985A6}" dt="2026-07-08T06:23:04.129" v="4816" actId="14100"/>
          <ac:picMkLst>
            <pc:docMk/>
            <pc:sldMk cId="0" sldId="305"/>
            <ac:picMk id="4" creationId="{00000000-0000-0000-0000-000000000000}"/>
          </ac:picMkLst>
        </pc:picChg>
        <pc:picChg chg="mod">
          <ac:chgData name="janghoon jun" userId="056a5883350c2f5e" providerId="LiveId" clId="{6DA654A6-03B0-40F7-A259-B276216985A6}" dt="2026-07-08T06:23:10.546" v="4819" actId="14100"/>
          <ac:picMkLst>
            <pc:docMk/>
            <pc:sldMk cId="0" sldId="305"/>
            <ac:picMk id="5" creationId="{00000000-0000-0000-0000-000000000000}"/>
          </ac:picMkLst>
        </pc:picChg>
      </pc:sldChg>
      <pc:sldChg chg="delSp modSp mod">
        <pc:chgData name="janghoon jun" userId="056a5883350c2f5e" providerId="LiveId" clId="{6DA654A6-03B0-40F7-A259-B276216985A6}" dt="2026-07-08T06:28:25.796" v="4936" actId="20577"/>
        <pc:sldMkLst>
          <pc:docMk/>
          <pc:sldMk cId="0" sldId="306"/>
        </pc:sldMkLst>
        <pc:spChg chg="mod">
          <ac:chgData name="janghoon jun" userId="056a5883350c2f5e" providerId="LiveId" clId="{6DA654A6-03B0-40F7-A259-B276216985A6}" dt="2026-07-08T06:28:25.796" v="4936" actId="20577"/>
          <ac:spMkLst>
            <pc:docMk/>
            <pc:sldMk cId="0" sldId="306"/>
            <ac:spMk id="2" creationId="{00000000-0000-0000-0000-000000000000}"/>
          </ac:spMkLst>
        </pc:spChg>
        <pc:spChg chg="del">
          <ac:chgData name="janghoon jun" userId="056a5883350c2f5e" providerId="LiveId" clId="{6DA654A6-03B0-40F7-A259-B276216985A6}" dt="2026-07-08T06:23:33.656" v="4821" actId="478"/>
          <ac:spMkLst>
            <pc:docMk/>
            <pc:sldMk cId="0" sldId="306"/>
            <ac:spMk id="5" creationId="{00000000-0000-0000-0000-000000000000}"/>
          </ac:spMkLst>
        </pc:spChg>
      </pc:sldChg>
      <pc:sldChg chg="addSp delSp modSp del mod">
        <pc:chgData name="janghoon jun" userId="056a5883350c2f5e" providerId="LiveId" clId="{6DA654A6-03B0-40F7-A259-B276216985A6}" dt="2026-07-08T06:25:18.838" v="4929" actId="47"/>
        <pc:sldMkLst>
          <pc:docMk/>
          <pc:sldMk cId="0" sldId="307"/>
        </pc:sldMkLst>
        <pc:spChg chg="mod">
          <ac:chgData name="janghoon jun" userId="056a5883350c2f5e" providerId="LiveId" clId="{6DA654A6-03B0-40F7-A259-B276216985A6}" dt="2026-07-08T06:23:52.993" v="4907" actId="6549"/>
          <ac:spMkLst>
            <pc:docMk/>
            <pc:sldMk cId="0" sldId="307"/>
            <ac:spMk id="2" creationId="{00000000-0000-0000-0000-000000000000}"/>
          </ac:spMkLst>
        </pc:spChg>
        <pc:spChg chg="del mod">
          <ac:chgData name="janghoon jun" userId="056a5883350c2f5e" providerId="LiveId" clId="{6DA654A6-03B0-40F7-A259-B276216985A6}" dt="2026-07-08T06:24:01.441" v="4918" actId="478"/>
          <ac:spMkLst>
            <pc:docMk/>
            <pc:sldMk cId="0" sldId="307"/>
            <ac:spMk id="3" creationId="{00000000-0000-0000-0000-000000000000}"/>
          </ac:spMkLst>
        </pc:spChg>
        <pc:spChg chg="del">
          <ac:chgData name="janghoon jun" userId="056a5883350c2f5e" providerId="LiveId" clId="{6DA654A6-03B0-40F7-A259-B276216985A6}" dt="2026-07-08T06:24:03.555" v="4920" actId="478"/>
          <ac:spMkLst>
            <pc:docMk/>
            <pc:sldMk cId="0" sldId="307"/>
            <ac:spMk id="5" creationId="{00000000-0000-0000-0000-000000000000}"/>
          </ac:spMkLst>
        </pc:spChg>
        <pc:spChg chg="add del mod">
          <ac:chgData name="janghoon jun" userId="056a5883350c2f5e" providerId="LiveId" clId="{6DA654A6-03B0-40F7-A259-B276216985A6}" dt="2026-07-08T06:24:02.292" v="4919" actId="478"/>
          <ac:spMkLst>
            <pc:docMk/>
            <pc:sldMk cId="0" sldId="307"/>
            <ac:spMk id="7" creationId="{80589D9D-D937-A28F-F45F-6161331CE005}"/>
          </ac:spMkLst>
        </pc:spChg>
        <pc:picChg chg="mod">
          <ac:chgData name="janghoon jun" userId="056a5883350c2f5e" providerId="LiveId" clId="{6DA654A6-03B0-40F7-A259-B276216985A6}" dt="2026-07-08T06:24:12.513" v="4922" actId="1076"/>
          <ac:picMkLst>
            <pc:docMk/>
            <pc:sldMk cId="0" sldId="307"/>
            <ac:picMk id="4" creationId="{00000000-0000-0000-0000-000000000000}"/>
          </ac:picMkLst>
        </pc:picChg>
        <pc:picChg chg="add mod modCrop">
          <ac:chgData name="janghoon jun" userId="056a5883350c2f5e" providerId="LiveId" clId="{6DA654A6-03B0-40F7-A259-B276216985A6}" dt="2026-07-08T06:25:00.478" v="4928" actId="1076"/>
          <ac:picMkLst>
            <pc:docMk/>
            <pc:sldMk cId="0" sldId="307"/>
            <ac:picMk id="9" creationId="{DF9DC526-FEAB-8E33-98AD-AB55ED1274EE}"/>
          </ac:picMkLst>
        </pc:picChg>
      </pc:sldChg>
      <pc:sldChg chg="modSp del mod">
        <pc:chgData name="janghoon jun" userId="056a5883350c2f5e" providerId="LiveId" clId="{6DA654A6-03B0-40F7-A259-B276216985A6}" dt="2026-07-08T06:25:20.532" v="4930" actId="47"/>
        <pc:sldMkLst>
          <pc:docMk/>
          <pc:sldMk cId="0" sldId="308"/>
        </pc:sldMkLst>
        <pc:spChg chg="mod">
          <ac:chgData name="janghoon jun" userId="056a5883350c2f5e" providerId="LiveId" clId="{6DA654A6-03B0-40F7-A259-B276216985A6}" dt="2026-07-08T05:34:25.445" v="3746" actId="27636"/>
          <ac:spMkLst>
            <pc:docMk/>
            <pc:sldMk cId="0" sldId="308"/>
            <ac:spMk id="2" creationId="{00000000-0000-0000-0000-000000000000}"/>
          </ac:spMkLst>
        </pc:spChg>
      </pc:sldChg>
      <pc:sldChg chg="delSp modSp mod">
        <pc:chgData name="janghoon jun" userId="056a5883350c2f5e" providerId="LiveId" clId="{6DA654A6-03B0-40F7-A259-B276216985A6}" dt="2026-07-08T06:28:34.549" v="4939" actId="20577"/>
        <pc:sldMkLst>
          <pc:docMk/>
          <pc:sldMk cId="0" sldId="309"/>
        </pc:sldMkLst>
        <pc:spChg chg="mod">
          <ac:chgData name="janghoon jun" userId="056a5883350c2f5e" providerId="LiveId" clId="{6DA654A6-03B0-40F7-A259-B276216985A6}" dt="2026-07-08T06:28:34.549" v="4939" actId="20577"/>
          <ac:spMkLst>
            <pc:docMk/>
            <pc:sldMk cId="0" sldId="309"/>
            <ac:spMk id="2" creationId="{00000000-0000-0000-0000-000000000000}"/>
          </ac:spMkLst>
        </pc:spChg>
        <pc:spChg chg="del">
          <ac:chgData name="janghoon jun" userId="056a5883350c2f5e" providerId="LiveId" clId="{6DA654A6-03B0-40F7-A259-B276216985A6}" dt="2026-07-08T06:26:01.838" v="4931" actId="478"/>
          <ac:spMkLst>
            <pc:docMk/>
            <pc:sldMk cId="0" sldId="309"/>
            <ac:spMk id="5" creationId="{00000000-0000-0000-0000-000000000000}"/>
          </ac:spMkLst>
        </pc:spChg>
      </pc:sldChg>
      <pc:sldChg chg="delSp modSp mod">
        <pc:chgData name="janghoon jun" userId="056a5883350c2f5e" providerId="LiveId" clId="{6DA654A6-03B0-40F7-A259-B276216985A6}" dt="2026-07-08T06:28:58.742" v="5021" actId="478"/>
        <pc:sldMkLst>
          <pc:docMk/>
          <pc:sldMk cId="0" sldId="310"/>
        </pc:sldMkLst>
        <pc:spChg chg="mod">
          <ac:chgData name="janghoon jun" userId="056a5883350c2f5e" providerId="LiveId" clId="{6DA654A6-03B0-40F7-A259-B276216985A6}" dt="2026-07-08T06:28:41.357" v="4979" actId="6549"/>
          <ac:spMkLst>
            <pc:docMk/>
            <pc:sldMk cId="0" sldId="310"/>
            <ac:spMk id="2" creationId="{00000000-0000-0000-0000-000000000000}"/>
          </ac:spMkLst>
        </pc:spChg>
        <pc:spChg chg="del">
          <ac:chgData name="janghoon jun" userId="056a5883350c2f5e" providerId="LiveId" clId="{6DA654A6-03B0-40F7-A259-B276216985A6}" dt="2026-07-08T06:28:58.742" v="5021" actId="478"/>
          <ac:spMkLst>
            <pc:docMk/>
            <pc:sldMk cId="0" sldId="310"/>
            <ac:spMk id="5" creationId="{00000000-0000-0000-0000-000000000000}"/>
          </ac:spMkLst>
        </pc:spChg>
      </pc:sldChg>
      <pc:sldChg chg="delSp modSp mod">
        <pc:chgData name="janghoon jun" userId="056a5883350c2f5e" providerId="LiveId" clId="{6DA654A6-03B0-40F7-A259-B276216985A6}" dt="2026-07-08T06:28:56.236" v="5020" actId="478"/>
        <pc:sldMkLst>
          <pc:docMk/>
          <pc:sldMk cId="0" sldId="311"/>
        </pc:sldMkLst>
        <pc:spChg chg="mod">
          <ac:chgData name="janghoon jun" userId="056a5883350c2f5e" providerId="LiveId" clId="{6DA654A6-03B0-40F7-A259-B276216985A6}" dt="2026-07-08T06:28:52.390" v="5019" actId="6549"/>
          <ac:spMkLst>
            <pc:docMk/>
            <pc:sldMk cId="0" sldId="311"/>
            <ac:spMk id="2" creationId="{00000000-0000-0000-0000-000000000000}"/>
          </ac:spMkLst>
        </pc:spChg>
        <pc:spChg chg="del">
          <ac:chgData name="janghoon jun" userId="056a5883350c2f5e" providerId="LiveId" clId="{6DA654A6-03B0-40F7-A259-B276216985A6}" dt="2026-07-08T06:28:56.236" v="5020" actId="478"/>
          <ac:spMkLst>
            <pc:docMk/>
            <pc:sldMk cId="0" sldId="311"/>
            <ac:spMk id="5" creationId="{00000000-0000-0000-0000-000000000000}"/>
          </ac:spMkLst>
        </pc:spChg>
      </pc:sldChg>
      <pc:sldChg chg="modSp mod">
        <pc:chgData name="janghoon jun" userId="056a5883350c2f5e" providerId="LiveId" clId="{6DA654A6-03B0-40F7-A259-B276216985A6}" dt="2026-07-08T06:29:38.996" v="5061" actId="6549"/>
        <pc:sldMkLst>
          <pc:docMk/>
          <pc:sldMk cId="0" sldId="312"/>
        </pc:sldMkLst>
        <pc:spChg chg="mod">
          <ac:chgData name="janghoon jun" userId="056a5883350c2f5e" providerId="LiveId" clId="{6DA654A6-03B0-40F7-A259-B276216985A6}" dt="2026-07-08T06:29:38.996" v="5061" actId="6549"/>
          <ac:spMkLst>
            <pc:docMk/>
            <pc:sldMk cId="0" sldId="312"/>
            <ac:spMk id="2" creationId="{00000000-0000-0000-0000-000000000000}"/>
          </ac:spMkLst>
        </pc:spChg>
      </pc:sldChg>
      <pc:sldChg chg="modSp mod">
        <pc:chgData name="janghoon jun" userId="056a5883350c2f5e" providerId="LiveId" clId="{6DA654A6-03B0-40F7-A259-B276216985A6}" dt="2026-07-08T06:33:14.694" v="5223" actId="2711"/>
        <pc:sldMkLst>
          <pc:docMk/>
          <pc:sldMk cId="0" sldId="313"/>
        </pc:sldMkLst>
        <pc:graphicFrameChg chg="modGraphic">
          <ac:chgData name="janghoon jun" userId="056a5883350c2f5e" providerId="LiveId" clId="{6DA654A6-03B0-40F7-A259-B276216985A6}" dt="2026-07-08T06:33:14.694" v="5223" actId="2711"/>
          <ac:graphicFrameMkLst>
            <pc:docMk/>
            <pc:sldMk cId="0" sldId="313"/>
            <ac:graphicFrameMk id="4" creationId="{00000000-0000-0000-0000-000000000000}"/>
          </ac:graphicFrameMkLst>
        </pc:graphicFrameChg>
      </pc:sldChg>
      <pc:sldChg chg="delSp modSp mod">
        <pc:chgData name="janghoon jun" userId="056a5883350c2f5e" providerId="LiveId" clId="{6DA654A6-03B0-40F7-A259-B276216985A6}" dt="2026-07-08T06:33:44.719" v="5228" actId="478"/>
        <pc:sldMkLst>
          <pc:docMk/>
          <pc:sldMk cId="0" sldId="314"/>
        </pc:sldMkLst>
        <pc:spChg chg="del mod">
          <ac:chgData name="janghoon jun" userId="056a5883350c2f5e" providerId="LiveId" clId="{6DA654A6-03B0-40F7-A259-B276216985A6}" dt="2026-07-08T06:33:44.719" v="5228" actId="478"/>
          <ac:spMkLst>
            <pc:docMk/>
            <pc:sldMk cId="0" sldId="314"/>
            <ac:spMk id="5" creationId="{00000000-0000-0000-0000-000000000000}"/>
          </ac:spMkLst>
        </pc:spChg>
      </pc:sldChg>
      <pc:sldChg chg="addSp delSp modSp add del mod">
        <pc:chgData name="janghoon jun" userId="056a5883350c2f5e" providerId="LiveId" clId="{6DA654A6-03B0-40F7-A259-B276216985A6}" dt="2026-07-08T05:44:53.427" v="4108" actId="47"/>
        <pc:sldMkLst>
          <pc:docMk/>
          <pc:sldMk cId="3040168571" sldId="315"/>
        </pc:sldMkLst>
        <pc:spChg chg="mod">
          <ac:chgData name="janghoon jun" userId="056a5883350c2f5e" providerId="LiveId" clId="{6DA654A6-03B0-40F7-A259-B276216985A6}" dt="2026-07-08T05:44:36.150" v="4104" actId="20577"/>
          <ac:spMkLst>
            <pc:docMk/>
            <pc:sldMk cId="3040168571" sldId="315"/>
            <ac:spMk id="4" creationId="{5C1159C3-0DBA-3776-19CD-A028CCA8A5B5}"/>
          </ac:spMkLst>
        </pc:spChg>
        <pc:spChg chg="mod">
          <ac:chgData name="janghoon jun" userId="056a5883350c2f5e" providerId="LiveId" clId="{6DA654A6-03B0-40F7-A259-B276216985A6}" dt="2026-07-08T05:44:37.631" v="4106" actId="20577"/>
          <ac:spMkLst>
            <pc:docMk/>
            <pc:sldMk cId="3040168571" sldId="315"/>
            <ac:spMk id="5" creationId="{ED61727B-1D68-D0AE-A162-78CFCF7DCEAD}"/>
          </ac:spMkLst>
        </pc:spChg>
        <pc:spChg chg="mod">
          <ac:chgData name="janghoon jun" userId="056a5883350c2f5e" providerId="LiveId" clId="{6DA654A6-03B0-40F7-A259-B276216985A6}" dt="2026-07-08T05:44:25.185" v="4101" actId="164"/>
          <ac:spMkLst>
            <pc:docMk/>
            <pc:sldMk cId="3040168571" sldId="315"/>
            <ac:spMk id="6" creationId="{197E1DD0-7F36-5BE9-1551-B6C6D0980C6C}"/>
          </ac:spMkLst>
        </pc:spChg>
        <pc:spChg chg="del">
          <ac:chgData name="janghoon jun" userId="056a5883350c2f5e" providerId="LiveId" clId="{6DA654A6-03B0-40F7-A259-B276216985A6}" dt="2026-07-08T05:44:06.128" v="4098" actId="478"/>
          <ac:spMkLst>
            <pc:docMk/>
            <pc:sldMk cId="3040168571" sldId="315"/>
            <ac:spMk id="7" creationId="{5737FCF3-0772-0AB4-9091-4164478F3A0F}"/>
          </ac:spMkLst>
        </pc:spChg>
        <pc:grpChg chg="add mod">
          <ac:chgData name="janghoon jun" userId="056a5883350c2f5e" providerId="LiveId" clId="{6DA654A6-03B0-40F7-A259-B276216985A6}" dt="2026-07-08T05:44:42.768" v="4107" actId="1076"/>
          <ac:grpSpMkLst>
            <pc:docMk/>
            <pc:sldMk cId="3040168571" sldId="315"/>
            <ac:grpSpMk id="8" creationId="{4D48FF70-B7C3-7DD0-7C99-EBB6B4EF433D}"/>
          </ac:grpSpMkLst>
        </pc:grpChg>
      </pc:sldChg>
      <pc:sldChg chg="modSp mod modNotesTx">
        <pc:chgData name="janghoon jun" userId="056a5883350c2f5e" providerId="LiveId" clId="{6DA654A6-03B0-40F7-A259-B276216985A6}" dt="2026-07-07T05:53:07.441" v="2954" actId="27636"/>
        <pc:sldMkLst>
          <pc:docMk/>
          <pc:sldMk cId="4271007981" sldId="524"/>
        </pc:sldMkLst>
        <pc:spChg chg="mod">
          <ac:chgData name="janghoon jun" userId="056a5883350c2f5e" providerId="LiveId" clId="{6DA654A6-03B0-40F7-A259-B276216985A6}" dt="2026-07-07T05:53:07.441" v="2954" actId="27636"/>
          <ac:spMkLst>
            <pc:docMk/>
            <pc:sldMk cId="4271007981" sldId="524"/>
            <ac:spMk id="3" creationId="{B2A4B13E-D4FF-F6EF-0421-904F6E47B818}"/>
          </ac:spMkLst>
        </pc:spChg>
      </pc:sldChg>
      <pc:sldChg chg="modSp mod modNotesTx">
        <pc:chgData name="janghoon jun" userId="056a5883350c2f5e" providerId="LiveId" clId="{6DA654A6-03B0-40F7-A259-B276216985A6}" dt="2026-07-07T06:20:30.284" v="3349" actId="20577"/>
        <pc:sldMkLst>
          <pc:docMk/>
          <pc:sldMk cId="217966962" sldId="551"/>
        </pc:sldMkLst>
        <pc:spChg chg="mod">
          <ac:chgData name="janghoon jun" userId="056a5883350c2f5e" providerId="LiveId" clId="{6DA654A6-03B0-40F7-A259-B276216985A6}" dt="2026-07-07T06:20:30.284" v="3349" actId="20577"/>
          <ac:spMkLst>
            <pc:docMk/>
            <pc:sldMk cId="217966962" sldId="551"/>
            <ac:spMk id="7" creationId="{1085DB8A-F2FD-AB70-F0B6-F5E8612C16E3}"/>
          </ac:spMkLst>
        </pc:spChg>
      </pc:sldChg>
      <pc:sldChg chg="addSp delSp modSp mod modNotesTx">
        <pc:chgData name="janghoon jun" userId="056a5883350c2f5e" providerId="LiveId" clId="{6DA654A6-03B0-40F7-A259-B276216985A6}" dt="2026-07-07T06:27:42.391" v="3726" actId="20577"/>
        <pc:sldMkLst>
          <pc:docMk/>
          <pc:sldMk cId="862864859" sldId="584"/>
        </pc:sldMkLst>
        <pc:spChg chg="add del mod">
          <ac:chgData name="janghoon jun" userId="056a5883350c2f5e" providerId="LiveId" clId="{6DA654A6-03B0-40F7-A259-B276216985A6}" dt="2026-07-07T06:02:23.247" v="3232" actId="478"/>
          <ac:spMkLst>
            <pc:docMk/>
            <pc:sldMk cId="862864859" sldId="584"/>
            <ac:spMk id="5" creationId="{28370CC8-5180-4116-2C69-517CC8C77A8D}"/>
          </ac:spMkLst>
        </pc:spChg>
        <pc:spChg chg="add mod">
          <ac:chgData name="janghoon jun" userId="056a5883350c2f5e" providerId="LiveId" clId="{6DA654A6-03B0-40F7-A259-B276216985A6}" dt="2026-07-07T06:21:01.467" v="3352" actId="20577"/>
          <ac:spMkLst>
            <pc:docMk/>
            <pc:sldMk cId="862864859" sldId="584"/>
            <ac:spMk id="6" creationId="{D62C2986-0880-73A6-0030-011944A6C073}"/>
          </ac:spMkLst>
        </pc:spChg>
        <pc:spChg chg="add mod">
          <ac:chgData name="janghoon jun" userId="056a5883350c2f5e" providerId="LiveId" clId="{6DA654A6-03B0-40F7-A259-B276216985A6}" dt="2026-07-07T06:21:59.539" v="3433" actId="20577"/>
          <ac:spMkLst>
            <pc:docMk/>
            <pc:sldMk cId="862864859" sldId="584"/>
            <ac:spMk id="7" creationId="{1BB855DF-B6D6-F963-7960-07D55D35BC6B}"/>
          </ac:spMkLst>
        </pc:spChg>
        <pc:spChg chg="add mod">
          <ac:chgData name="janghoon jun" userId="056a5883350c2f5e" providerId="LiveId" clId="{6DA654A6-03B0-40F7-A259-B276216985A6}" dt="2026-07-07T06:27:13.315" v="3577" actId="1076"/>
          <ac:spMkLst>
            <pc:docMk/>
            <pc:sldMk cId="862864859" sldId="584"/>
            <ac:spMk id="8" creationId="{40F74CA7-2F41-1E0A-0766-642D831862A7}"/>
          </ac:spMkLst>
        </pc:spChg>
        <pc:spChg chg="add mod">
          <ac:chgData name="janghoon jun" userId="056a5883350c2f5e" providerId="LiveId" clId="{6DA654A6-03B0-40F7-A259-B276216985A6}" dt="2026-07-07T06:27:42.391" v="3726" actId="20577"/>
          <ac:spMkLst>
            <pc:docMk/>
            <pc:sldMk cId="862864859" sldId="584"/>
            <ac:spMk id="9" creationId="{E233841F-ECA5-7C95-3F36-3EC2D4BA9590}"/>
          </ac:spMkLst>
        </pc:spChg>
      </pc:sldChg>
      <pc:sldChg chg="addSp delSp modSp add del mod modNotesTx">
        <pc:chgData name="janghoon jun" userId="056a5883350c2f5e" providerId="LiveId" clId="{6DA654A6-03B0-40F7-A259-B276216985A6}" dt="2026-07-07T06:02:24.296" v="3233" actId="47"/>
        <pc:sldMkLst>
          <pc:docMk/>
          <pc:sldMk cId="789029597" sldId="585"/>
        </pc:sldMkLst>
      </pc:sldChg>
      <pc:sldChg chg="addSp delSp modSp add del mod modNotesTx">
        <pc:chgData name="janghoon jun" userId="056a5883350c2f5e" providerId="LiveId" clId="{6DA654A6-03B0-40F7-A259-B276216985A6}" dt="2026-07-07T06:02:26.061" v="3235" actId="47"/>
        <pc:sldMkLst>
          <pc:docMk/>
          <pc:sldMk cId="2035868554" sldId="586"/>
        </pc:sldMkLst>
      </pc:sldChg>
      <pc:sldChg chg="addSp delSp modSp add del mod modNotesTx">
        <pc:chgData name="janghoon jun" userId="056a5883350c2f5e" providerId="LiveId" clId="{6DA654A6-03B0-40F7-A259-B276216985A6}" dt="2026-07-07T06:02:26.715" v="3236" actId="47"/>
        <pc:sldMkLst>
          <pc:docMk/>
          <pc:sldMk cId="3194503239" sldId="587"/>
        </pc:sldMkLst>
      </pc:sldChg>
      <pc:sldChg chg="addSp delSp modSp add del mod modNotesTx">
        <pc:chgData name="janghoon jun" userId="056a5883350c2f5e" providerId="LiveId" clId="{6DA654A6-03B0-40F7-A259-B276216985A6}" dt="2026-07-07T06:02:27.390" v="3237" actId="47"/>
        <pc:sldMkLst>
          <pc:docMk/>
          <pc:sldMk cId="1704474408" sldId="588"/>
        </pc:sldMkLst>
      </pc:sldChg>
      <pc:sldChg chg="addSp modSp add del mod modNotesTx">
        <pc:chgData name="janghoon jun" userId="056a5883350c2f5e" providerId="LiveId" clId="{6DA654A6-03B0-40F7-A259-B276216985A6}" dt="2026-07-07T06:02:28.071" v="3238" actId="47"/>
        <pc:sldMkLst>
          <pc:docMk/>
          <pc:sldMk cId="2813930619" sldId="589"/>
        </pc:sldMkLst>
      </pc:sldChg>
      <pc:sldChg chg="modSp add del mod modNotesTx">
        <pc:chgData name="janghoon jun" userId="056a5883350c2f5e" providerId="LiveId" clId="{6DA654A6-03B0-40F7-A259-B276216985A6}" dt="2026-07-07T06:02:28.703" v="3239" actId="47"/>
        <pc:sldMkLst>
          <pc:docMk/>
          <pc:sldMk cId="397103809" sldId="590"/>
        </pc:sldMkLst>
      </pc:sldChg>
      <pc:sldChg chg="addSp modSp add del mod modNotesTx">
        <pc:chgData name="janghoon jun" userId="056a5883350c2f5e" providerId="LiveId" clId="{6DA654A6-03B0-40F7-A259-B276216985A6}" dt="2026-07-07T06:02:29.327" v="3240" actId="47"/>
        <pc:sldMkLst>
          <pc:docMk/>
          <pc:sldMk cId="1793991331" sldId="591"/>
        </pc:sldMkLst>
      </pc:sldChg>
      <pc:sldChg chg="addSp delSp modSp add del mod modNotesTx">
        <pc:chgData name="janghoon jun" userId="056a5883350c2f5e" providerId="LiveId" clId="{6DA654A6-03B0-40F7-A259-B276216985A6}" dt="2026-07-07T06:02:29.958" v="3241" actId="47"/>
        <pc:sldMkLst>
          <pc:docMk/>
          <pc:sldMk cId="2857516297" sldId="592"/>
        </pc:sldMkLst>
      </pc:sldChg>
      <pc:sldChg chg="addSp delSp modSp add del mod modNotesTx">
        <pc:chgData name="janghoon jun" userId="056a5883350c2f5e" providerId="LiveId" clId="{6DA654A6-03B0-40F7-A259-B276216985A6}" dt="2026-07-07T06:02:30.666" v="3242" actId="47"/>
        <pc:sldMkLst>
          <pc:docMk/>
          <pc:sldMk cId="264417426" sldId="593"/>
        </pc:sldMkLst>
      </pc:sldChg>
      <pc:sldChg chg="addSp modSp add del mod modNotesTx">
        <pc:chgData name="janghoon jun" userId="056a5883350c2f5e" providerId="LiveId" clId="{6DA654A6-03B0-40F7-A259-B276216985A6}" dt="2026-07-07T06:02:31.412" v="3243" actId="47"/>
        <pc:sldMkLst>
          <pc:docMk/>
          <pc:sldMk cId="1066384288" sldId="594"/>
        </pc:sldMkLst>
      </pc:sldChg>
      <pc:sldChg chg="addSp modSp add del mod modNotesTx">
        <pc:chgData name="janghoon jun" userId="056a5883350c2f5e" providerId="LiveId" clId="{6DA654A6-03B0-40F7-A259-B276216985A6}" dt="2026-07-07T06:02:32.098" v="3244" actId="47"/>
        <pc:sldMkLst>
          <pc:docMk/>
          <pc:sldMk cId="3674311941" sldId="595"/>
        </pc:sldMkLst>
      </pc:sldChg>
      <pc:sldChg chg="modSp add del mod modNotesTx">
        <pc:chgData name="janghoon jun" userId="056a5883350c2f5e" providerId="LiveId" clId="{6DA654A6-03B0-40F7-A259-B276216985A6}" dt="2026-07-07T06:02:32.801" v="3245" actId="47"/>
        <pc:sldMkLst>
          <pc:docMk/>
          <pc:sldMk cId="1262180545" sldId="596"/>
        </pc:sldMkLst>
      </pc:sldChg>
      <pc:sldChg chg="addSp delSp modSp add mod modNotesTx">
        <pc:chgData name="janghoon jun" userId="056a5883350c2f5e" providerId="LiveId" clId="{6DA654A6-03B0-40F7-A259-B276216985A6}" dt="2026-07-07T06:02:36.272" v="3246" actId="478"/>
        <pc:sldMkLst>
          <pc:docMk/>
          <pc:sldMk cId="2313877190" sldId="597"/>
        </pc:sldMkLst>
        <pc:spChg chg="del mod">
          <ac:chgData name="janghoon jun" userId="056a5883350c2f5e" providerId="LiveId" clId="{6DA654A6-03B0-40F7-A259-B276216985A6}" dt="2026-07-07T06:02:36.272" v="3246" actId="478"/>
          <ac:spMkLst>
            <pc:docMk/>
            <pc:sldMk cId="2313877190" sldId="597"/>
            <ac:spMk id="5" creationId="{47F256C7-7695-EA58-29A7-614CC7465766}"/>
          </ac:spMkLst>
        </pc:spChg>
        <pc:spChg chg="add mod">
          <ac:chgData name="janghoon jun" userId="056a5883350c2f5e" providerId="LiveId" clId="{6DA654A6-03B0-40F7-A259-B276216985A6}" dt="2026-07-07T06:02:36.272" v="3246" actId="478"/>
          <ac:spMkLst>
            <pc:docMk/>
            <pc:sldMk cId="2313877190" sldId="597"/>
            <ac:spMk id="6" creationId="{2277A352-DBDD-00CE-BE2E-4167D2776516}"/>
          </ac:spMkLst>
        </pc:spChg>
      </pc:sldChg>
      <pc:sldChg chg="modSp add del mod modNotesTx">
        <pc:chgData name="janghoon jun" userId="056a5883350c2f5e" providerId="LiveId" clId="{6DA654A6-03B0-40F7-A259-B276216985A6}" dt="2026-07-07T05:52:26.398" v="2919" actId="47"/>
        <pc:sldMkLst>
          <pc:docMk/>
          <pc:sldMk cId="1376043223" sldId="598"/>
        </pc:sldMkLst>
      </pc:sldChg>
      <pc:sldChg chg="addSp modSp add del mod modNotesTx">
        <pc:chgData name="janghoon jun" userId="056a5883350c2f5e" providerId="LiveId" clId="{6DA654A6-03B0-40F7-A259-B276216985A6}" dt="2026-07-07T06:02:25.336" v="3234" actId="47"/>
        <pc:sldMkLst>
          <pc:docMk/>
          <pc:sldMk cId="1647113666" sldId="5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KoPub돋움체 Medium" panose="00000600000000000000" pitchFamily="2" charset="-127"/>
                <a:ea typeface="KoPub돋움체 Medium" panose="00000600000000000000" pitchFamily="2" charset="-127"/>
              </a:defRPr>
            </a:lvl1pPr>
          </a:lstStyle>
          <a:p>
            <a:fld id="{33074436-1BEA-4F09-AD5C-9DF87C96BF5A}" type="datetimeFigureOut">
              <a:rPr lang="ko-KR" altLang="en-US" smtClean="0"/>
              <a:pPr/>
              <a:t>2026-07-15</a:t>
            </a:fld>
            <a:endParaRPr lang="ko-KR" alt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KoPub돋움체 Medium" panose="00000600000000000000" pitchFamily="2" charset="-127"/>
                <a:ea typeface="KoPub돋움체 Medium" panose="00000600000000000000" pitchFamily="2" charset="-127"/>
              </a:defRPr>
            </a:lvl1pPr>
          </a:lstStyle>
          <a:p>
            <a:fld id="{433C9518-700F-4811-95BB-24DAF3FA92F2}" type="slidenum">
              <a:rPr lang="ko-KR" altLang="en-US" smtClean="0"/>
              <a:pPr/>
              <a:t>‹#›</a:t>
            </a:fld>
            <a:endParaRPr lang="ko-KR" altLang="en-US" dirty="0"/>
          </a:p>
        </p:txBody>
      </p:sp>
    </p:spTree>
    <p:extLst>
      <p:ext uri="{BB962C8B-B14F-4D97-AF65-F5344CB8AC3E}">
        <p14:creationId xmlns:p14="http://schemas.microsoft.com/office/powerpoint/2010/main" val="25776494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KoPub돋움체 Medium" panose="00000600000000000000" pitchFamily="2" charset="-127"/>
        <a:ea typeface="KoPub돋움체 Medium" panose="00000600000000000000" pitchFamily="2" charset="-127"/>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지난주 미팅 이후 진행된 연구 내용을 말씀드리겠습니다.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일단</a:t>
            </a:r>
            <a:r>
              <a:rPr dirty="0"/>
              <a:t> </a:t>
            </a:r>
            <a:r>
              <a:rPr dirty="0" err="1"/>
              <a:t>지난주에</a:t>
            </a:r>
            <a:r>
              <a:rPr dirty="0"/>
              <a:t> </a:t>
            </a:r>
            <a:r>
              <a:rPr dirty="0" err="1"/>
              <a:t>말씀드리려고</a:t>
            </a:r>
            <a:r>
              <a:rPr dirty="0"/>
              <a:t> </a:t>
            </a:r>
            <a:r>
              <a:rPr dirty="0" err="1"/>
              <a:t>했던</a:t>
            </a:r>
            <a:r>
              <a:rPr dirty="0"/>
              <a:t> </a:t>
            </a:r>
            <a:r>
              <a:rPr dirty="0" err="1"/>
              <a:t>내용인데요</a:t>
            </a:r>
            <a:r>
              <a:rPr dirty="0"/>
              <a:t>. </a:t>
            </a:r>
            <a:r>
              <a:rPr dirty="0" err="1"/>
              <a:t>핵심</a:t>
            </a:r>
            <a:r>
              <a:rPr dirty="0"/>
              <a:t> </a:t>
            </a:r>
            <a:r>
              <a:rPr dirty="0" err="1"/>
              <a:t>알고리즘만</a:t>
            </a:r>
            <a:r>
              <a:rPr dirty="0"/>
              <a:t> </a:t>
            </a:r>
            <a:r>
              <a:rPr dirty="0" err="1"/>
              <a:t>간단히</a:t>
            </a:r>
            <a:r>
              <a:rPr dirty="0"/>
              <a:t> </a:t>
            </a:r>
            <a:r>
              <a:rPr dirty="0" err="1"/>
              <a:t>말씀드리겠습니다</a:t>
            </a:r>
            <a:r>
              <a:rPr dirty="0"/>
              <a:t>.</a:t>
            </a:r>
          </a:p>
          <a:p>
            <a:endParaRPr dirty="0"/>
          </a:p>
          <a:p>
            <a:r>
              <a:rPr dirty="0"/>
              <a:t>Part </a:t>
            </a:r>
            <a:r>
              <a:rPr dirty="0" err="1"/>
              <a:t>A는</a:t>
            </a:r>
            <a:r>
              <a:rPr dirty="0"/>
              <a:t>, Region </a:t>
            </a:r>
            <a:r>
              <a:rPr dirty="0" err="1"/>
              <a:t>Scout와</a:t>
            </a:r>
            <a:r>
              <a:rPr dirty="0"/>
              <a:t> 4-Branch </a:t>
            </a:r>
            <a:r>
              <a:rPr dirty="0" err="1"/>
              <a:t>패턴</a:t>
            </a:r>
            <a:r>
              <a:rPr dirty="0"/>
              <a:t> </a:t>
            </a:r>
            <a:r>
              <a:rPr dirty="0" err="1"/>
              <a:t>전수탐색으로</a:t>
            </a:r>
            <a:r>
              <a:rPr dirty="0"/>
              <a:t> </a:t>
            </a:r>
            <a:r>
              <a:rPr dirty="0" err="1"/>
              <a:t>사람이</a:t>
            </a:r>
            <a:r>
              <a:rPr dirty="0"/>
              <a:t> </a:t>
            </a:r>
            <a:r>
              <a:rPr dirty="0" err="1"/>
              <a:t>눈으로</a:t>
            </a:r>
            <a:r>
              <a:rPr dirty="0"/>
              <a:t> </a:t>
            </a:r>
            <a:r>
              <a:rPr dirty="0" err="1"/>
              <a:t>이해할</a:t>
            </a:r>
            <a:r>
              <a:rPr dirty="0"/>
              <a:t> 수 </a:t>
            </a:r>
            <a:r>
              <a:rPr dirty="0" err="1"/>
              <a:t>있는</a:t>
            </a:r>
            <a:r>
              <a:rPr dirty="0"/>
              <a:t> 4개 </a:t>
            </a:r>
            <a:r>
              <a:rPr dirty="0" err="1"/>
              <a:t>구간</a:t>
            </a:r>
            <a:r>
              <a:rPr dirty="0"/>
              <a:t> </a:t>
            </a:r>
            <a:r>
              <a:rPr dirty="0" err="1"/>
              <a:t>규칙을</a:t>
            </a:r>
            <a:r>
              <a:rPr dirty="0"/>
              <a:t> </a:t>
            </a:r>
            <a:r>
              <a:rPr dirty="0" err="1"/>
              <a:t>먼저</a:t>
            </a:r>
            <a:r>
              <a:rPr dirty="0"/>
              <a:t> </a:t>
            </a:r>
            <a:r>
              <a:rPr dirty="0" err="1"/>
              <a:t>확정하고</a:t>
            </a:r>
            <a:r>
              <a:rPr dirty="0"/>
              <a:t>, </a:t>
            </a:r>
            <a:r>
              <a:rPr dirty="0" err="1"/>
              <a:t>같은</a:t>
            </a:r>
            <a:r>
              <a:rPr dirty="0"/>
              <a:t> </a:t>
            </a:r>
            <a:r>
              <a:rPr dirty="0" err="1"/>
              <a:t>구간에서</a:t>
            </a:r>
            <a:r>
              <a:rPr dirty="0"/>
              <a:t> </a:t>
            </a:r>
            <a:r>
              <a:rPr dirty="0" err="1"/>
              <a:t>CNN이</a:t>
            </a:r>
            <a:r>
              <a:rPr dirty="0"/>
              <a:t> 이 </a:t>
            </a:r>
            <a:r>
              <a:rPr dirty="0" err="1"/>
              <a:t>규칙의</a:t>
            </a:r>
            <a:r>
              <a:rPr dirty="0"/>
              <a:t> </a:t>
            </a:r>
            <a:r>
              <a:rPr dirty="0" err="1"/>
              <a:t>판정을</a:t>
            </a:r>
            <a:r>
              <a:rPr dirty="0"/>
              <a:t> </a:t>
            </a:r>
            <a:r>
              <a:rPr dirty="0" err="1"/>
              <a:t>그대로</a:t>
            </a:r>
            <a:r>
              <a:rPr dirty="0"/>
              <a:t> </a:t>
            </a:r>
            <a:r>
              <a:rPr dirty="0" err="1"/>
              <a:t>따라</a:t>
            </a:r>
            <a:r>
              <a:rPr dirty="0"/>
              <a:t> </a:t>
            </a:r>
            <a:r>
              <a:rPr dirty="0" err="1"/>
              <a:t>배우게</a:t>
            </a:r>
            <a:r>
              <a:rPr dirty="0"/>
              <a:t> </a:t>
            </a:r>
            <a:r>
              <a:rPr dirty="0" err="1"/>
              <a:t>해서</a:t>
            </a:r>
            <a:r>
              <a:rPr dirty="0"/>
              <a:t> </a:t>
            </a:r>
            <a:r>
              <a:rPr dirty="0" err="1"/>
              <a:t>독립적으로</a:t>
            </a:r>
            <a:r>
              <a:rPr dirty="0"/>
              <a:t> </a:t>
            </a:r>
            <a:r>
              <a:rPr dirty="0" err="1"/>
              <a:t>같은</a:t>
            </a:r>
            <a:r>
              <a:rPr dirty="0"/>
              <a:t> </a:t>
            </a:r>
            <a:r>
              <a:rPr dirty="0" err="1"/>
              <a:t>결론이</a:t>
            </a:r>
            <a:r>
              <a:rPr dirty="0"/>
              <a:t> </a:t>
            </a:r>
            <a:r>
              <a:rPr dirty="0" err="1"/>
              <a:t>나오는지</a:t>
            </a:r>
            <a:r>
              <a:rPr dirty="0"/>
              <a:t> </a:t>
            </a:r>
            <a:r>
              <a:rPr dirty="0" err="1"/>
              <a:t>교차검증하는</a:t>
            </a:r>
            <a:r>
              <a:rPr dirty="0"/>
              <a:t> CNN-mimic </a:t>
            </a:r>
            <a:r>
              <a:rPr dirty="0" err="1"/>
              <a:t>Gate로</a:t>
            </a:r>
            <a:r>
              <a:rPr dirty="0"/>
              <a:t> </a:t>
            </a:r>
            <a:r>
              <a:rPr dirty="0" err="1"/>
              <a:t>이어집니다</a:t>
            </a:r>
            <a:r>
              <a:rPr dirty="0"/>
              <a:t>.</a:t>
            </a:r>
          </a:p>
          <a:p>
            <a:endParaRPr dirty="0"/>
          </a:p>
          <a:p>
            <a:r>
              <a:rPr dirty="0"/>
              <a:t>Part </a:t>
            </a:r>
            <a:r>
              <a:rPr dirty="0" err="1"/>
              <a:t>B는</a:t>
            </a:r>
            <a:r>
              <a:rPr dirty="0"/>
              <a:t> 이 teacher-mimic </a:t>
            </a:r>
            <a:r>
              <a:rPr dirty="0" err="1"/>
              <a:t>원리를</a:t>
            </a:r>
            <a:r>
              <a:rPr dirty="0"/>
              <a:t> </a:t>
            </a:r>
            <a:r>
              <a:rPr dirty="0" err="1"/>
              <a:t>그대로</a:t>
            </a:r>
            <a:r>
              <a:rPr dirty="0"/>
              <a:t> </a:t>
            </a:r>
            <a:r>
              <a:rPr dirty="0" err="1"/>
              <a:t>이어받아서</a:t>
            </a:r>
            <a:r>
              <a:rPr dirty="0"/>
              <a:t>, </a:t>
            </a:r>
            <a:r>
              <a:rPr dirty="0" err="1"/>
              <a:t>이진</a:t>
            </a:r>
            <a:r>
              <a:rPr dirty="0"/>
              <a:t> </a:t>
            </a:r>
            <a:r>
              <a:rPr dirty="0" err="1"/>
              <a:t>판정에서</a:t>
            </a:r>
            <a:r>
              <a:rPr dirty="0"/>
              <a:t> </a:t>
            </a:r>
            <a:r>
              <a:rPr dirty="0" err="1"/>
              <a:t>끝나지</a:t>
            </a:r>
            <a:r>
              <a:rPr dirty="0"/>
              <a:t> </a:t>
            </a:r>
            <a:r>
              <a:rPr dirty="0" err="1"/>
              <a:t>않고</a:t>
            </a:r>
            <a:r>
              <a:rPr dirty="0"/>
              <a:t> Stage 3·4까지 </a:t>
            </a:r>
            <a:r>
              <a:rPr dirty="0" err="1"/>
              <a:t>확장해</a:t>
            </a:r>
            <a:r>
              <a:rPr dirty="0"/>
              <a:t> </a:t>
            </a:r>
            <a:r>
              <a:rPr dirty="0" err="1"/>
              <a:t>환자를</a:t>
            </a:r>
            <a:r>
              <a:rPr dirty="0"/>
              <a:t> </a:t>
            </a:r>
            <a:r>
              <a:rPr dirty="0" err="1"/>
              <a:t>위험도별로</a:t>
            </a:r>
            <a:r>
              <a:rPr dirty="0"/>
              <a:t> </a:t>
            </a:r>
            <a:r>
              <a:rPr dirty="0" err="1"/>
              <a:t>세분화하는</a:t>
            </a:r>
            <a:r>
              <a:rPr dirty="0"/>
              <a:t> </a:t>
            </a:r>
            <a:r>
              <a:rPr dirty="0" err="1"/>
              <a:t>자동화</a:t>
            </a:r>
            <a:r>
              <a:rPr dirty="0"/>
              <a:t> </a:t>
            </a:r>
            <a:r>
              <a:rPr dirty="0" err="1"/>
              <a:t>파이프라인입니다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DE676-F129-0D4F-F33D-13311B6F8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BA91C-33DA-2450-AAE7-80A3FD27398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56E9138-E100-0B16-0E57-577FB2EEA2F6}"/>
              </a:ext>
            </a:extLst>
          </p:cNvPr>
          <p:cNvSpPr>
            <a:spLocks noGrp="1"/>
          </p:cNvSpPr>
          <p:nvPr>
            <p:ph type="body" sz="quarter" idx="3"/>
          </p:nvPr>
        </p:nvSpPr>
        <p:spPr/>
        <p:txBody>
          <a:bodyPr/>
          <a:lstStyle/>
          <a:p>
            <a:r>
              <a:rPr dirty="0" err="1"/>
              <a:t>이번</a:t>
            </a:r>
            <a:r>
              <a:rPr dirty="0"/>
              <a:t> </a:t>
            </a:r>
            <a:r>
              <a:rPr dirty="0" err="1"/>
              <a:t>주에</a:t>
            </a:r>
            <a:r>
              <a:rPr dirty="0"/>
              <a:t> </a:t>
            </a:r>
            <a:r>
              <a:rPr dirty="0" err="1"/>
              <a:t>진행한</a:t>
            </a:r>
            <a:r>
              <a:rPr dirty="0"/>
              <a:t> </a:t>
            </a:r>
            <a:r>
              <a:rPr dirty="0" err="1"/>
              <a:t>연구에</a:t>
            </a:r>
            <a:r>
              <a:rPr dirty="0"/>
              <a:t> </a:t>
            </a:r>
            <a:r>
              <a:rPr dirty="0" err="1"/>
              <a:t>대해</a:t>
            </a:r>
            <a:r>
              <a:rPr dirty="0"/>
              <a:t> </a:t>
            </a:r>
            <a:r>
              <a:rPr dirty="0" err="1"/>
              <a:t>말씀드리겠습니다</a:t>
            </a:r>
            <a:r>
              <a:rPr dirty="0"/>
              <a:t>. </a:t>
            </a:r>
            <a:r>
              <a:rPr dirty="0" err="1"/>
              <a:t>AEC가</a:t>
            </a:r>
            <a:r>
              <a:rPr dirty="0"/>
              <a:t> Clinic </a:t>
            </a:r>
            <a:r>
              <a:rPr dirty="0" err="1"/>
              <a:t>Data와</a:t>
            </a:r>
            <a:r>
              <a:rPr dirty="0"/>
              <a:t> </a:t>
            </a:r>
            <a:r>
              <a:rPr dirty="0" err="1"/>
              <a:t>그룹별로</a:t>
            </a:r>
            <a:r>
              <a:rPr dirty="0"/>
              <a:t> </a:t>
            </a:r>
            <a:r>
              <a:rPr dirty="0" err="1"/>
              <a:t>얼마나</a:t>
            </a:r>
            <a:r>
              <a:rPr dirty="0"/>
              <a:t> </a:t>
            </a:r>
            <a:r>
              <a:rPr dirty="0" err="1"/>
              <a:t>다른</a:t>
            </a:r>
            <a:r>
              <a:rPr dirty="0"/>
              <a:t> </a:t>
            </a:r>
            <a:r>
              <a:rPr dirty="0" err="1"/>
              <a:t>모양을</a:t>
            </a:r>
            <a:r>
              <a:rPr dirty="0"/>
              <a:t> </a:t>
            </a:r>
            <a:r>
              <a:rPr dirty="0" err="1"/>
              <a:t>보이는지</a:t>
            </a:r>
            <a:r>
              <a:rPr dirty="0"/>
              <a:t> </a:t>
            </a:r>
            <a:r>
              <a:rPr dirty="0" err="1"/>
              <a:t>다시</a:t>
            </a:r>
            <a:r>
              <a:rPr dirty="0"/>
              <a:t> </a:t>
            </a:r>
            <a:r>
              <a:rPr dirty="0" err="1"/>
              <a:t>한번</a:t>
            </a:r>
            <a:r>
              <a:rPr dirty="0"/>
              <a:t> </a:t>
            </a:r>
            <a:r>
              <a:rPr dirty="0" err="1"/>
              <a:t>시각화로</a:t>
            </a:r>
            <a:r>
              <a:rPr dirty="0"/>
              <a:t> </a:t>
            </a:r>
            <a:r>
              <a:rPr dirty="0" err="1"/>
              <a:t>확인한</a:t>
            </a:r>
            <a:r>
              <a:rPr dirty="0"/>
              <a:t> </a:t>
            </a:r>
            <a:r>
              <a:rPr dirty="0" err="1"/>
              <a:t>결과</a:t>
            </a:r>
            <a:r>
              <a:rPr dirty="0"/>
              <a:t>, </a:t>
            </a:r>
            <a:r>
              <a:rPr dirty="0" err="1"/>
              <a:t>대부분의</a:t>
            </a:r>
            <a:r>
              <a:rPr dirty="0"/>
              <a:t> Clinic </a:t>
            </a:r>
            <a:r>
              <a:rPr dirty="0" err="1"/>
              <a:t>정보가</a:t>
            </a:r>
            <a:r>
              <a:rPr dirty="0"/>
              <a:t> </a:t>
            </a:r>
            <a:r>
              <a:rPr dirty="0" err="1"/>
              <a:t>이미</a:t>
            </a:r>
            <a:r>
              <a:rPr dirty="0"/>
              <a:t> AEC </a:t>
            </a:r>
            <a:r>
              <a:rPr dirty="0" err="1"/>
              <a:t>데이터에</a:t>
            </a:r>
            <a:r>
              <a:rPr dirty="0"/>
              <a:t> </a:t>
            </a:r>
            <a:r>
              <a:rPr dirty="0" err="1"/>
              <a:t>함유되어</a:t>
            </a:r>
            <a:r>
              <a:rPr dirty="0"/>
              <a:t> </a:t>
            </a:r>
            <a:r>
              <a:rPr dirty="0" err="1"/>
              <a:t>있다는</a:t>
            </a:r>
            <a:r>
              <a:rPr dirty="0"/>
              <a:t> </a:t>
            </a:r>
            <a:r>
              <a:rPr dirty="0" err="1"/>
              <a:t>결론을</a:t>
            </a:r>
            <a:r>
              <a:rPr dirty="0"/>
              <a:t> </a:t>
            </a:r>
            <a:r>
              <a:rPr dirty="0" err="1"/>
              <a:t>내렸습니다</a:t>
            </a:r>
            <a:r>
              <a:rPr dirty="0"/>
              <a:t>.</a:t>
            </a:r>
            <a:endParaRPr lang="en-US" dirty="0"/>
          </a:p>
          <a:p>
            <a:r>
              <a:rPr dirty="0" err="1"/>
              <a:t>그래서</a:t>
            </a:r>
            <a:r>
              <a:rPr dirty="0"/>
              <a:t> </a:t>
            </a:r>
            <a:r>
              <a:rPr dirty="0" err="1"/>
              <a:t>Clinic과</a:t>
            </a:r>
            <a:r>
              <a:rPr dirty="0"/>
              <a:t> AEC </a:t>
            </a:r>
            <a:r>
              <a:rPr dirty="0" err="1"/>
              <a:t>간의</a:t>
            </a:r>
            <a:r>
              <a:rPr dirty="0"/>
              <a:t> </a:t>
            </a:r>
            <a:r>
              <a:rPr dirty="0" err="1"/>
              <a:t>Residual을</a:t>
            </a:r>
            <a:r>
              <a:rPr dirty="0"/>
              <a:t> </a:t>
            </a:r>
            <a:r>
              <a:rPr dirty="0" err="1"/>
              <a:t>계산해서</a:t>
            </a:r>
            <a:r>
              <a:rPr dirty="0"/>
              <a:t> </a:t>
            </a:r>
            <a:r>
              <a:rPr dirty="0" err="1"/>
              <a:t>Input으로</a:t>
            </a:r>
            <a:r>
              <a:rPr dirty="0"/>
              <a:t> </a:t>
            </a:r>
            <a:r>
              <a:rPr dirty="0" err="1"/>
              <a:t>사용하는</a:t>
            </a:r>
            <a:r>
              <a:rPr dirty="0"/>
              <a:t> </a:t>
            </a:r>
            <a:r>
              <a:rPr dirty="0" err="1"/>
              <a:t>방식으로</a:t>
            </a:r>
            <a:r>
              <a:rPr dirty="0"/>
              <a:t> </a:t>
            </a:r>
            <a:r>
              <a:rPr dirty="0" err="1"/>
              <a:t>연구를</a:t>
            </a:r>
            <a:r>
              <a:rPr dirty="0"/>
              <a:t> </a:t>
            </a:r>
            <a:r>
              <a:rPr dirty="0" err="1"/>
              <a:t>진행했습니다</a:t>
            </a:r>
            <a:r>
              <a:rPr dirty="0"/>
              <a:t>.</a:t>
            </a:r>
            <a:endParaRPr lang="en-US" dirty="0"/>
          </a:p>
          <a:p>
            <a:r>
              <a:rPr dirty="0" err="1"/>
              <a:t>전체</a:t>
            </a:r>
            <a:r>
              <a:rPr dirty="0"/>
              <a:t> </a:t>
            </a:r>
            <a:r>
              <a:rPr dirty="0" err="1"/>
              <a:t>구조는</a:t>
            </a:r>
            <a:r>
              <a:rPr dirty="0"/>
              <a:t> Clinic </a:t>
            </a:r>
            <a:r>
              <a:rPr dirty="0" err="1"/>
              <a:t>데이터만으로</a:t>
            </a:r>
            <a:r>
              <a:rPr dirty="0"/>
              <a:t> 1차 </a:t>
            </a:r>
            <a:r>
              <a:rPr dirty="0" err="1"/>
              <a:t>분류를</a:t>
            </a:r>
            <a:r>
              <a:rPr dirty="0"/>
              <a:t> </a:t>
            </a:r>
            <a:r>
              <a:rPr dirty="0" err="1"/>
              <a:t>하고</a:t>
            </a:r>
            <a:r>
              <a:rPr dirty="0"/>
              <a:t>, </a:t>
            </a:r>
            <a:r>
              <a:rPr dirty="0" err="1"/>
              <a:t>여기서</a:t>
            </a:r>
            <a:r>
              <a:rPr dirty="0"/>
              <a:t> </a:t>
            </a:r>
            <a:r>
              <a:rPr dirty="0" err="1"/>
              <a:t>Positive로</a:t>
            </a:r>
            <a:r>
              <a:rPr dirty="0"/>
              <a:t> </a:t>
            </a:r>
            <a:r>
              <a:rPr dirty="0" err="1"/>
              <a:t>나온</a:t>
            </a:r>
            <a:r>
              <a:rPr dirty="0"/>
              <a:t> </a:t>
            </a:r>
            <a:r>
              <a:rPr dirty="0" err="1"/>
              <a:t>데이터만</a:t>
            </a:r>
            <a:r>
              <a:rPr dirty="0"/>
              <a:t> 2차 </a:t>
            </a:r>
            <a:r>
              <a:rPr dirty="0" err="1"/>
              <a:t>분류에</a:t>
            </a:r>
            <a:r>
              <a:rPr dirty="0"/>
              <a:t> </a:t>
            </a:r>
            <a:r>
              <a:rPr dirty="0" err="1"/>
              <a:t>사용하는</a:t>
            </a:r>
            <a:r>
              <a:rPr dirty="0"/>
              <a:t> </a:t>
            </a:r>
            <a:r>
              <a:rPr dirty="0" err="1"/>
              <a:t>방식입니다</a:t>
            </a:r>
            <a:r>
              <a:rPr dirty="0"/>
              <a:t>.</a:t>
            </a:r>
            <a:endParaRPr lang="en-US" dirty="0"/>
          </a:p>
          <a:p>
            <a:r>
              <a:rPr dirty="0"/>
              <a:t>이 Stage-2 </a:t>
            </a:r>
            <a:r>
              <a:rPr dirty="0" err="1"/>
              <a:t>알고리즘이</a:t>
            </a:r>
            <a:r>
              <a:rPr dirty="0"/>
              <a:t> </a:t>
            </a:r>
            <a:r>
              <a:rPr dirty="0" err="1"/>
              <a:t>핵심인데</a:t>
            </a:r>
            <a:r>
              <a:rPr dirty="0"/>
              <a:t>, PCA </a:t>
            </a:r>
            <a:r>
              <a:rPr dirty="0" err="1"/>
              <a:t>방법과</a:t>
            </a:r>
            <a:r>
              <a:rPr dirty="0"/>
              <a:t> 1D-CNN </a:t>
            </a:r>
            <a:r>
              <a:rPr dirty="0" err="1"/>
              <a:t>방법</a:t>
            </a:r>
            <a:r>
              <a:rPr dirty="0"/>
              <a:t> 등 </a:t>
            </a:r>
            <a:r>
              <a:rPr dirty="0" err="1"/>
              <a:t>여러</a:t>
            </a:r>
            <a:r>
              <a:rPr dirty="0"/>
              <a:t> </a:t>
            </a:r>
            <a:r>
              <a:rPr dirty="0" err="1"/>
              <a:t>케이스로</a:t>
            </a:r>
            <a:r>
              <a:rPr dirty="0"/>
              <a:t> </a:t>
            </a:r>
            <a:r>
              <a:rPr dirty="0" err="1"/>
              <a:t>비교했고</a:t>
            </a:r>
            <a:r>
              <a:rPr dirty="0"/>
              <a:t>, 각 </a:t>
            </a:r>
            <a:r>
              <a:rPr dirty="0" err="1"/>
              <a:t>케이스의</a:t>
            </a:r>
            <a:r>
              <a:rPr dirty="0"/>
              <a:t> </a:t>
            </a:r>
            <a:r>
              <a:rPr dirty="0" err="1"/>
              <a:t>결과는</a:t>
            </a:r>
            <a:r>
              <a:rPr dirty="0"/>
              <a:t> NI </a:t>
            </a:r>
            <a:r>
              <a:rPr dirty="0" err="1"/>
              <a:t>Test로</a:t>
            </a:r>
            <a:r>
              <a:rPr dirty="0"/>
              <a:t> </a:t>
            </a:r>
            <a:r>
              <a:rPr dirty="0" err="1"/>
              <a:t>검증했습니다</a:t>
            </a:r>
            <a:r>
              <a:rPr dirty="0"/>
              <a:t>.</a:t>
            </a:r>
            <a:endParaRPr lang="en-US" dirty="0"/>
          </a:p>
          <a:p>
            <a:r>
              <a:rPr dirty="0"/>
              <a:t>NI </a:t>
            </a:r>
            <a:r>
              <a:rPr dirty="0" err="1"/>
              <a:t>Test는</a:t>
            </a:r>
            <a:r>
              <a:rPr dirty="0"/>
              <a:t> </a:t>
            </a:r>
            <a:r>
              <a:rPr dirty="0" err="1"/>
              <a:t>새로운</a:t>
            </a:r>
            <a:r>
              <a:rPr dirty="0"/>
              <a:t> </a:t>
            </a:r>
            <a:r>
              <a:rPr dirty="0" err="1"/>
              <a:t>방법이</a:t>
            </a:r>
            <a:r>
              <a:rPr dirty="0"/>
              <a:t> </a:t>
            </a:r>
            <a:r>
              <a:rPr dirty="0" err="1"/>
              <a:t>기존</a:t>
            </a:r>
            <a:r>
              <a:rPr dirty="0"/>
              <a:t> </a:t>
            </a:r>
            <a:r>
              <a:rPr dirty="0" err="1"/>
              <a:t>표준</a:t>
            </a:r>
            <a:r>
              <a:rPr dirty="0"/>
              <a:t> </a:t>
            </a:r>
            <a:r>
              <a:rPr dirty="0" err="1"/>
              <a:t>방법보다</a:t>
            </a:r>
            <a:r>
              <a:rPr dirty="0"/>
              <a:t> </a:t>
            </a:r>
            <a:r>
              <a:rPr dirty="0" err="1"/>
              <a:t>임상적으로</a:t>
            </a:r>
            <a:r>
              <a:rPr dirty="0"/>
              <a:t> </a:t>
            </a:r>
            <a:r>
              <a:rPr dirty="0" err="1"/>
              <a:t>일정</a:t>
            </a:r>
            <a:r>
              <a:rPr dirty="0"/>
              <a:t> </a:t>
            </a:r>
            <a:r>
              <a:rPr dirty="0" err="1"/>
              <a:t>수준</a:t>
            </a:r>
            <a:r>
              <a:rPr dirty="0"/>
              <a:t> </a:t>
            </a:r>
            <a:r>
              <a:rPr dirty="0" err="1"/>
              <a:t>이상</a:t>
            </a:r>
            <a:r>
              <a:rPr dirty="0"/>
              <a:t> </a:t>
            </a:r>
            <a:r>
              <a:rPr dirty="0" err="1"/>
              <a:t>떨어지지</a:t>
            </a:r>
            <a:r>
              <a:rPr dirty="0"/>
              <a:t> </a:t>
            </a:r>
            <a:r>
              <a:rPr dirty="0" err="1"/>
              <a:t>않는다는</a:t>
            </a:r>
            <a:r>
              <a:rPr dirty="0"/>
              <a:t> </a:t>
            </a:r>
            <a:r>
              <a:rPr dirty="0" err="1"/>
              <a:t>것을</a:t>
            </a:r>
            <a:r>
              <a:rPr dirty="0"/>
              <a:t> </a:t>
            </a:r>
            <a:r>
              <a:rPr dirty="0" err="1"/>
              <a:t>입증하는</a:t>
            </a:r>
            <a:r>
              <a:rPr dirty="0"/>
              <a:t> </a:t>
            </a:r>
            <a:r>
              <a:rPr dirty="0" err="1"/>
              <a:t>통계적</a:t>
            </a:r>
            <a:r>
              <a:rPr dirty="0"/>
              <a:t> </a:t>
            </a:r>
            <a:r>
              <a:rPr dirty="0" err="1"/>
              <a:t>검정</a:t>
            </a:r>
            <a:r>
              <a:rPr dirty="0"/>
              <a:t> </a:t>
            </a:r>
            <a:r>
              <a:rPr dirty="0" err="1"/>
              <a:t>방법입니다</a:t>
            </a:r>
            <a:r>
              <a:rPr dirty="0"/>
              <a:t>.</a:t>
            </a:r>
            <a:endParaRPr lang="en-US" dirty="0"/>
          </a:p>
          <a:p>
            <a:r>
              <a:rPr dirty="0" err="1"/>
              <a:t>최종적으로는</a:t>
            </a:r>
            <a:r>
              <a:rPr dirty="0"/>
              <a:t> 1D-CNN으로 </a:t>
            </a:r>
            <a:r>
              <a:rPr dirty="0" err="1"/>
              <a:t>학습한</a:t>
            </a:r>
            <a:r>
              <a:rPr dirty="0"/>
              <a:t> </a:t>
            </a:r>
            <a:r>
              <a:rPr dirty="0" err="1"/>
              <a:t>케이스가</a:t>
            </a:r>
            <a:r>
              <a:rPr dirty="0"/>
              <a:t> </a:t>
            </a:r>
            <a:r>
              <a:rPr dirty="0" err="1"/>
              <a:t>Internal·External</a:t>
            </a:r>
            <a:r>
              <a:rPr dirty="0"/>
              <a:t> </a:t>
            </a:r>
            <a:r>
              <a:rPr dirty="0" err="1"/>
              <a:t>데이터를</a:t>
            </a:r>
            <a:r>
              <a:rPr dirty="0"/>
              <a:t> </a:t>
            </a:r>
            <a:r>
              <a:rPr dirty="0" err="1"/>
              <a:t>종합했을</a:t>
            </a:r>
            <a:r>
              <a:rPr dirty="0"/>
              <a:t> 때 </a:t>
            </a:r>
            <a:r>
              <a:rPr dirty="0" err="1"/>
              <a:t>특이도</a:t>
            </a:r>
            <a:r>
              <a:rPr dirty="0"/>
              <a:t> </a:t>
            </a:r>
            <a:r>
              <a:rPr dirty="0" err="1"/>
              <a:t>향상</a:t>
            </a:r>
            <a:r>
              <a:rPr dirty="0"/>
              <a:t> </a:t>
            </a:r>
            <a:r>
              <a:rPr dirty="0" err="1"/>
              <a:t>폭이</a:t>
            </a:r>
            <a:r>
              <a:rPr dirty="0"/>
              <a:t> </a:t>
            </a:r>
            <a:r>
              <a:rPr dirty="0" err="1"/>
              <a:t>가장</a:t>
            </a:r>
            <a:r>
              <a:rPr dirty="0"/>
              <a:t> </a:t>
            </a:r>
            <a:r>
              <a:rPr dirty="0" err="1"/>
              <a:t>좋았습니다</a:t>
            </a:r>
            <a:r>
              <a:rPr dirty="0"/>
              <a:t>.</a:t>
            </a:r>
          </a:p>
        </p:txBody>
      </p:sp>
      <p:sp>
        <p:nvSpPr>
          <p:cNvPr id="4" name="Slide Number Placeholder 3">
            <a:extLst>
              <a:ext uri="{FF2B5EF4-FFF2-40B4-BE49-F238E27FC236}">
                <a16:creationId xmlns:a16="http://schemas.microsoft.com/office/drawing/2014/main" id="{89C7E585-1FEB-80A6-C4E9-CEF9A530C59B}"/>
              </a:ext>
            </a:extLst>
          </p:cNvPr>
          <p:cNvSpPr>
            <a:spLocks noGrp="1"/>
          </p:cNvSpPr>
          <p:nvPr>
            <p:ph type="sldNum" sz="quarter" idx="5"/>
          </p:nvPr>
        </p:nvSpPr>
        <p:spPr/>
      </p:sp>
    </p:spTree>
    <p:extLst>
      <p:ext uri="{BB962C8B-B14F-4D97-AF65-F5344CB8AC3E}">
        <p14:creationId xmlns:p14="http://schemas.microsoft.com/office/powerpoint/2010/main" val="2206909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E6E10-9EEF-2FAA-9930-0E1C628F6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A9EF1-3473-FAF6-1508-5B2CB478F80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29ECE74-B0D3-F48D-17D8-4D9361A55B1E}"/>
              </a:ext>
            </a:extLst>
          </p:cNvPr>
          <p:cNvSpPr>
            <a:spLocks noGrp="1"/>
          </p:cNvSpPr>
          <p:nvPr>
            <p:ph type="body" sz="quarter" idx="3"/>
          </p:nvPr>
        </p:nvSpPr>
        <p:spPr/>
        <p:txBody>
          <a:bodyPr/>
          <a:lstStyle/>
          <a:p>
            <a:r>
              <a:t>Clinic 변수별로 AEC Curve를 비교해봤을 때, 대부분의 변수에서 유의한 차이가 나타나는 것을 확인했습니다. 특히 성별, 나이, TAMA, BMI 같은 변수에서는 곡선의 높이와 모양이 뚜렷하게 갈라졌습니다. 반면 정작 저희가 보고 싶었던 Low-SMI 여부로 나눠보면 곡선이 거의 겹쳐서 구분이 잘 안 되는데, 이는 다른 임상변수들의 교란 효과에 Low-SMI 신호가 묻혀 있기 때문이라고 판단했습니다. 그래서 다음 슬라이드에서 이 교란을 제거하는 Residual화 작업을 진행하게 됩니다.</a:t>
            </a:r>
          </a:p>
        </p:txBody>
      </p:sp>
      <p:sp>
        <p:nvSpPr>
          <p:cNvPr id="4" name="Slide Number Placeholder 3">
            <a:extLst>
              <a:ext uri="{FF2B5EF4-FFF2-40B4-BE49-F238E27FC236}">
                <a16:creationId xmlns:a16="http://schemas.microsoft.com/office/drawing/2014/main" id="{13DBAC77-75A7-E25B-D42D-A498C5D69158}"/>
              </a:ext>
            </a:extLst>
          </p:cNvPr>
          <p:cNvSpPr>
            <a:spLocks noGrp="1"/>
          </p:cNvSpPr>
          <p:nvPr>
            <p:ph type="sldNum" sz="quarter" idx="5"/>
          </p:nvPr>
        </p:nvSpPr>
        <p:spPr/>
      </p:sp>
    </p:spTree>
    <p:extLst>
      <p:ext uri="{BB962C8B-B14F-4D97-AF65-F5344CB8AC3E}">
        <p14:creationId xmlns:p14="http://schemas.microsoft.com/office/powerpoint/2010/main" val="1588976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FAD48-E024-FB11-0D0B-7F17E3E06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72C73-CD5E-D5B7-1860-A8799DB739F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7E76399-B90A-F7DF-CDFE-BFE0E9806A8D}"/>
              </a:ext>
            </a:extLst>
          </p:cNvPr>
          <p:cNvSpPr>
            <a:spLocks noGrp="1"/>
          </p:cNvSpPr>
          <p:nvPr>
            <p:ph type="body" sz="quarter" idx="3"/>
          </p:nvPr>
        </p:nvSpPr>
        <p:spPr/>
        <p:txBody>
          <a:bodyPr/>
          <a:lstStyle/>
          <a:p>
            <a:r>
              <a:t>그래서 Stage-2에 사용할 Input을 Clinic과 AEC 결합으로 구성할 때, 정보를 중복해서 넣을 필요가 없다고 판단해 Residual 방식을 적용했습니다. Residual을 사용하면 Clinic 변수로 인한 교란 정보를 제거해서 Clinic과의 상관성이 낮은 데이터로 만들 수 있습니다. Step 2a를 보시면 정규화만 한 상태에서는 Low-SMI와 Non-low SMI 곡선이 거의 겹쳐서 구분이 잘 안 되는데, 이게 바로 앞 슬라이드에서 말씀드린 Simpson's paradox입니다. Step 2b처럼 나이·키·몸무게·성별의 영향을 제거하고 나면 두 그룹의 곡선이 뚜렷하게 갈라지는 것을 확인할 수 있습니다. Step 3에서는 이 잔차 곡선에 PCA를 적용해 설명력 90%와 95%에 해당하는 k값을 확인했습니다.</a:t>
            </a:r>
          </a:p>
        </p:txBody>
      </p:sp>
      <p:sp>
        <p:nvSpPr>
          <p:cNvPr id="4" name="Slide Number Placeholder 3">
            <a:extLst>
              <a:ext uri="{FF2B5EF4-FFF2-40B4-BE49-F238E27FC236}">
                <a16:creationId xmlns:a16="http://schemas.microsoft.com/office/drawing/2014/main" id="{2613073B-2CC8-68BA-AE75-D85C13AAA92A}"/>
              </a:ext>
            </a:extLst>
          </p:cNvPr>
          <p:cNvSpPr>
            <a:spLocks noGrp="1"/>
          </p:cNvSpPr>
          <p:nvPr>
            <p:ph type="sldNum" sz="quarter" idx="5"/>
          </p:nvPr>
        </p:nvSpPr>
        <p:spPr/>
      </p:sp>
    </p:spTree>
    <p:extLst>
      <p:ext uri="{BB962C8B-B14F-4D97-AF65-F5344CB8AC3E}">
        <p14:creationId xmlns:p14="http://schemas.microsoft.com/office/powerpoint/2010/main" val="1067460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127EA-DB53-0301-0ACD-39763E95F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F611E-21FB-8AA8-ECB2-7F8B7030495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75DE818-1386-6F94-27FF-C5AEAB6771AA}"/>
              </a:ext>
            </a:extLst>
          </p:cNvPr>
          <p:cNvSpPr>
            <a:spLocks noGrp="1"/>
          </p:cNvSpPr>
          <p:nvPr>
            <p:ph type="body" sz="quarter" idx="3"/>
          </p:nvPr>
        </p:nvSpPr>
        <p:spPr/>
        <p:txBody>
          <a:bodyPr/>
          <a:lstStyle/>
          <a:p>
            <a:r>
              <a:t>Stage-1에서 나온 분류 결과입니다. Clinic Data만으로 분류한 결과인데, 여기서 Predict Positive로 분류된 데이터만 Stage-2에 사용됩니다. FN은 데이터 수가 많지 않아 결과를 개선할 뾰족한 방법이 없다고 판단했고, 대신 FP, 즉 위양성 비율을 최대한 줄여서 PPV를 높이는 것이 이번 연구의 핵심 포인트입니다.</a:t>
            </a:r>
          </a:p>
        </p:txBody>
      </p:sp>
      <p:sp>
        <p:nvSpPr>
          <p:cNvPr id="4" name="Slide Number Placeholder 3">
            <a:extLst>
              <a:ext uri="{FF2B5EF4-FFF2-40B4-BE49-F238E27FC236}">
                <a16:creationId xmlns:a16="http://schemas.microsoft.com/office/drawing/2014/main" id="{B72AE8E6-DCA5-B91C-154B-33F9AEF13956}"/>
              </a:ext>
            </a:extLst>
          </p:cNvPr>
          <p:cNvSpPr>
            <a:spLocks noGrp="1"/>
          </p:cNvSpPr>
          <p:nvPr>
            <p:ph type="sldNum" sz="quarter" idx="5"/>
          </p:nvPr>
        </p:nvSpPr>
        <p:spPr/>
      </p:sp>
    </p:spTree>
    <p:extLst>
      <p:ext uri="{BB962C8B-B14F-4D97-AF65-F5344CB8AC3E}">
        <p14:creationId xmlns:p14="http://schemas.microsoft.com/office/powerpoint/2010/main" val="3599385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89915-7163-C604-BCE6-53CD40D82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B2C4C-263F-8CBB-1952-1E9AE406871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E25AF0C-38C9-B466-EF7D-E7D1D5175051}"/>
              </a:ext>
            </a:extLst>
          </p:cNvPr>
          <p:cNvSpPr>
            <a:spLocks noGrp="1"/>
          </p:cNvSpPr>
          <p:nvPr>
            <p:ph type="body" sz="quarter" idx="3"/>
          </p:nvPr>
        </p:nvSpPr>
        <p:spPr/>
        <p:txBody>
          <a:bodyPr/>
          <a:lstStyle/>
          <a:p>
            <a:r>
              <a:rPr dirty="0"/>
              <a:t>이 </a:t>
            </a:r>
            <a:r>
              <a:rPr dirty="0" err="1"/>
              <a:t>비교</a:t>
            </a:r>
            <a:r>
              <a:rPr dirty="0"/>
              <a:t> </a:t>
            </a:r>
            <a:r>
              <a:rPr dirty="0" err="1"/>
              <a:t>차트는</a:t>
            </a:r>
            <a:r>
              <a:rPr dirty="0"/>
              <a:t> </a:t>
            </a:r>
            <a:r>
              <a:rPr dirty="0" err="1"/>
              <a:t>Clinic만</a:t>
            </a:r>
            <a:r>
              <a:rPr dirty="0"/>
              <a:t> </a:t>
            </a:r>
            <a:r>
              <a:rPr dirty="0" err="1"/>
              <a:t>사용했을</a:t>
            </a:r>
            <a:r>
              <a:rPr dirty="0"/>
              <a:t> </a:t>
            </a:r>
            <a:r>
              <a:rPr dirty="0" err="1"/>
              <a:t>때와</a:t>
            </a:r>
            <a:r>
              <a:rPr dirty="0"/>
              <a:t> Clinic + </a:t>
            </a:r>
            <a:r>
              <a:rPr dirty="0" err="1"/>
              <a:t>AEC를</a:t>
            </a:r>
            <a:r>
              <a:rPr dirty="0"/>
              <a:t> </a:t>
            </a:r>
            <a:r>
              <a:rPr dirty="0" err="1"/>
              <a:t>함께</a:t>
            </a:r>
            <a:r>
              <a:rPr dirty="0"/>
              <a:t> </a:t>
            </a:r>
            <a:r>
              <a:rPr dirty="0" err="1"/>
              <a:t>사용했을</a:t>
            </a:r>
            <a:r>
              <a:rPr dirty="0"/>
              <a:t> </a:t>
            </a:r>
            <a:r>
              <a:rPr dirty="0" err="1"/>
              <a:t>때의</a:t>
            </a:r>
            <a:r>
              <a:rPr dirty="0"/>
              <a:t> </a:t>
            </a:r>
            <a:r>
              <a:rPr dirty="0" err="1"/>
              <a:t>결과</a:t>
            </a:r>
            <a:r>
              <a:rPr dirty="0"/>
              <a:t> </a:t>
            </a:r>
            <a:r>
              <a:rPr dirty="0" err="1"/>
              <a:t>지표를</a:t>
            </a:r>
            <a:r>
              <a:rPr dirty="0"/>
              <a:t> </a:t>
            </a:r>
            <a:r>
              <a:rPr dirty="0" err="1"/>
              <a:t>간단히</a:t>
            </a:r>
            <a:r>
              <a:rPr dirty="0"/>
              <a:t> </a:t>
            </a:r>
            <a:r>
              <a:rPr dirty="0" err="1"/>
              <a:t>보여줍니다</a:t>
            </a:r>
            <a:r>
              <a:rPr dirty="0"/>
              <a:t>. </a:t>
            </a:r>
            <a:r>
              <a:rPr dirty="0" err="1"/>
              <a:t>자세한</a:t>
            </a:r>
            <a:r>
              <a:rPr dirty="0"/>
              <a:t> </a:t>
            </a:r>
            <a:r>
              <a:rPr dirty="0" err="1"/>
              <a:t>결과</a:t>
            </a:r>
            <a:r>
              <a:rPr dirty="0"/>
              <a:t> </a:t>
            </a:r>
            <a:r>
              <a:rPr dirty="0" err="1"/>
              <a:t>분석은</a:t>
            </a:r>
            <a:r>
              <a:rPr dirty="0"/>
              <a:t> </a:t>
            </a:r>
            <a:r>
              <a:rPr dirty="0" err="1"/>
              <a:t>뒤에서</a:t>
            </a:r>
            <a:r>
              <a:rPr dirty="0"/>
              <a:t> </a:t>
            </a:r>
            <a:r>
              <a:rPr dirty="0" err="1"/>
              <a:t>이어서</a:t>
            </a:r>
            <a:r>
              <a:rPr dirty="0"/>
              <a:t> </a:t>
            </a:r>
            <a:r>
              <a:rPr dirty="0" err="1"/>
              <a:t>말씀드리겠습니다</a:t>
            </a:r>
            <a:r>
              <a:rPr dirty="0"/>
              <a:t>.</a:t>
            </a:r>
          </a:p>
        </p:txBody>
      </p:sp>
      <p:sp>
        <p:nvSpPr>
          <p:cNvPr id="4" name="Slide Number Placeholder 3">
            <a:extLst>
              <a:ext uri="{FF2B5EF4-FFF2-40B4-BE49-F238E27FC236}">
                <a16:creationId xmlns:a16="http://schemas.microsoft.com/office/drawing/2014/main" id="{95BD11F9-4A4F-357A-26BB-40C1A7C66D79}"/>
              </a:ext>
            </a:extLst>
          </p:cNvPr>
          <p:cNvSpPr>
            <a:spLocks noGrp="1"/>
          </p:cNvSpPr>
          <p:nvPr>
            <p:ph type="sldNum" sz="quarter" idx="5"/>
          </p:nvPr>
        </p:nvSpPr>
        <p:spPr/>
      </p:sp>
    </p:spTree>
    <p:extLst>
      <p:ext uri="{BB962C8B-B14F-4D97-AF65-F5344CB8AC3E}">
        <p14:creationId xmlns:p14="http://schemas.microsoft.com/office/powerpoint/2010/main" val="1628709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12926-28F1-BA45-BE04-9299E71AB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DB60C-05F2-6279-7CD1-B5699B14D3F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6707E56-C441-D405-EE97-BABC893F5ABD}"/>
              </a:ext>
            </a:extLst>
          </p:cNvPr>
          <p:cNvSpPr>
            <a:spLocks noGrp="1"/>
          </p:cNvSpPr>
          <p:nvPr>
            <p:ph type="body" sz="quarter" idx="3"/>
          </p:nvPr>
        </p:nvSpPr>
        <p:spPr/>
        <p:txBody>
          <a:bodyPr/>
          <a:lstStyle/>
          <a:p>
            <a:r>
              <a:t>이 슬라이드는 PCA(k=4) 방식으로 Stage-2를 구성했을 때의 결과입니다. k=4는 PCA 설명력 90% 지점에 해당합니다. Clinical만 사용한 Stage-1과 비교했을 때, PCA 기반 AEC-residual을 추가하니 Internal에서는 특이도가 0.536에서 0.579로, External에서는 0.490에서 0.508로 개선되었고, Sensitivity 손실은 NI 기준을 통과하는 수준으로 미미했습니다. 아래 Confusion Matrix를 보시면 위양성(FP)이 Internal·External 모두에서 줄어든 것을 확인하실 수 있습니다. 표 오른쪽의 Net NRI는 Net Reclassification Improvement의 약자로, AEC-residual을 추가했을 때 재분류가 순수하게 개선된 환자 수를 의미하며, Internal +40명, External +13명이 새로 올바르게 재분류되었다는 뜻입니다.</a:t>
            </a:r>
          </a:p>
        </p:txBody>
      </p:sp>
      <p:sp>
        <p:nvSpPr>
          <p:cNvPr id="4" name="Slide Number Placeholder 3">
            <a:extLst>
              <a:ext uri="{FF2B5EF4-FFF2-40B4-BE49-F238E27FC236}">
                <a16:creationId xmlns:a16="http://schemas.microsoft.com/office/drawing/2014/main" id="{E79BE16E-7BC2-4D61-5C9A-4C0A3184ED08}"/>
              </a:ext>
            </a:extLst>
          </p:cNvPr>
          <p:cNvSpPr>
            <a:spLocks noGrp="1"/>
          </p:cNvSpPr>
          <p:nvPr>
            <p:ph type="sldNum" sz="quarter" idx="5"/>
          </p:nvPr>
        </p:nvSpPr>
        <p:spPr/>
      </p:sp>
    </p:spTree>
    <p:extLst>
      <p:ext uri="{BB962C8B-B14F-4D97-AF65-F5344CB8AC3E}">
        <p14:creationId xmlns:p14="http://schemas.microsoft.com/office/powerpoint/2010/main" val="2238158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9333-BBF4-B3BB-0105-0EE5BB3B9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072B9-B577-6C78-9F11-4E97A1A5BCA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C03F4AD-2A02-42A2-3606-8ABAB9F8E77C}"/>
              </a:ext>
            </a:extLst>
          </p:cNvPr>
          <p:cNvSpPr>
            <a:spLocks noGrp="1"/>
          </p:cNvSpPr>
          <p:nvPr>
            <p:ph type="body" sz="quarter" idx="3"/>
          </p:nvPr>
        </p:nvSpPr>
        <p:spPr/>
        <p:txBody>
          <a:bodyPr/>
          <a:lstStyle/>
          <a:p>
            <a:r>
              <a:t>이 차트는 여러 Feature·모델 조합 중에서 특이도 개선폭이 가장 큰 상위 15개를 정리한 것입니다. HGB는 HistGradientBoostingClassifier의 약자로, Logistic Regression과 달리 비선형 모델입니다. 보시는 것처럼 HGB와 Cluster-Band(k=8) 조합이 대부분의 상위권을 차지했고, 이 조합의 결과는 다음 슬라이드에서 자세히 보여드리겠습니다. 같은 이름으로 표시된 모델들은 learning rate나 epoch 같은 세부 하이퍼파라미터만 다르게 설정된 결과라고 이해하시면 됩니다.</a:t>
            </a:r>
          </a:p>
        </p:txBody>
      </p:sp>
      <p:sp>
        <p:nvSpPr>
          <p:cNvPr id="4" name="Slide Number Placeholder 3">
            <a:extLst>
              <a:ext uri="{FF2B5EF4-FFF2-40B4-BE49-F238E27FC236}">
                <a16:creationId xmlns:a16="http://schemas.microsoft.com/office/drawing/2014/main" id="{B7D1706A-F04F-C366-0EC5-303DD1526C07}"/>
              </a:ext>
            </a:extLst>
          </p:cNvPr>
          <p:cNvSpPr>
            <a:spLocks noGrp="1"/>
          </p:cNvSpPr>
          <p:nvPr>
            <p:ph type="sldNum" sz="quarter" idx="5"/>
          </p:nvPr>
        </p:nvSpPr>
        <p:spPr/>
      </p:sp>
    </p:spTree>
    <p:extLst>
      <p:ext uri="{BB962C8B-B14F-4D97-AF65-F5344CB8AC3E}">
        <p14:creationId xmlns:p14="http://schemas.microsoft.com/office/powerpoint/2010/main" val="856817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F9CDF-8EF9-370C-1AC6-CDECA16B4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354C6-DCA1-69ED-4E7B-DC58BCCEADE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8A31CB7-7189-23CF-8795-7FF00B4E2418}"/>
              </a:ext>
            </a:extLst>
          </p:cNvPr>
          <p:cNvSpPr>
            <a:spLocks noGrp="1"/>
          </p:cNvSpPr>
          <p:nvPr>
            <p:ph type="body" sz="quarter" idx="3"/>
          </p:nvPr>
        </p:nvSpPr>
        <p:spPr/>
        <p:txBody>
          <a:bodyPr/>
          <a:lstStyle/>
          <a:p>
            <a:r>
              <a:rPr lang="en-US" dirty="0"/>
              <a:t>1</a:t>
            </a:r>
            <a:r>
              <a:rPr lang="ko-KR" altLang="en-US" dirty="0"/>
              <a:t>위를 한 </a:t>
            </a:r>
            <a:r>
              <a:rPr dirty="0" err="1"/>
              <a:t>조합의</a:t>
            </a:r>
            <a:r>
              <a:rPr dirty="0"/>
              <a:t> </a:t>
            </a:r>
            <a:r>
              <a:rPr dirty="0" err="1"/>
              <a:t>상세</a:t>
            </a:r>
            <a:r>
              <a:rPr dirty="0"/>
              <a:t> </a:t>
            </a:r>
            <a:r>
              <a:rPr dirty="0" err="1"/>
              <a:t>결과입니다</a:t>
            </a:r>
            <a:r>
              <a:rPr dirty="0"/>
              <a:t>. Internal에서는 </a:t>
            </a:r>
            <a:r>
              <a:rPr dirty="0" err="1"/>
              <a:t>특이도가</a:t>
            </a:r>
            <a:r>
              <a:rPr dirty="0"/>
              <a:t> 0.536에서 0.585로 4.9%p </a:t>
            </a:r>
            <a:r>
              <a:rPr dirty="0" err="1"/>
              <a:t>개선되었고</a:t>
            </a:r>
            <a:r>
              <a:rPr dirty="0"/>
              <a:t> Sensitivity </a:t>
            </a:r>
            <a:r>
              <a:rPr dirty="0" err="1"/>
              <a:t>변화는</a:t>
            </a:r>
            <a:r>
              <a:rPr dirty="0"/>
              <a:t> </a:t>
            </a:r>
            <a:r>
              <a:rPr dirty="0" err="1"/>
              <a:t>없었습니다</a:t>
            </a:r>
            <a:r>
              <a:rPr dirty="0"/>
              <a:t>. </a:t>
            </a:r>
            <a:r>
              <a:rPr dirty="0" err="1"/>
              <a:t>External에서도</a:t>
            </a:r>
            <a:r>
              <a:rPr dirty="0"/>
              <a:t> </a:t>
            </a:r>
            <a:r>
              <a:rPr dirty="0" err="1"/>
              <a:t>특이도가</a:t>
            </a:r>
            <a:r>
              <a:rPr dirty="0"/>
              <a:t> 0.490에서 0.516으로 </a:t>
            </a:r>
            <a:r>
              <a:rPr dirty="0" err="1"/>
              <a:t>개선되어</a:t>
            </a:r>
            <a:r>
              <a:rPr dirty="0"/>
              <a:t>, Net NRI </a:t>
            </a:r>
            <a:r>
              <a:rPr dirty="0" err="1"/>
              <a:t>기준으로</a:t>
            </a:r>
            <a:r>
              <a:rPr dirty="0"/>
              <a:t> Internal +47명, External +19명의 순 </a:t>
            </a:r>
            <a:r>
              <a:rPr dirty="0" err="1"/>
              <a:t>재분류</a:t>
            </a:r>
            <a:r>
              <a:rPr dirty="0"/>
              <a:t> </a:t>
            </a:r>
            <a:r>
              <a:rPr dirty="0" err="1"/>
              <a:t>개선</a:t>
            </a:r>
            <a:r>
              <a:rPr dirty="0"/>
              <a:t> </a:t>
            </a:r>
            <a:r>
              <a:rPr dirty="0" err="1"/>
              <a:t>효과가</a:t>
            </a:r>
            <a:r>
              <a:rPr dirty="0"/>
              <a:t> </a:t>
            </a:r>
            <a:r>
              <a:rPr dirty="0" err="1"/>
              <a:t>있었습니다</a:t>
            </a:r>
            <a:r>
              <a:rPr dirty="0"/>
              <a:t>. 이 </a:t>
            </a:r>
            <a:r>
              <a:rPr dirty="0" err="1"/>
              <a:t>조합이</a:t>
            </a:r>
            <a:r>
              <a:rPr dirty="0"/>
              <a:t> PCA </a:t>
            </a:r>
            <a:r>
              <a:rPr dirty="0" err="1"/>
              <a:t>기반</a:t>
            </a:r>
            <a:r>
              <a:rPr dirty="0"/>
              <a:t> </a:t>
            </a:r>
            <a:r>
              <a:rPr dirty="0" err="1"/>
              <a:t>결과보다</a:t>
            </a:r>
            <a:r>
              <a:rPr dirty="0"/>
              <a:t> 더 </a:t>
            </a:r>
            <a:r>
              <a:rPr dirty="0" err="1"/>
              <a:t>좋은</a:t>
            </a:r>
            <a:r>
              <a:rPr dirty="0"/>
              <a:t> </a:t>
            </a:r>
            <a:r>
              <a:rPr dirty="0" err="1"/>
              <a:t>성능을</a:t>
            </a:r>
            <a:r>
              <a:rPr dirty="0"/>
              <a:t> </a:t>
            </a:r>
            <a:r>
              <a:rPr dirty="0" err="1"/>
              <a:t>보여준</a:t>
            </a:r>
            <a:r>
              <a:rPr dirty="0"/>
              <a:t> </a:t>
            </a:r>
            <a:r>
              <a:rPr dirty="0" err="1"/>
              <a:t>조합입니다</a:t>
            </a:r>
            <a:r>
              <a:rPr dirty="0"/>
              <a:t>.</a:t>
            </a:r>
          </a:p>
        </p:txBody>
      </p:sp>
      <p:sp>
        <p:nvSpPr>
          <p:cNvPr id="4" name="Slide Number Placeholder 3">
            <a:extLst>
              <a:ext uri="{FF2B5EF4-FFF2-40B4-BE49-F238E27FC236}">
                <a16:creationId xmlns:a16="http://schemas.microsoft.com/office/drawing/2014/main" id="{FD726FB6-7984-E4A7-BED1-15E84BAB30E7}"/>
              </a:ext>
            </a:extLst>
          </p:cNvPr>
          <p:cNvSpPr>
            <a:spLocks noGrp="1"/>
          </p:cNvSpPr>
          <p:nvPr>
            <p:ph type="sldNum" sz="quarter" idx="5"/>
          </p:nvPr>
        </p:nvSpPr>
        <p:spPr/>
      </p:sp>
    </p:spTree>
    <p:extLst>
      <p:ext uri="{BB962C8B-B14F-4D97-AF65-F5344CB8AC3E}">
        <p14:creationId xmlns:p14="http://schemas.microsoft.com/office/powerpoint/2010/main" val="1031450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3228-3038-4C74-EEBC-35BD17182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AEE22-9127-09CF-7071-7D4D9F18C1A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C569163-A758-CD42-C7FB-F3CB862E12A5}"/>
              </a:ext>
            </a:extLst>
          </p:cNvPr>
          <p:cNvSpPr>
            <a:spLocks noGrp="1"/>
          </p:cNvSpPr>
          <p:nvPr>
            <p:ph type="body" sz="quarter" idx="3"/>
          </p:nvPr>
        </p:nvSpPr>
        <p:spPr/>
        <p:txBody>
          <a:bodyPr/>
          <a:lstStyle/>
          <a:p>
            <a:r>
              <a:t>1D-CNN 접근법을 보여드리겠습니다. PCA나 Band처럼 사람이 설계한 요약 특징 대신, 잔차 곡선 자체를 작은 1D-CNN에 입력해서 conv 필터가 곡선의 국소적인 모양 특징을 직접 학습하도록 설계했습니다. 코드에 나온 것처럼 3개의 conv block으로 곡선을 인코딩한 뒤, Clinical Stage-1 정보 같은 side feature와 결합해서 최종 판정을 내리는 구조입니다. 일반적으로 많이 쓰이는 FCN이나 다른 라이브러리 모델 대신 이렇게 간단한 구조를 먼저 선택한 이유는, 가벼운 모델로 성능을 먼저 확인한 뒤 이후에 다른 1D-CNN 구조로 교체해가며 비교해보기 위해서입니다.</a:t>
            </a:r>
          </a:p>
        </p:txBody>
      </p:sp>
      <p:sp>
        <p:nvSpPr>
          <p:cNvPr id="4" name="Slide Number Placeholder 3">
            <a:extLst>
              <a:ext uri="{FF2B5EF4-FFF2-40B4-BE49-F238E27FC236}">
                <a16:creationId xmlns:a16="http://schemas.microsoft.com/office/drawing/2014/main" id="{474FCFD4-342D-386B-3E0D-EAFB1C361CF6}"/>
              </a:ext>
            </a:extLst>
          </p:cNvPr>
          <p:cNvSpPr>
            <a:spLocks noGrp="1"/>
          </p:cNvSpPr>
          <p:nvPr>
            <p:ph type="sldNum" sz="quarter" idx="5"/>
          </p:nvPr>
        </p:nvSpPr>
        <p:spPr/>
      </p:sp>
    </p:spTree>
    <p:extLst>
      <p:ext uri="{BB962C8B-B14F-4D97-AF65-F5344CB8AC3E}">
        <p14:creationId xmlns:p14="http://schemas.microsoft.com/office/powerpoint/2010/main" val="3134077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D9D4B-DEE2-EEA5-1226-9E9543DF3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C7897-B97B-067A-CB82-E32E3CF11A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4CFC578-A8DA-80E8-B575-DCF479E3E052}"/>
              </a:ext>
            </a:extLst>
          </p:cNvPr>
          <p:cNvSpPr>
            <a:spLocks noGrp="1"/>
          </p:cNvSpPr>
          <p:nvPr>
            <p:ph type="body" sz="quarter" idx="3"/>
          </p:nvPr>
        </p:nvSpPr>
        <p:spPr/>
        <p:txBody>
          <a:bodyPr/>
          <a:lstStyle/>
          <a:p>
            <a:r>
              <a:rPr dirty="0"/>
              <a:t>1D-CNN </a:t>
            </a:r>
            <a:r>
              <a:rPr dirty="0" err="1"/>
              <a:t>기반</a:t>
            </a:r>
            <a:r>
              <a:rPr dirty="0"/>
              <a:t> Stage-2 </a:t>
            </a:r>
            <a:r>
              <a:rPr dirty="0" err="1"/>
              <a:t>결과</a:t>
            </a:r>
            <a:r>
              <a:rPr lang="ko-KR" altLang="en-US" dirty="0"/>
              <a:t>를 보시면</a:t>
            </a:r>
            <a:r>
              <a:rPr lang="en-US" altLang="ko-KR" dirty="0"/>
              <a:t>,</a:t>
            </a:r>
            <a:r>
              <a:rPr dirty="0"/>
              <a:t> </a:t>
            </a:r>
            <a:r>
              <a:rPr dirty="0" err="1"/>
              <a:t>Internal에서</a:t>
            </a:r>
            <a:r>
              <a:rPr dirty="0"/>
              <a:t> </a:t>
            </a:r>
            <a:r>
              <a:rPr dirty="0" err="1"/>
              <a:t>특이도가</a:t>
            </a:r>
            <a:r>
              <a:rPr dirty="0"/>
              <a:t> 0.536에서 0.588로 5.2%p, </a:t>
            </a:r>
            <a:r>
              <a:rPr dirty="0" err="1"/>
              <a:t>External에서는</a:t>
            </a:r>
            <a:r>
              <a:rPr dirty="0"/>
              <a:t> 0.490에서 0.529로 3.8%p </a:t>
            </a:r>
            <a:r>
              <a:rPr dirty="0" err="1"/>
              <a:t>개선되어</a:t>
            </a:r>
            <a:r>
              <a:rPr dirty="0"/>
              <a:t>, </a:t>
            </a:r>
            <a:r>
              <a:rPr dirty="0" err="1"/>
              <a:t>지금까지의</a:t>
            </a:r>
            <a:r>
              <a:rPr dirty="0"/>
              <a:t> </a:t>
            </a:r>
            <a:r>
              <a:rPr dirty="0" err="1"/>
              <a:t>조합</a:t>
            </a:r>
            <a:r>
              <a:rPr dirty="0"/>
              <a:t> 중 </a:t>
            </a:r>
            <a:r>
              <a:rPr dirty="0" err="1"/>
              <a:t>특이도</a:t>
            </a:r>
            <a:r>
              <a:rPr dirty="0"/>
              <a:t> </a:t>
            </a:r>
            <a:r>
              <a:rPr dirty="0" err="1"/>
              <a:t>개선폭이</a:t>
            </a:r>
            <a:r>
              <a:rPr dirty="0"/>
              <a:t> </a:t>
            </a:r>
            <a:r>
              <a:rPr dirty="0" err="1"/>
              <a:t>가장</a:t>
            </a:r>
            <a:r>
              <a:rPr dirty="0"/>
              <a:t> </a:t>
            </a:r>
            <a:r>
              <a:rPr dirty="0" err="1"/>
              <a:t>컸습니다</a:t>
            </a:r>
            <a:r>
              <a:rPr dirty="0"/>
              <a:t>. Net </a:t>
            </a:r>
            <a:r>
              <a:rPr dirty="0" err="1"/>
              <a:t>NRI도</a:t>
            </a:r>
            <a:r>
              <a:rPr dirty="0"/>
              <a:t> Internal +49명, External +29명으로 </a:t>
            </a:r>
            <a:r>
              <a:rPr dirty="0" err="1"/>
              <a:t>가장</a:t>
            </a:r>
            <a:r>
              <a:rPr dirty="0"/>
              <a:t> </a:t>
            </a:r>
            <a:r>
              <a:rPr dirty="0" err="1"/>
              <a:t>우수했습니다</a:t>
            </a:r>
            <a:r>
              <a:rPr lang="en-US" dirty="0"/>
              <a:t>.</a:t>
            </a:r>
            <a:endParaRPr dirty="0"/>
          </a:p>
        </p:txBody>
      </p:sp>
      <p:sp>
        <p:nvSpPr>
          <p:cNvPr id="4" name="Slide Number Placeholder 3">
            <a:extLst>
              <a:ext uri="{FF2B5EF4-FFF2-40B4-BE49-F238E27FC236}">
                <a16:creationId xmlns:a16="http://schemas.microsoft.com/office/drawing/2014/main" id="{B6B78FDC-9240-EF47-8CC1-A36952AFDC0F}"/>
              </a:ext>
            </a:extLst>
          </p:cNvPr>
          <p:cNvSpPr>
            <a:spLocks noGrp="1"/>
          </p:cNvSpPr>
          <p:nvPr>
            <p:ph type="sldNum" sz="quarter" idx="5"/>
          </p:nvPr>
        </p:nvSpPr>
        <p:spPr/>
      </p:sp>
    </p:spTree>
    <p:extLst>
      <p:ext uri="{BB962C8B-B14F-4D97-AF65-F5344CB8AC3E}">
        <p14:creationId xmlns:p14="http://schemas.microsoft.com/office/powerpoint/2010/main" val="1766112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0FB78-8DAB-C643-BAED-74C5A0ECD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ABC32-F4DD-A749-286F-727B32AB23B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18DA58F-C657-6700-B845-3168E82054EA}"/>
              </a:ext>
            </a:extLst>
          </p:cNvPr>
          <p:cNvSpPr>
            <a:spLocks noGrp="1"/>
          </p:cNvSpPr>
          <p:nvPr>
            <p:ph type="body" sz="quarter" idx="3"/>
          </p:nvPr>
        </p:nvSpPr>
        <p:spPr/>
        <p:txBody>
          <a:bodyPr/>
          <a:lstStyle/>
          <a:p>
            <a:r>
              <a:rPr dirty="0"/>
              <a:t>1D-CNN의 </a:t>
            </a:r>
            <a:r>
              <a:rPr dirty="0" err="1"/>
              <a:t>성능을</a:t>
            </a:r>
            <a:r>
              <a:rPr dirty="0"/>
              <a:t> 더 </a:t>
            </a:r>
            <a:r>
              <a:rPr dirty="0" err="1"/>
              <a:t>끌어올릴</a:t>
            </a:r>
            <a:r>
              <a:rPr dirty="0"/>
              <a:t> 수 </a:t>
            </a:r>
            <a:r>
              <a:rPr dirty="0" err="1"/>
              <a:t>있는지</a:t>
            </a:r>
            <a:r>
              <a:rPr dirty="0"/>
              <a:t> </a:t>
            </a:r>
            <a:r>
              <a:rPr dirty="0" err="1"/>
              <a:t>확인하기</a:t>
            </a:r>
            <a:r>
              <a:rPr dirty="0"/>
              <a:t> </a:t>
            </a:r>
            <a:r>
              <a:rPr dirty="0" err="1"/>
              <a:t>위해</a:t>
            </a:r>
            <a:r>
              <a:rPr dirty="0"/>
              <a:t> baseline </a:t>
            </a:r>
            <a:r>
              <a:rPr dirty="0" err="1"/>
              <a:t>구조에</a:t>
            </a:r>
            <a:r>
              <a:rPr dirty="0"/>
              <a:t> pretrain, skip-connection, bagging ensemble, repeated CV, </a:t>
            </a:r>
            <a:r>
              <a:rPr dirty="0" err="1"/>
              <a:t>FiLM</a:t>
            </a:r>
            <a:r>
              <a:rPr dirty="0"/>
              <a:t>, FCN, cross-</a:t>
            </a:r>
            <a:r>
              <a:rPr dirty="0" err="1"/>
              <a:t>attention까지</a:t>
            </a:r>
            <a:r>
              <a:rPr dirty="0"/>
              <a:t> 총 7가지 </a:t>
            </a:r>
            <a:r>
              <a:rPr dirty="0" err="1"/>
              <a:t>구조</a:t>
            </a:r>
            <a:r>
              <a:rPr dirty="0"/>
              <a:t> </a:t>
            </a:r>
            <a:r>
              <a:rPr dirty="0" err="1"/>
              <a:t>변형을</a:t>
            </a:r>
            <a:r>
              <a:rPr dirty="0"/>
              <a:t> </a:t>
            </a:r>
            <a:r>
              <a:rPr dirty="0" err="1"/>
              <a:t>추가로</a:t>
            </a:r>
            <a:r>
              <a:rPr dirty="0"/>
              <a:t> </a:t>
            </a:r>
            <a:r>
              <a:rPr dirty="0" err="1"/>
              <a:t>비교했습니다</a:t>
            </a:r>
            <a:r>
              <a:rPr dirty="0"/>
              <a:t>.</a:t>
            </a:r>
          </a:p>
        </p:txBody>
      </p:sp>
      <p:sp>
        <p:nvSpPr>
          <p:cNvPr id="4" name="Slide Number Placeholder 3">
            <a:extLst>
              <a:ext uri="{FF2B5EF4-FFF2-40B4-BE49-F238E27FC236}">
                <a16:creationId xmlns:a16="http://schemas.microsoft.com/office/drawing/2014/main" id="{8F4CA250-647D-CC4B-AE4B-8755DC63B423}"/>
              </a:ext>
            </a:extLst>
          </p:cNvPr>
          <p:cNvSpPr>
            <a:spLocks noGrp="1"/>
          </p:cNvSpPr>
          <p:nvPr>
            <p:ph type="sldNum" sz="quarter" idx="5"/>
          </p:nvPr>
        </p:nvSpPr>
        <p:spPr/>
      </p:sp>
    </p:spTree>
    <p:extLst>
      <p:ext uri="{BB962C8B-B14F-4D97-AF65-F5344CB8AC3E}">
        <p14:creationId xmlns:p14="http://schemas.microsoft.com/office/powerpoint/2010/main" val="2296417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F8930-5F05-191E-7A76-E6B51833C8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22861-D3E8-4E0B-225A-5F7E8549BE5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DAE9089-5A7E-8142-1171-A40BD9233250}"/>
              </a:ext>
            </a:extLst>
          </p:cNvPr>
          <p:cNvSpPr>
            <a:spLocks noGrp="1"/>
          </p:cNvSpPr>
          <p:nvPr>
            <p:ph type="body" sz="quarter" idx="3"/>
          </p:nvPr>
        </p:nvSpPr>
        <p:spPr/>
        <p:txBody>
          <a:bodyPr/>
          <a:lstStyle/>
          <a:p>
            <a:r>
              <a:t>각 변형의 특이도 개선폭을 Internal과 External로 나눠서 비교한 결과입니다. baseline이 이미 Internal에서 가장 큰 개선폭을 보였고, RepeatedCV와 FiLM이 External에서 가장 좋은 성능을 보였습니다. 반대로 skip-connection이나 cross-attention처럼 구조를 복잡하게 만든 경우에는 오히려 개선폭이 줄어들었고, 모든 변형이 NI 기준은 통과했습니다. 다만 Internal과 External 사이에 트레이드오프가 있어서, 어떤 기준을 우선해서 성능을 판단해야 할지는 아직 명확하지 않습니다.</a:t>
            </a:r>
          </a:p>
        </p:txBody>
      </p:sp>
      <p:sp>
        <p:nvSpPr>
          <p:cNvPr id="4" name="Slide Number Placeholder 3">
            <a:extLst>
              <a:ext uri="{FF2B5EF4-FFF2-40B4-BE49-F238E27FC236}">
                <a16:creationId xmlns:a16="http://schemas.microsoft.com/office/drawing/2014/main" id="{5EC709A1-2417-3347-8A25-4CC334D306F0}"/>
              </a:ext>
            </a:extLst>
          </p:cNvPr>
          <p:cNvSpPr>
            <a:spLocks noGrp="1"/>
          </p:cNvSpPr>
          <p:nvPr>
            <p:ph type="sldNum" sz="quarter" idx="5"/>
          </p:nvPr>
        </p:nvSpPr>
        <p:spPr/>
      </p:sp>
    </p:spTree>
    <p:extLst>
      <p:ext uri="{BB962C8B-B14F-4D97-AF65-F5344CB8AC3E}">
        <p14:creationId xmlns:p14="http://schemas.microsoft.com/office/powerpoint/2010/main" val="28167554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결론을</a:t>
            </a:r>
            <a:r>
              <a:rPr dirty="0"/>
              <a:t> </a:t>
            </a:r>
            <a:r>
              <a:rPr dirty="0" err="1"/>
              <a:t>정리하면</a:t>
            </a:r>
            <a:r>
              <a:rPr dirty="0"/>
              <a:t>, AEC </a:t>
            </a:r>
            <a:r>
              <a:rPr dirty="0" err="1"/>
              <a:t>곡선은</a:t>
            </a:r>
            <a:r>
              <a:rPr dirty="0"/>
              <a:t> </a:t>
            </a:r>
            <a:r>
              <a:rPr dirty="0" err="1"/>
              <a:t>성별·나이·체성분</a:t>
            </a:r>
            <a:r>
              <a:rPr dirty="0"/>
              <a:t> </a:t>
            </a:r>
            <a:r>
              <a:rPr dirty="0" err="1"/>
              <a:t>같은</a:t>
            </a:r>
            <a:r>
              <a:rPr dirty="0"/>
              <a:t> </a:t>
            </a:r>
            <a:r>
              <a:rPr dirty="0" err="1"/>
              <a:t>임상변수에</a:t>
            </a:r>
            <a:r>
              <a:rPr dirty="0"/>
              <a:t> </a:t>
            </a:r>
            <a:r>
              <a:rPr dirty="0" err="1"/>
              <a:t>의해</a:t>
            </a:r>
            <a:r>
              <a:rPr dirty="0"/>
              <a:t> </a:t>
            </a:r>
            <a:r>
              <a:rPr dirty="0" err="1"/>
              <a:t>체계적으로</a:t>
            </a:r>
            <a:r>
              <a:rPr dirty="0"/>
              <a:t> </a:t>
            </a:r>
            <a:r>
              <a:rPr dirty="0" err="1"/>
              <a:t>교란되어</a:t>
            </a:r>
            <a:r>
              <a:rPr dirty="0"/>
              <a:t> </a:t>
            </a:r>
            <a:r>
              <a:rPr dirty="0" err="1"/>
              <a:t>있어서</a:t>
            </a:r>
            <a:r>
              <a:rPr dirty="0"/>
              <a:t> </a:t>
            </a:r>
            <a:r>
              <a:rPr dirty="0" err="1"/>
              <a:t>Residual화가</a:t>
            </a:r>
            <a:r>
              <a:rPr dirty="0"/>
              <a:t> </a:t>
            </a:r>
            <a:r>
              <a:rPr dirty="0" err="1"/>
              <a:t>필요하다는</a:t>
            </a:r>
            <a:r>
              <a:rPr dirty="0"/>
              <a:t> </a:t>
            </a:r>
            <a:r>
              <a:rPr dirty="0" err="1"/>
              <a:t>것을</a:t>
            </a:r>
            <a:r>
              <a:rPr dirty="0"/>
              <a:t> </a:t>
            </a:r>
            <a:r>
              <a:rPr dirty="0" err="1"/>
              <a:t>데이터로</a:t>
            </a:r>
            <a:r>
              <a:rPr dirty="0"/>
              <a:t> </a:t>
            </a:r>
            <a:r>
              <a:rPr dirty="0" err="1"/>
              <a:t>확인했습니다</a:t>
            </a:r>
            <a:r>
              <a:rPr dirty="0"/>
              <a:t>. </a:t>
            </a:r>
            <a:r>
              <a:rPr dirty="0" err="1"/>
              <a:t>실제로</a:t>
            </a:r>
            <a:r>
              <a:rPr dirty="0"/>
              <a:t> Low-</a:t>
            </a:r>
            <a:r>
              <a:rPr dirty="0" err="1"/>
              <a:t>SMI와</a:t>
            </a:r>
            <a:r>
              <a:rPr dirty="0"/>
              <a:t> Non-low </a:t>
            </a:r>
            <a:r>
              <a:rPr dirty="0" err="1"/>
              <a:t>SMI를</a:t>
            </a:r>
            <a:r>
              <a:rPr dirty="0"/>
              <a:t> </a:t>
            </a:r>
            <a:r>
              <a:rPr dirty="0" err="1"/>
              <a:t>비교했을</a:t>
            </a:r>
            <a:r>
              <a:rPr dirty="0"/>
              <a:t> 때 </a:t>
            </a:r>
            <a:r>
              <a:rPr dirty="0" err="1"/>
              <a:t>정규화</a:t>
            </a:r>
            <a:r>
              <a:rPr dirty="0"/>
              <a:t> </a:t>
            </a:r>
            <a:r>
              <a:rPr dirty="0" err="1"/>
              <a:t>곡선</a:t>
            </a:r>
            <a:r>
              <a:rPr dirty="0"/>
              <a:t> </a:t>
            </a:r>
            <a:r>
              <a:rPr dirty="0" err="1"/>
              <a:t>단계에서</a:t>
            </a:r>
            <a:r>
              <a:rPr dirty="0"/>
              <a:t> Simpson's </a:t>
            </a:r>
            <a:r>
              <a:rPr dirty="0" err="1"/>
              <a:t>paradox가</a:t>
            </a:r>
            <a:r>
              <a:rPr dirty="0"/>
              <a:t> </a:t>
            </a:r>
            <a:r>
              <a:rPr dirty="0" err="1"/>
              <a:t>나타났는데</a:t>
            </a:r>
            <a:r>
              <a:rPr dirty="0"/>
              <a:t>, </a:t>
            </a:r>
            <a:r>
              <a:rPr dirty="0" err="1"/>
              <a:t>임상변수로</a:t>
            </a:r>
            <a:r>
              <a:rPr dirty="0"/>
              <a:t> </a:t>
            </a:r>
            <a:r>
              <a:rPr dirty="0" err="1"/>
              <a:t>잔차화를</a:t>
            </a:r>
            <a:r>
              <a:rPr dirty="0"/>
              <a:t> </a:t>
            </a:r>
            <a:r>
              <a:rPr dirty="0" err="1"/>
              <a:t>하고</a:t>
            </a:r>
            <a:r>
              <a:rPr dirty="0"/>
              <a:t> </a:t>
            </a:r>
            <a:r>
              <a:rPr dirty="0" err="1"/>
              <a:t>나니</a:t>
            </a:r>
            <a:r>
              <a:rPr dirty="0"/>
              <a:t> 이 </a:t>
            </a:r>
            <a:r>
              <a:rPr dirty="0" err="1"/>
              <a:t>교란이</a:t>
            </a:r>
            <a:r>
              <a:rPr dirty="0"/>
              <a:t> </a:t>
            </a:r>
            <a:r>
              <a:rPr dirty="0" err="1"/>
              <a:t>해소되었습니다</a:t>
            </a:r>
            <a:r>
              <a:rPr dirty="0"/>
              <a:t>. Clinical-only </a:t>
            </a:r>
            <a:r>
              <a:rPr dirty="0" err="1"/>
              <a:t>대비</a:t>
            </a:r>
            <a:r>
              <a:rPr dirty="0"/>
              <a:t> AEC-</a:t>
            </a:r>
            <a:r>
              <a:rPr dirty="0" err="1"/>
              <a:t>residual을</a:t>
            </a:r>
            <a:r>
              <a:rPr dirty="0"/>
              <a:t> </a:t>
            </a:r>
            <a:r>
              <a:rPr dirty="0" err="1"/>
              <a:t>추가하면</a:t>
            </a:r>
            <a:r>
              <a:rPr dirty="0"/>
              <a:t> </a:t>
            </a:r>
            <a:r>
              <a:rPr dirty="0" err="1"/>
              <a:t>어떤</a:t>
            </a:r>
            <a:r>
              <a:rPr dirty="0"/>
              <a:t> </a:t>
            </a:r>
            <a:r>
              <a:rPr dirty="0" err="1"/>
              <a:t>특징·모델</a:t>
            </a:r>
            <a:r>
              <a:rPr dirty="0"/>
              <a:t> </a:t>
            </a:r>
            <a:r>
              <a:rPr dirty="0" err="1"/>
              <a:t>조합에서도</a:t>
            </a:r>
            <a:r>
              <a:rPr dirty="0"/>
              <a:t> </a:t>
            </a:r>
            <a:r>
              <a:rPr dirty="0" err="1"/>
              <a:t>일관되게</a:t>
            </a:r>
            <a:r>
              <a:rPr dirty="0"/>
              <a:t> </a:t>
            </a:r>
            <a:r>
              <a:rPr dirty="0" err="1"/>
              <a:t>성능이</a:t>
            </a:r>
            <a:r>
              <a:rPr dirty="0"/>
              <a:t> </a:t>
            </a:r>
            <a:r>
              <a:rPr dirty="0" err="1"/>
              <a:t>개선되었고</a:t>
            </a:r>
            <a:r>
              <a:rPr dirty="0"/>
              <a:t>, </a:t>
            </a:r>
            <a:r>
              <a:rPr dirty="0" err="1"/>
              <a:t>Sensitivity는</a:t>
            </a:r>
            <a:r>
              <a:rPr dirty="0"/>
              <a:t> </a:t>
            </a:r>
            <a:r>
              <a:rPr dirty="0" err="1"/>
              <a:t>모든</a:t>
            </a:r>
            <a:r>
              <a:rPr dirty="0"/>
              <a:t> </a:t>
            </a:r>
            <a:r>
              <a:rPr dirty="0" err="1"/>
              <a:t>조합에서</a:t>
            </a:r>
            <a:r>
              <a:rPr dirty="0"/>
              <a:t> </a:t>
            </a:r>
            <a:r>
              <a:rPr dirty="0" err="1"/>
              <a:t>비열등성</a:t>
            </a:r>
            <a:r>
              <a:rPr dirty="0"/>
              <a:t> </a:t>
            </a:r>
            <a:r>
              <a:rPr dirty="0" err="1"/>
              <a:t>기준을</a:t>
            </a:r>
            <a:r>
              <a:rPr dirty="0"/>
              <a:t> </a:t>
            </a:r>
            <a:r>
              <a:rPr dirty="0" err="1"/>
              <a:t>통과했으며</a:t>
            </a:r>
            <a:r>
              <a:rPr dirty="0"/>
              <a:t> </a:t>
            </a:r>
            <a:r>
              <a:rPr dirty="0" err="1"/>
              <a:t>Specificity와</a:t>
            </a:r>
            <a:r>
              <a:rPr dirty="0"/>
              <a:t> </a:t>
            </a:r>
            <a:r>
              <a:rPr dirty="0" err="1"/>
              <a:t>Accuracy는</a:t>
            </a:r>
            <a:r>
              <a:rPr dirty="0"/>
              <a:t> </a:t>
            </a:r>
            <a:r>
              <a:rPr dirty="0" err="1"/>
              <a:t>대부분</a:t>
            </a:r>
            <a:r>
              <a:rPr dirty="0"/>
              <a:t> </a:t>
            </a:r>
            <a:r>
              <a:rPr dirty="0" err="1"/>
              <a:t>유의하게</a:t>
            </a:r>
            <a:r>
              <a:rPr dirty="0"/>
              <a:t>(p&lt;0.001) </a:t>
            </a:r>
            <a:r>
              <a:rPr dirty="0" err="1"/>
              <a:t>개선되었습니다</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33E64-3E55-D8A1-3501-49DBEE9E9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4B518-8061-DB49-5ADB-2B7D5DE283A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B74E60E-1F65-8747-AB7E-8390E0FF3B79}"/>
              </a:ext>
            </a:extLst>
          </p:cNvPr>
          <p:cNvSpPr>
            <a:spLocks noGrp="1"/>
          </p:cNvSpPr>
          <p:nvPr>
            <p:ph type="body" sz="quarter" idx="3"/>
          </p:nvPr>
        </p:nvSpPr>
        <p:spPr/>
        <p:txBody>
          <a:bodyPr/>
          <a:lstStyle/>
          <a:p>
            <a:r>
              <a:rPr dirty="0" err="1"/>
              <a:t>최고</a:t>
            </a:r>
            <a:r>
              <a:rPr dirty="0"/>
              <a:t> </a:t>
            </a:r>
            <a:r>
              <a:rPr dirty="0" err="1"/>
              <a:t>성능</a:t>
            </a:r>
            <a:r>
              <a:rPr dirty="0"/>
              <a:t> </a:t>
            </a:r>
            <a:r>
              <a:rPr dirty="0" err="1"/>
              <a:t>조합만</a:t>
            </a:r>
            <a:r>
              <a:rPr dirty="0"/>
              <a:t> </a:t>
            </a:r>
            <a:r>
              <a:rPr dirty="0" err="1"/>
              <a:t>다시</a:t>
            </a:r>
            <a:r>
              <a:rPr dirty="0"/>
              <a:t> </a:t>
            </a:r>
            <a:r>
              <a:rPr dirty="0" err="1"/>
              <a:t>한번</a:t>
            </a:r>
            <a:r>
              <a:rPr dirty="0"/>
              <a:t> </a:t>
            </a:r>
            <a:r>
              <a:rPr dirty="0" err="1"/>
              <a:t>정리하면</a:t>
            </a:r>
            <a:r>
              <a:rPr dirty="0"/>
              <a:t>, </a:t>
            </a:r>
            <a:r>
              <a:rPr dirty="0" err="1"/>
              <a:t>HGB·Cluster-Band</a:t>
            </a:r>
            <a:r>
              <a:rPr dirty="0"/>
              <a:t>(k=8)는 Internal </a:t>
            </a:r>
            <a:r>
              <a:rPr dirty="0" err="1"/>
              <a:t>특이도가</a:t>
            </a:r>
            <a:r>
              <a:rPr dirty="0"/>
              <a:t> 0.536에서 0.585로, </a:t>
            </a:r>
            <a:r>
              <a:rPr dirty="0" err="1"/>
              <a:t>External은</a:t>
            </a:r>
            <a:r>
              <a:rPr dirty="0"/>
              <a:t> 0.490에서 0.516으로 </a:t>
            </a:r>
            <a:r>
              <a:rPr dirty="0" err="1"/>
              <a:t>개선되어</a:t>
            </a:r>
            <a:r>
              <a:rPr dirty="0"/>
              <a:t> Net </a:t>
            </a:r>
            <a:r>
              <a:rPr dirty="0" err="1"/>
              <a:t>NRI가</a:t>
            </a:r>
            <a:r>
              <a:rPr dirty="0"/>
              <a:t> +47/+19였습니다. 1D-CNN </a:t>
            </a:r>
            <a:r>
              <a:rPr dirty="0" err="1"/>
              <a:t>baseline은</a:t>
            </a:r>
            <a:r>
              <a:rPr dirty="0"/>
              <a:t> Internal +5.2%p(0.588), External +3.8%p(0.529)로 </a:t>
            </a:r>
            <a:r>
              <a:rPr dirty="0" err="1"/>
              <a:t>전체</a:t>
            </a:r>
            <a:r>
              <a:rPr dirty="0"/>
              <a:t> </a:t>
            </a:r>
            <a:r>
              <a:rPr dirty="0" err="1"/>
              <a:t>조합</a:t>
            </a:r>
            <a:r>
              <a:rPr dirty="0"/>
              <a:t> 중 </a:t>
            </a:r>
            <a:r>
              <a:rPr dirty="0" err="1"/>
              <a:t>특이도</a:t>
            </a:r>
            <a:r>
              <a:rPr dirty="0"/>
              <a:t> </a:t>
            </a:r>
            <a:r>
              <a:rPr dirty="0" err="1"/>
              <a:t>개선폭이</a:t>
            </a:r>
            <a:r>
              <a:rPr dirty="0"/>
              <a:t> </a:t>
            </a:r>
            <a:r>
              <a:rPr dirty="0" err="1"/>
              <a:t>가장</a:t>
            </a:r>
            <a:r>
              <a:rPr dirty="0"/>
              <a:t> </a:t>
            </a:r>
            <a:r>
              <a:rPr dirty="0" err="1"/>
              <a:t>컸고</a:t>
            </a:r>
            <a:r>
              <a:rPr dirty="0"/>
              <a:t> Net </a:t>
            </a:r>
            <a:r>
              <a:rPr dirty="0" err="1"/>
              <a:t>NRI는</a:t>
            </a:r>
            <a:r>
              <a:rPr dirty="0"/>
              <a:t> +49/+29였습니다. 두 </a:t>
            </a:r>
            <a:r>
              <a:rPr dirty="0" err="1"/>
              <a:t>조합</a:t>
            </a:r>
            <a:r>
              <a:rPr dirty="0"/>
              <a:t> </a:t>
            </a:r>
            <a:r>
              <a:rPr dirty="0" err="1"/>
              <a:t>모두</a:t>
            </a:r>
            <a:r>
              <a:rPr dirty="0"/>
              <a:t> </a:t>
            </a:r>
            <a:r>
              <a:rPr dirty="0" err="1"/>
              <a:t>민감도</a:t>
            </a:r>
            <a:r>
              <a:rPr dirty="0"/>
              <a:t> </a:t>
            </a:r>
            <a:r>
              <a:rPr dirty="0" err="1"/>
              <a:t>손실</a:t>
            </a:r>
            <a:r>
              <a:rPr dirty="0"/>
              <a:t> </a:t>
            </a:r>
            <a:r>
              <a:rPr dirty="0" err="1"/>
              <a:t>없이</a:t>
            </a:r>
            <a:r>
              <a:rPr dirty="0"/>
              <a:t> </a:t>
            </a:r>
            <a:r>
              <a:rPr dirty="0" err="1"/>
              <a:t>특이도를</a:t>
            </a:r>
            <a:r>
              <a:rPr dirty="0"/>
              <a:t> </a:t>
            </a:r>
            <a:r>
              <a:rPr dirty="0" err="1"/>
              <a:t>유의하게</a:t>
            </a:r>
            <a:r>
              <a:rPr dirty="0"/>
              <a:t> </a:t>
            </a:r>
            <a:r>
              <a:rPr dirty="0" err="1"/>
              <a:t>개선했다는</a:t>
            </a:r>
            <a:r>
              <a:rPr dirty="0"/>
              <a:t> </a:t>
            </a:r>
            <a:r>
              <a:rPr dirty="0" err="1"/>
              <a:t>점에서</a:t>
            </a:r>
            <a:r>
              <a:rPr dirty="0"/>
              <a:t>, AEC-residual </a:t>
            </a:r>
            <a:r>
              <a:rPr dirty="0" err="1"/>
              <a:t>기반</a:t>
            </a:r>
            <a:r>
              <a:rPr dirty="0"/>
              <a:t> Stage-2를 </a:t>
            </a:r>
            <a:r>
              <a:rPr dirty="0" err="1"/>
              <a:t>자동화</a:t>
            </a:r>
            <a:r>
              <a:rPr dirty="0"/>
              <a:t> </a:t>
            </a:r>
            <a:r>
              <a:rPr dirty="0" err="1"/>
              <a:t>파이프라인에</a:t>
            </a:r>
            <a:r>
              <a:rPr dirty="0"/>
              <a:t> </a:t>
            </a:r>
            <a:r>
              <a:rPr dirty="0" err="1"/>
              <a:t>채택하는</a:t>
            </a:r>
            <a:r>
              <a:rPr dirty="0"/>
              <a:t> </a:t>
            </a:r>
            <a:r>
              <a:rPr dirty="0" err="1"/>
              <a:t>근거가</a:t>
            </a:r>
            <a:r>
              <a:rPr dirty="0"/>
              <a:t> </a:t>
            </a:r>
            <a:r>
              <a:rPr dirty="0" err="1"/>
              <a:t>됩니다</a:t>
            </a:r>
            <a:r>
              <a:rPr dirty="0"/>
              <a:t>.</a:t>
            </a:r>
          </a:p>
        </p:txBody>
      </p:sp>
      <p:sp>
        <p:nvSpPr>
          <p:cNvPr id="4" name="Slide Number Placeholder 3">
            <a:extLst>
              <a:ext uri="{FF2B5EF4-FFF2-40B4-BE49-F238E27FC236}">
                <a16:creationId xmlns:a16="http://schemas.microsoft.com/office/drawing/2014/main" id="{1633D09C-648B-D175-3D64-A5CA45DB1E2D}"/>
              </a:ext>
            </a:extLst>
          </p:cNvPr>
          <p:cNvSpPr>
            <a:spLocks noGrp="1"/>
          </p:cNvSpPr>
          <p:nvPr>
            <p:ph type="sldNum" sz="quarter" idx="5"/>
          </p:nvPr>
        </p:nvSpPr>
        <p:spPr/>
      </p:sp>
    </p:spTree>
    <p:extLst>
      <p:ext uri="{BB962C8B-B14F-4D97-AF65-F5344CB8AC3E}">
        <p14:creationId xmlns:p14="http://schemas.microsoft.com/office/powerpoint/2010/main" val="38223902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84DDD-DB88-1198-AE20-99EE55842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975FB-D658-DC16-816D-FF3FDA948C8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D142530-BB5E-9577-34FA-97B57F1BE2D6}"/>
              </a:ext>
            </a:extLst>
          </p:cNvPr>
          <p:cNvSpPr>
            <a:spLocks noGrp="1"/>
          </p:cNvSpPr>
          <p:nvPr>
            <p:ph type="body" sz="quarter" idx="3"/>
          </p:nvPr>
        </p:nvSpPr>
        <p:spPr/>
        <p:txBody>
          <a:bodyPr/>
          <a:lstStyle/>
          <a:p>
            <a:r>
              <a:t>다음 연구 방향입니다. 지금은 Internal과 External의 특이도 개선폭이 최대 0.05 수준인데, 이를 0.1까지 끌어올리는 방향으로 연구를 진행할 계획입니다. 또한 모델 구조를 복잡하게 만들수록 오히려 성능이 떨어지는 것을 확인했기 때문에, 앞으로는 경량화된 아키텍처를 중심으로 고도화할 예정입니다.</a:t>
            </a:r>
          </a:p>
        </p:txBody>
      </p:sp>
      <p:sp>
        <p:nvSpPr>
          <p:cNvPr id="4" name="Slide Number Placeholder 3">
            <a:extLst>
              <a:ext uri="{FF2B5EF4-FFF2-40B4-BE49-F238E27FC236}">
                <a16:creationId xmlns:a16="http://schemas.microsoft.com/office/drawing/2014/main" id="{E283E6E2-A4F3-0543-FDD9-B032A1CF5983}"/>
              </a:ext>
            </a:extLst>
          </p:cNvPr>
          <p:cNvSpPr>
            <a:spLocks noGrp="1"/>
          </p:cNvSpPr>
          <p:nvPr>
            <p:ph type="sldNum" sz="quarter" idx="5"/>
          </p:nvPr>
        </p:nvSpPr>
        <p:spPr/>
      </p:sp>
    </p:spTree>
    <p:extLst>
      <p:ext uri="{BB962C8B-B14F-4D97-AF65-F5344CB8AC3E}">
        <p14:creationId xmlns:p14="http://schemas.microsoft.com/office/powerpoint/2010/main" val="150755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3d412ffb079_0_61:notes"/>
          <p:cNvSpPr>
            <a:spLocks noGrp="1" noRot="1" noChangeAspect="1"/>
          </p:cNvSpPr>
          <p:nvPr>
            <p:ph type="sldImg" idx="2"/>
          </p:nvPr>
        </p:nvSpPr>
        <p:spPr>
          <a:xfrm>
            <a:off x="4040188" y="857250"/>
            <a:ext cx="4113212" cy="2314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3d412ffb079_0_61: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r>
              <a:t>경청해 주셔서 감사합니다.</a:t>
            </a:r>
          </a:p>
        </p:txBody>
      </p:sp>
      <p:sp>
        <p:nvSpPr>
          <p:cNvPr id="1174" name="Google Shape;1174;g3d412ffb079_0_61: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a:p>
        </p:txBody>
      </p:sp>
    </p:spTree>
    <p:extLst>
      <p:ext uri="{BB962C8B-B14F-4D97-AF65-F5344CB8AC3E}">
        <p14:creationId xmlns:p14="http://schemas.microsoft.com/office/powerpoint/2010/main" val="27223973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object 2">
            <a:extLst>
              <a:ext uri="{FF2B5EF4-FFF2-40B4-BE49-F238E27FC236}">
                <a16:creationId xmlns:a16="http://schemas.microsoft.com/office/drawing/2014/main" id="{D279837B-A00B-4327-9AB8-97044CBDABA7}"/>
              </a:ext>
            </a:extLst>
          </p:cNvPr>
          <p:cNvPicPr/>
          <p:nvPr userDrawn="1"/>
        </p:nvPicPr>
        <p:blipFill rotWithShape="1">
          <a:blip r:embed="rId2"/>
          <a:stretch>
            <a:fillRect/>
          </a:stretch>
        </p:blipFill>
        <p:spPr>
          <a:xfrm>
            <a:off x="0" y="228731"/>
            <a:ext cx="12192000" cy="6400538"/>
          </a:xfrm>
          <a:prstGeom prst="rect">
            <a:avLst/>
          </a:prstGeom>
        </p:spPr>
      </p:pic>
      <p:pic>
        <p:nvPicPr>
          <p:cNvPr id="3" name="그림 2">
            <a:extLst>
              <a:ext uri="{FF2B5EF4-FFF2-40B4-BE49-F238E27FC236}">
                <a16:creationId xmlns:a16="http://schemas.microsoft.com/office/drawing/2014/main" id="{4B17CE84-3562-483D-8448-6A30899AF09E}"/>
              </a:ext>
            </a:extLst>
          </p:cNvPr>
          <p:cNvPicPr>
            <a:picLocks noChangeAspect="1"/>
          </p:cNvPicPr>
          <p:nvPr userDrawn="1"/>
        </p:nvPicPr>
        <p:blipFill rotWithShape="1">
          <a:blip r:embed="rId3">
            <a:clrChange>
              <a:clrFrom>
                <a:srgbClr val="FFFFFF"/>
              </a:clrFrom>
              <a:clrTo>
                <a:srgbClr val="FFFFFF">
                  <a:alpha val="0"/>
                </a:srgbClr>
              </a:clrTo>
            </a:clrChange>
          </a:blip>
          <a:srcRect t="19699" b="22132"/>
          <a:stretch/>
        </p:blipFill>
        <p:spPr>
          <a:xfrm>
            <a:off x="3461866" y="5273477"/>
            <a:ext cx="4168803" cy="982769"/>
          </a:xfrm>
          <a:prstGeom prst="rect">
            <a:avLst/>
          </a:prstGeom>
        </p:spPr>
      </p:pic>
      <p:pic>
        <p:nvPicPr>
          <p:cNvPr id="8" name="object 4">
            <a:extLst>
              <a:ext uri="{FF2B5EF4-FFF2-40B4-BE49-F238E27FC236}">
                <a16:creationId xmlns:a16="http://schemas.microsoft.com/office/drawing/2014/main" id="{8EF8DD5B-0316-4193-BCC7-D6CFCAE8969D}"/>
              </a:ext>
            </a:extLst>
          </p:cNvPr>
          <p:cNvPicPr/>
          <p:nvPr userDrawn="1"/>
        </p:nvPicPr>
        <p:blipFill rotWithShape="1">
          <a:blip r:embed="rId4"/>
          <a:stretch>
            <a:fillRect/>
          </a:stretch>
        </p:blipFill>
        <p:spPr>
          <a:xfrm>
            <a:off x="-277376" y="5274173"/>
            <a:ext cx="4550839" cy="992767"/>
          </a:xfrm>
          <a:prstGeom prst="rect">
            <a:avLst/>
          </a:prstGeom>
        </p:spPr>
      </p:pic>
    </p:spTree>
    <p:extLst>
      <p:ext uri="{BB962C8B-B14F-4D97-AF65-F5344CB8AC3E}">
        <p14:creationId xmlns:p14="http://schemas.microsoft.com/office/powerpoint/2010/main" val="336857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grpSp>
        <p:nvGrpSpPr>
          <p:cNvPr id="24" name="그룹 23">
            <a:extLst>
              <a:ext uri="{FF2B5EF4-FFF2-40B4-BE49-F238E27FC236}">
                <a16:creationId xmlns:a16="http://schemas.microsoft.com/office/drawing/2014/main" id="{5EC22856-02EF-4559-9B66-BD5C863FF254}"/>
              </a:ext>
            </a:extLst>
          </p:cNvPr>
          <p:cNvGrpSpPr/>
          <p:nvPr userDrawn="1"/>
        </p:nvGrpSpPr>
        <p:grpSpPr>
          <a:xfrm>
            <a:off x="-8467" y="6463089"/>
            <a:ext cx="12200467" cy="403574"/>
            <a:chOff x="-8467" y="6470661"/>
            <a:chExt cx="12200467" cy="390527"/>
          </a:xfrm>
        </p:grpSpPr>
        <p:sp>
          <p:nvSpPr>
            <p:cNvPr id="9" name="직사각형 8">
              <a:extLst>
                <a:ext uri="{FF2B5EF4-FFF2-40B4-BE49-F238E27FC236}">
                  <a16:creationId xmlns:a16="http://schemas.microsoft.com/office/drawing/2014/main" id="{0DFE1C4B-A7EE-47E1-8AAE-3EF4E43D16F6}"/>
                </a:ext>
              </a:extLst>
            </p:cNvPr>
            <p:cNvSpPr/>
            <p:nvPr userDrawn="1"/>
          </p:nvSpPr>
          <p:spPr>
            <a:xfrm>
              <a:off x="0" y="6496062"/>
              <a:ext cx="12192000" cy="365126"/>
            </a:xfrm>
            <a:prstGeom prst="rect">
              <a:avLst/>
            </a:prstGeom>
            <a:solidFill>
              <a:srgbClr val="1F3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돋움체 Medium" panose="00000600000000000000" pitchFamily="2" charset="-127"/>
                <a:ea typeface="KoPub돋움체 Medium" panose="00000600000000000000" pitchFamily="2" charset="-127"/>
              </a:endParaRPr>
            </a:p>
          </p:txBody>
        </p:sp>
        <p:cxnSp>
          <p:nvCxnSpPr>
            <p:cNvPr id="15" name="직선 연결선 14">
              <a:extLst>
                <a:ext uri="{FF2B5EF4-FFF2-40B4-BE49-F238E27FC236}">
                  <a16:creationId xmlns:a16="http://schemas.microsoft.com/office/drawing/2014/main" id="{28C131E4-1CD9-49D8-B343-8379436586CB}"/>
                </a:ext>
              </a:extLst>
            </p:cNvPr>
            <p:cNvCxnSpPr>
              <a:cxnSpLocks/>
            </p:cNvCxnSpPr>
            <p:nvPr userDrawn="1"/>
          </p:nvCxnSpPr>
          <p:spPr>
            <a:xfrm>
              <a:off x="-8467" y="6470661"/>
              <a:ext cx="12200467"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 name="제목 1">
            <a:extLst>
              <a:ext uri="{FF2B5EF4-FFF2-40B4-BE49-F238E27FC236}">
                <a16:creationId xmlns:a16="http://schemas.microsoft.com/office/drawing/2014/main" id="{FE4F955D-C3E9-4033-8442-9095377B0662}"/>
              </a:ext>
            </a:extLst>
          </p:cNvPr>
          <p:cNvSpPr>
            <a:spLocks noGrp="1"/>
          </p:cNvSpPr>
          <p:nvPr>
            <p:ph type="title" hasCustomPrompt="1"/>
          </p:nvPr>
        </p:nvSpPr>
        <p:spPr>
          <a:xfrm>
            <a:off x="508000" y="365126"/>
            <a:ext cx="11176000" cy="532342"/>
          </a:xfrm>
        </p:spPr>
        <p:txBody>
          <a:bodyPr>
            <a:normAutofit/>
          </a:bodyPr>
          <a:lstStyle>
            <a:lvl1pPr>
              <a:defRPr sz="2400" b="1">
                <a:solidFill>
                  <a:srgbClr val="023670"/>
                </a:solidFill>
                <a:latin typeface="KoPub돋움체 Bold" panose="02020603020101020101" pitchFamily="18" charset="-127"/>
                <a:ea typeface="KoPub돋움체 Bold" panose="02020603020101020101" pitchFamily="18" charset="-127"/>
                <a:cs typeface="Arial" panose="020B0604020202020204" pitchFamily="34" charset="0"/>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9CA482F1-FC12-443E-892A-B48F9C50AA53}"/>
              </a:ext>
            </a:extLst>
          </p:cNvPr>
          <p:cNvSpPr>
            <a:spLocks noGrp="1"/>
          </p:cNvSpPr>
          <p:nvPr>
            <p:ph idx="1" hasCustomPrompt="1"/>
          </p:nvPr>
        </p:nvSpPr>
        <p:spPr>
          <a:xfrm>
            <a:off x="508000" y="897468"/>
            <a:ext cx="11176000" cy="5063066"/>
          </a:xfrm>
        </p:spPr>
        <p:txBody>
          <a:bodyPr/>
          <a:lstStyle>
            <a:lvl1pPr>
              <a:lnSpc>
                <a:spcPct val="200000"/>
              </a:lnSpc>
              <a:defRPr sz="2000" b="0">
                <a:latin typeface="KoPub돋움체 Bold" panose="02020603020101020101" pitchFamily="18" charset="-127"/>
                <a:ea typeface="KoPub돋움체 Bold" panose="02020603020101020101" pitchFamily="18" charset="-127"/>
              </a:defRPr>
            </a:lvl1pPr>
            <a:lvl2pPr>
              <a:lnSpc>
                <a:spcPct val="150000"/>
              </a:lnSpc>
              <a:defRPr sz="1800">
                <a:latin typeface="KoPub돋움체 Medium" panose="02020603020101020101" pitchFamily="18" charset="-127"/>
                <a:ea typeface="KoPub돋움체 Medium" panose="02020603020101020101" pitchFamily="18" charset="-127"/>
              </a:defRPr>
            </a:lvl2pPr>
            <a:lvl3pPr>
              <a:lnSpc>
                <a:spcPct val="150000"/>
              </a:lnSpc>
              <a:defRPr sz="1600">
                <a:latin typeface="KoPub돋움체 Medium" panose="02020603020101020101" pitchFamily="18" charset="-127"/>
                <a:ea typeface="KoPub돋움체 Medium" panose="02020603020101020101" pitchFamily="18" charset="-127"/>
              </a:defRPr>
            </a:lvl3pPr>
            <a:lvl4pPr>
              <a:lnSpc>
                <a:spcPct val="150000"/>
              </a:lnSpc>
              <a:defRPr sz="1600">
                <a:latin typeface="KoPub돋움체 Medium" panose="02020603020101020101" pitchFamily="18" charset="-127"/>
                <a:ea typeface="KoPub돋움체 Medium" panose="02020603020101020101" pitchFamily="18" charset="-127"/>
              </a:defRPr>
            </a:lvl4pPr>
            <a:lvl5pPr>
              <a:lnSpc>
                <a:spcPct val="150000"/>
              </a:lnSpc>
              <a:defRPr sz="1600">
                <a:latin typeface="KoPub돋움체 Medium" panose="02020603020101020101" pitchFamily="18" charset="-127"/>
                <a:ea typeface="KoPub돋움체 Medium" panose="02020603020101020101" pitchFamily="18" charset="-127"/>
              </a:defRPr>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pic>
        <p:nvPicPr>
          <p:cNvPr id="11" name="그림 10">
            <a:extLst>
              <a:ext uri="{FF2B5EF4-FFF2-40B4-BE49-F238E27FC236}">
                <a16:creationId xmlns:a16="http://schemas.microsoft.com/office/drawing/2014/main" id="{95A1225D-0BD8-42FD-A091-144615FF0733}"/>
              </a:ext>
            </a:extLst>
          </p:cNvPr>
          <p:cNvPicPr>
            <a:picLocks noChangeAspect="1"/>
          </p:cNvPicPr>
          <p:nvPr userDrawn="1"/>
        </p:nvPicPr>
        <p:blipFill rotWithShape="1">
          <a:blip r:embed="rId2"/>
          <a:srcRect t="-583" b="3459"/>
          <a:stretch/>
        </p:blipFill>
        <p:spPr>
          <a:xfrm>
            <a:off x="5452198" y="6510701"/>
            <a:ext cx="1279135" cy="355962"/>
          </a:xfrm>
          <a:prstGeom prst="rect">
            <a:avLst/>
          </a:prstGeom>
          <a:solidFill>
            <a:srgbClr val="1F346B"/>
          </a:solidFill>
        </p:spPr>
      </p:pic>
      <p:sp>
        <p:nvSpPr>
          <p:cNvPr id="6" name="슬라이드 번호 개체 틀 5">
            <a:extLst>
              <a:ext uri="{FF2B5EF4-FFF2-40B4-BE49-F238E27FC236}">
                <a16:creationId xmlns:a16="http://schemas.microsoft.com/office/drawing/2014/main" id="{831EFF5A-1B85-42B1-95F5-C4213C5AD98D}"/>
              </a:ext>
            </a:extLst>
          </p:cNvPr>
          <p:cNvSpPr>
            <a:spLocks noGrp="1"/>
          </p:cNvSpPr>
          <p:nvPr>
            <p:ph type="sldNum" sz="quarter" idx="12"/>
          </p:nvPr>
        </p:nvSpPr>
        <p:spPr>
          <a:xfrm>
            <a:off x="11404600" y="6517302"/>
            <a:ext cx="558800" cy="321398"/>
          </a:xfrm>
        </p:spPr>
        <p:txBody>
          <a:bodyPr/>
          <a:lstStyle>
            <a:lvl1pPr>
              <a:defRPr>
                <a:solidFill>
                  <a:schemeClr val="bg1"/>
                </a:solidFill>
              </a:defRPr>
            </a:lvl1pPr>
          </a:lstStyle>
          <a:p>
            <a:fld id="{9F4AF89A-28FA-47FA-B28F-9A9C6913CB7A}" type="slidenum">
              <a:rPr lang="ko-KR" altLang="en-US" smtClean="0"/>
              <a:pPr/>
              <a:t>‹#›</a:t>
            </a:fld>
            <a:endParaRPr lang="ko-KR" altLang="en-US" dirty="0"/>
          </a:p>
        </p:txBody>
      </p:sp>
      <p:pic>
        <p:nvPicPr>
          <p:cNvPr id="13" name="그림 12">
            <a:extLst>
              <a:ext uri="{FF2B5EF4-FFF2-40B4-BE49-F238E27FC236}">
                <a16:creationId xmlns:a16="http://schemas.microsoft.com/office/drawing/2014/main" id="{DAEAB581-7B9E-4552-9BEC-BDB2FB36C0F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6482" b="96122" l="16219" r="85171">
                        <a14:foregroundMark x1="20111" y1="81440" x2="20111" y2="81440"/>
                        <a14:foregroundMark x1="16404" y1="81440" x2="16404" y2="81440"/>
                        <a14:foregroundMark x1="25950" y1="81717" x2="25950" y2="81717"/>
                        <a14:foregroundMark x1="35959" y1="86704" x2="35959" y2="86704"/>
                        <a14:foregroundMark x1="44300" y1="83657" x2="44300" y2="83657"/>
                        <a14:foregroundMark x1="53197" y1="73961" x2="53197" y2="73961"/>
                        <a14:foregroundMark x1="82947" y1="81717" x2="82947" y2="81717"/>
                        <a14:foregroundMark x1="85171" y1="87812" x2="85171" y2="87812"/>
                      </a14:backgroundRemoval>
                    </a14:imgEffect>
                  </a14:imgLayer>
                </a14:imgProps>
              </a:ext>
              <a:ext uri="{28A0092B-C50C-407E-A947-70E740481C1C}">
                <a14:useLocalDpi xmlns:a14="http://schemas.microsoft.com/office/drawing/2010/main" val="0"/>
              </a:ext>
            </a:extLst>
          </a:blip>
          <a:srcRect l="12517" t="63297" r="13176"/>
          <a:stretch/>
        </p:blipFill>
        <p:spPr>
          <a:xfrm>
            <a:off x="112017" y="6545265"/>
            <a:ext cx="1744133" cy="288231"/>
          </a:xfrm>
          <a:prstGeom prst="rect">
            <a:avLst/>
          </a:prstGeom>
        </p:spPr>
      </p:pic>
      <p:sp>
        <p:nvSpPr>
          <p:cNvPr id="16" name="날짜 개체 틀 3">
            <a:extLst>
              <a:ext uri="{FF2B5EF4-FFF2-40B4-BE49-F238E27FC236}">
                <a16:creationId xmlns:a16="http://schemas.microsoft.com/office/drawing/2014/main" id="{3920A115-BF94-4DB0-B759-905F580E6ABC}"/>
              </a:ext>
            </a:extLst>
          </p:cNvPr>
          <p:cNvSpPr>
            <a:spLocks noGrp="1"/>
          </p:cNvSpPr>
          <p:nvPr>
            <p:ph type="dt" sz="half" idx="10"/>
          </p:nvPr>
        </p:nvSpPr>
        <p:spPr>
          <a:xfrm>
            <a:off x="9698025" y="6495439"/>
            <a:ext cx="1258711" cy="365125"/>
          </a:xfrm>
        </p:spPr>
        <p:txBody>
          <a:bodyPr/>
          <a:lstStyle>
            <a:lvl1pPr>
              <a:defRPr>
                <a:solidFill>
                  <a:schemeClr val="bg1"/>
                </a:solidFill>
              </a:defRPr>
            </a:lvl1pPr>
          </a:lstStyle>
          <a:p>
            <a:endParaRPr lang="ko-KR" altLang="en-US" dirty="0"/>
          </a:p>
        </p:txBody>
      </p:sp>
      <p:sp>
        <p:nvSpPr>
          <p:cNvPr id="17" name="바닥글 개체 틀 4">
            <a:extLst>
              <a:ext uri="{FF2B5EF4-FFF2-40B4-BE49-F238E27FC236}">
                <a16:creationId xmlns:a16="http://schemas.microsoft.com/office/drawing/2014/main" id="{CB761E04-ABC5-4F9B-B7F4-0370F3F02EDD}"/>
              </a:ext>
            </a:extLst>
          </p:cNvPr>
          <p:cNvSpPr>
            <a:spLocks noGrp="1"/>
          </p:cNvSpPr>
          <p:nvPr>
            <p:ph type="ftr" sz="quarter" idx="11"/>
          </p:nvPr>
        </p:nvSpPr>
        <p:spPr>
          <a:xfrm>
            <a:off x="7308348" y="6495439"/>
            <a:ext cx="1888067" cy="365125"/>
          </a:xfrm>
        </p:spPr>
        <p:txBody>
          <a:bodyPr/>
          <a:lstStyle>
            <a:lvl1pPr>
              <a:defRPr>
                <a:solidFill>
                  <a:schemeClr val="bg1"/>
                </a:solidFill>
              </a:defRPr>
            </a:lvl1pPr>
          </a:lstStyle>
          <a:p>
            <a:endParaRPr lang="ko-KR" altLang="en-US" dirty="0"/>
          </a:p>
        </p:txBody>
      </p:sp>
    </p:spTree>
    <p:extLst>
      <p:ext uri="{BB962C8B-B14F-4D97-AF65-F5344CB8AC3E}">
        <p14:creationId xmlns:p14="http://schemas.microsoft.com/office/powerpoint/2010/main" val="317648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D0B4DC-8072-4B8E-A822-FE3A08C0D63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D927B99-20C3-4D37-8275-EA6400E5C1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7C6CE84-6AD8-453A-AD6E-FEAF6049C1C5}"/>
              </a:ext>
            </a:extLst>
          </p:cNvPr>
          <p:cNvSpPr>
            <a:spLocks noGrp="1"/>
          </p:cNvSpPr>
          <p:nvPr>
            <p:ph type="dt" sz="half" idx="10"/>
          </p:nvPr>
        </p:nvSpPr>
        <p:spPr>
          <a:xfrm>
            <a:off x="838200" y="6044141"/>
            <a:ext cx="2743200" cy="365125"/>
          </a:xfrm>
        </p:spPr>
        <p:txBody>
          <a:bodyPr/>
          <a:lstStyle/>
          <a:p>
            <a:endParaRPr lang="ko-KR" altLang="en-US"/>
          </a:p>
        </p:txBody>
      </p:sp>
      <p:sp>
        <p:nvSpPr>
          <p:cNvPr id="5" name="바닥글 개체 틀 4">
            <a:extLst>
              <a:ext uri="{FF2B5EF4-FFF2-40B4-BE49-F238E27FC236}">
                <a16:creationId xmlns:a16="http://schemas.microsoft.com/office/drawing/2014/main" id="{549EF105-0337-4580-9111-FD2F527F97D8}"/>
              </a:ext>
            </a:extLst>
          </p:cNvPr>
          <p:cNvSpPr>
            <a:spLocks noGrp="1"/>
          </p:cNvSpPr>
          <p:nvPr>
            <p:ph type="ftr" sz="quarter" idx="11"/>
          </p:nvPr>
        </p:nvSpPr>
        <p:spPr>
          <a:xfrm>
            <a:off x="4038600" y="6044141"/>
            <a:ext cx="4114800" cy="365125"/>
          </a:xfrm>
        </p:spPr>
        <p:txBody>
          <a:bodyPr/>
          <a:lstStyle/>
          <a:p>
            <a:endParaRPr lang="ko-KR" altLang="en-US"/>
          </a:p>
        </p:txBody>
      </p:sp>
      <p:sp>
        <p:nvSpPr>
          <p:cNvPr id="7" name="슬라이드 번호 개체 틀 5">
            <a:extLst>
              <a:ext uri="{FF2B5EF4-FFF2-40B4-BE49-F238E27FC236}">
                <a16:creationId xmlns:a16="http://schemas.microsoft.com/office/drawing/2014/main" id="{AB31AF83-2C46-4BF6-B48E-DD76F99A3E2F}"/>
              </a:ext>
            </a:extLst>
          </p:cNvPr>
          <p:cNvSpPr>
            <a:spLocks noGrp="1"/>
          </p:cNvSpPr>
          <p:nvPr>
            <p:ph type="sldNum" sz="quarter" idx="12"/>
          </p:nvPr>
        </p:nvSpPr>
        <p:spPr>
          <a:xfrm>
            <a:off x="8940800" y="6044141"/>
            <a:ext cx="2743200" cy="365125"/>
          </a:xfrm>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451779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8C8B6C-1DEF-4332-8A14-F6B6981FD99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78B35E-5C7A-4650-863C-461C8592BBB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A0FC85E-DA01-4C94-8312-2EAB20EAB35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6ADE796-457C-4E05-BBB8-BC7FD1390133}"/>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65A564A-D398-41C0-BEF2-5D2A53F3709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BD0DB09-1DC7-4816-820B-2EDD19BADB2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2129832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073845-DA08-4E02-89E5-279477CDC15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FA0F8E2-8F9C-4936-8D92-FA7FE49702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59C35784-8D42-4310-8640-07C1BEB330B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B31B950-6CB7-42DB-A303-B407EF83D2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0F35007-CA56-4CB7-8C5F-CF3E2924C58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90CD9AE-54AB-44CB-8910-A70F24EB3AAA}"/>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42AFA608-2F47-4FBC-8A45-AC037C64C08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EA635AC-BD3D-4D4A-AB07-EAABF5013766}"/>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307660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D27486-42F6-4B67-8DF8-769971D09AF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BBFFFA3-6C08-4D2B-B714-F2729D0D945F}"/>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001B550E-4A2E-4405-8F29-A9633B7A925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840B985F-0B0F-472E-A18E-72C776E3022C}"/>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69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5995497-1A46-4FDE-B4B1-CA2510A4E863}"/>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66BDDD35-FFDF-4936-8645-AC2A1F2AB0E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A31037F-312F-4D9B-9119-F134F49B2903}"/>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59211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062E35-F23E-4CDC-9C00-11DCB7E970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765F35A-C1B0-4F2A-8536-7C9C4EF9C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6B6DFEF-5929-42A1-B17A-6AD3F1AC5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B8A33CA-A779-4AE7-8BB3-0DF9C81A742A}"/>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1539BD6-447C-4ABC-97CC-BCC453A3890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6A96239-5406-4F31-95AA-C4BD1AB5053A}"/>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47807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FCC7A7-4C8B-434F-9C38-C6E5AC9E37D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7AD0D2C-AE0D-4BDF-B9E8-D91CD7556C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9F58740-6BDA-46A2-A629-765E7E175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92C1AD5-7F55-4125-8A2F-BC07A86DA481}"/>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CAB58409-227F-4B89-B306-5E32E6E4F5A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7C64012-3A7B-4999-BA77-06258A04A4F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4303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54230E-387F-465D-9111-5F8ACFE1D2C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C53B19F-7C90-4073-858B-0BD87654EFB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96123FE-787A-4904-AA9D-8ACC7B307BB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F1EAC67-5F52-452E-9E50-F587C648176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50EEB5A-4207-4ADB-95D4-B87AA305BAB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90071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DACCBB6-C18F-485C-A53E-8683CFFE909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112DC10F-92E5-436B-9D63-2A68B11CB04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5DDDF8-BB20-4C9B-9571-A39BA7D6E91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7354DDF5-9EDE-406E-BFC5-8359CD7084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B989F03-47B6-4B39-B0CA-2A216789CA9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77719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A31B03D-0C42-48E6-948A-722C5EE3FD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495A6E46-0B48-4B44-9DA0-C7C1E05C3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B20D4B93-E437-4DCC-9E09-16EA88BBC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5" name="바닥글 개체 틀 4">
            <a:extLst>
              <a:ext uri="{FF2B5EF4-FFF2-40B4-BE49-F238E27FC236}">
                <a16:creationId xmlns:a16="http://schemas.microsoft.com/office/drawing/2014/main" id="{84A7A77E-05D0-4203-B655-9A2A21B58D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6" name="슬라이드 번호 개체 틀 5">
            <a:extLst>
              <a:ext uri="{FF2B5EF4-FFF2-40B4-BE49-F238E27FC236}">
                <a16:creationId xmlns:a16="http://schemas.microsoft.com/office/drawing/2014/main" id="{4C09CEAC-52D1-4D7C-99C4-13222A951E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fld id="{9F4AF89A-28FA-47FA-B28F-9A9C6913CB7A}" type="slidenum">
              <a:rPr lang="ko-KR" altLang="en-US" smtClean="0"/>
              <a:pPr/>
              <a:t>‹#›</a:t>
            </a:fld>
            <a:endParaRPr lang="ko-KR" altLang="en-US" dirty="0"/>
          </a:p>
        </p:txBody>
      </p:sp>
    </p:spTree>
    <p:extLst>
      <p:ext uri="{BB962C8B-B14F-4D97-AF65-F5344CB8AC3E}">
        <p14:creationId xmlns:p14="http://schemas.microsoft.com/office/powerpoint/2010/main" val="275548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KoPub돋움체 Medium" panose="00000600000000000000" pitchFamily="2" charset="-127"/>
          <a:ea typeface="KoPub돋움체 Medium" panose="00000600000000000000" pitchFamily="2"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KoPub돋움체 Medium" panose="00000600000000000000" pitchFamily="2" charset="-127"/>
          <a:ea typeface="KoPub돋움체 Medium" panose="00000600000000000000" pitchFamily="2"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KoPub돋움체 Medium" panose="00000600000000000000" pitchFamily="2" charset="-127"/>
          <a:ea typeface="KoPub돋움체 Medium" panose="00000600000000000000" pitchFamily="2"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KoPub돋움체 Medium" panose="00000600000000000000" pitchFamily="2" charset="-127"/>
          <a:ea typeface="KoPub돋움체 Medium" panose="00000600000000000000" pitchFamily="2"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7068" y="2062806"/>
            <a:ext cx="11387837" cy="461665"/>
          </a:xfrm>
          <a:prstGeom prst="rect">
            <a:avLst/>
          </a:prstGeom>
          <a:noFill/>
        </p:spPr>
        <p:txBody>
          <a:bodyPr wrap="square">
            <a:spAutoFit/>
          </a:bodyPr>
          <a:lstStyle/>
          <a:p>
            <a:r>
              <a:rPr lang="en-US" sz="2400" b="1" dirty="0">
                <a:solidFill>
                  <a:schemeClr val="bg1"/>
                </a:solidFill>
                <a:latin typeface="KoPub돋움체 Bold"/>
              </a:rPr>
              <a:t>Results of Residual Algorithm</a:t>
            </a:r>
            <a:endParaRPr sz="2400" b="1" dirty="0">
              <a:solidFill>
                <a:schemeClr val="bg1"/>
              </a:solidFill>
              <a:latin typeface="KoPub돋움체 Bold"/>
            </a:endParaRPr>
          </a:p>
        </p:txBody>
      </p:sp>
      <p:sp>
        <p:nvSpPr>
          <p:cNvPr id="3" name="TextBox 2"/>
          <p:cNvSpPr txBox="1"/>
          <p:nvPr/>
        </p:nvSpPr>
        <p:spPr>
          <a:xfrm>
            <a:off x="417068" y="3139177"/>
            <a:ext cx="7139940" cy="338554"/>
          </a:xfrm>
          <a:prstGeom prst="rect">
            <a:avLst/>
          </a:prstGeom>
          <a:noFill/>
        </p:spPr>
        <p:txBody>
          <a:bodyPr wrap="square">
            <a:spAutoFit/>
          </a:bodyPr>
          <a:lstStyle/>
          <a:p>
            <a:r>
              <a:rPr sz="1600" dirty="0">
                <a:solidFill>
                  <a:schemeClr val="bg1"/>
                </a:solidFill>
                <a:latin typeface="KoPub돋움체 Medium"/>
              </a:rPr>
              <a:t>2026. 07. </a:t>
            </a:r>
            <a:r>
              <a:rPr lang="en-US" sz="1600" dirty="0">
                <a:solidFill>
                  <a:schemeClr val="bg1"/>
                </a:solidFill>
                <a:latin typeface="KoPub돋움체 Medium"/>
              </a:rPr>
              <a:t>16</a:t>
            </a:r>
            <a:endParaRPr sz="1600" dirty="0">
              <a:solidFill>
                <a:schemeClr val="bg1"/>
              </a:solidFill>
              <a:latin typeface="KoPub돋움체 Medium"/>
            </a:endParaRPr>
          </a:p>
        </p:txBody>
      </p:sp>
      <p:sp>
        <p:nvSpPr>
          <p:cNvPr id="4" name="TextBox 3"/>
          <p:cNvSpPr txBox="1"/>
          <p:nvPr/>
        </p:nvSpPr>
        <p:spPr>
          <a:xfrm>
            <a:off x="417068" y="3564777"/>
            <a:ext cx="7139940" cy="289823"/>
          </a:xfrm>
          <a:prstGeom prst="rect">
            <a:avLst/>
          </a:prstGeom>
          <a:noFill/>
        </p:spPr>
        <p:txBody>
          <a:bodyPr wrap="square">
            <a:spAutoFit/>
          </a:bodyPr>
          <a:lstStyle/>
          <a:p>
            <a:r>
              <a:rPr sz="1800" b="1">
                <a:solidFill>
                  <a:srgbClr val="FFFFFF"/>
                </a:solidFill>
                <a:latin typeface="KoPub돋움체 Medium"/>
              </a:rPr>
              <a:t>JangHoon Chun</a:t>
            </a:r>
          </a:p>
        </p:txBody>
      </p:sp>
      <p:sp>
        <p:nvSpPr>
          <p:cNvPr id="5" name="TextBox 4"/>
          <p:cNvSpPr txBox="1"/>
          <p:nvPr/>
        </p:nvSpPr>
        <p:spPr>
          <a:xfrm>
            <a:off x="417068" y="3978214"/>
            <a:ext cx="7139940" cy="1213153"/>
          </a:xfrm>
          <a:prstGeom prst="rect">
            <a:avLst/>
          </a:prstGeom>
          <a:noFill/>
        </p:spPr>
        <p:txBody>
          <a:bodyPr wrap="square">
            <a:spAutoFit/>
          </a:bodyPr>
          <a:lstStyle/>
          <a:p>
            <a:r>
              <a:rPr sz="1600">
                <a:solidFill>
                  <a:srgbClr val="FFFFFF"/>
                </a:solidFill>
                <a:latin typeface="KoPub돋움체 Medium"/>
              </a:rPr>
              <a:t>Department of, Medical Device Engineering &amp; Management</a:t>
            </a:r>
          </a:p>
          <a:p>
            <a:r>
              <a:rPr sz="1600">
                <a:solidFill>
                  <a:srgbClr val="FFFFFF"/>
                </a:solidFill>
                <a:latin typeface="KoPub돋움체 Medium"/>
              </a:rPr>
              <a:t>Gangnam Severance Hospital,</a:t>
            </a:r>
          </a:p>
          <a:p>
            <a:r>
              <a:rPr sz="1600">
                <a:solidFill>
                  <a:srgbClr val="FFFFFF"/>
                </a:solidFill>
                <a:latin typeface="KoPub돋움체 Medium"/>
              </a:rPr>
              <a:t>Yonsei University College of Medicine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a:t>
            </a:r>
            <a:r>
              <a:rPr lang="ko-KR" altLang="en-US" dirty="0"/>
              <a:t> </a:t>
            </a:r>
            <a:r>
              <a:rPr lang="en-US" altLang="ko-KR" dirty="0"/>
              <a:t>In</a:t>
            </a:r>
            <a:r>
              <a:rPr lang="ko-KR" altLang="en-US" dirty="0"/>
              <a:t> </a:t>
            </a:r>
            <a:r>
              <a:rPr lang="en-US" altLang="ko-KR" dirty="0"/>
              <a:t>Last</a:t>
            </a:r>
            <a:r>
              <a:rPr lang="ko-KR" altLang="en-US" dirty="0"/>
              <a:t> </a:t>
            </a:r>
            <a:r>
              <a:rPr lang="en-US" altLang="ko-KR" dirty="0"/>
              <a:t>Meeting</a:t>
            </a:r>
            <a:endParaRPr dirty="0"/>
          </a:p>
        </p:txBody>
      </p:sp>
      <p:sp>
        <p:nvSpPr>
          <p:cNvPr id="9" name="내용 개체 틀 8">
            <a:extLst>
              <a:ext uri="{FF2B5EF4-FFF2-40B4-BE49-F238E27FC236}">
                <a16:creationId xmlns:a16="http://schemas.microsoft.com/office/drawing/2014/main" id="{CDE98734-B61B-52A9-4AC8-3A3A0C7E6EAE}"/>
              </a:ext>
            </a:extLst>
          </p:cNvPr>
          <p:cNvSpPr>
            <a:spLocks noGrp="1"/>
          </p:cNvSpPr>
          <p:nvPr>
            <p:ph idx="1"/>
          </p:nvPr>
        </p:nvSpPr>
        <p:spPr/>
        <p:txBody>
          <a:bodyPr>
            <a:normAutofit fontScale="85000" lnSpcReduction="20000"/>
          </a:bodyPr>
          <a:lstStyle/>
          <a:p>
            <a:r>
              <a:rPr lang="en-US" altLang="ko-KR" dirty="0"/>
              <a:t>Part A</a:t>
            </a:r>
          </a:p>
          <a:p>
            <a:pPr lvl="1"/>
            <a:r>
              <a:rPr lang="ko-KR" altLang="ko-KR" b="1" dirty="0"/>
              <a:t>전문가가 직접 만든 판별 규칙</a:t>
            </a:r>
            <a:endParaRPr lang="en-US" altLang="ko-KR" b="1" dirty="0"/>
          </a:p>
          <a:p>
            <a:pPr lvl="2"/>
            <a:r>
              <a:rPr lang="en-US" altLang="ko-KR" dirty="0"/>
              <a:t>Region Scout(2</a:t>
            </a:r>
            <a:r>
              <a:rPr lang="ko-KR" altLang="en-US" dirty="0"/>
              <a:t>가지 </a:t>
            </a:r>
            <a:r>
              <a:rPr lang="en-US" altLang="ko-KR" dirty="0"/>
              <a:t>Scan) → Branch Screening → 4-Branch×Pattern </a:t>
            </a:r>
            <a:r>
              <a:rPr lang="en-US" altLang="ko-KR" dirty="0" err="1"/>
              <a:t>전수탐색</a:t>
            </a:r>
            <a:endParaRPr lang="en-US" altLang="ko-KR" dirty="0"/>
          </a:p>
          <a:p>
            <a:pPr lvl="2"/>
            <a:r>
              <a:rPr lang="en-US" altLang="ko-KR" dirty="0" err="1"/>
              <a:t>사람이</a:t>
            </a:r>
            <a:r>
              <a:rPr lang="en-US" altLang="ko-KR" dirty="0"/>
              <a:t> 이해할 수 있는 규칙 후보를 데이터로 좁혀나가는 과정</a:t>
            </a:r>
          </a:p>
          <a:p>
            <a:pPr lvl="1"/>
            <a:r>
              <a:rPr lang="ko-KR" altLang="ko-KR" b="1" dirty="0" err="1"/>
              <a:t>1차 결과: 눈으로 확인 가능한 4개 구간 규칙</a:t>
            </a:r>
            <a:endParaRPr lang="en-US" altLang="ko-KR" b="1" dirty="0"/>
          </a:p>
          <a:p>
            <a:pPr lvl="2"/>
            <a:r>
              <a:rPr lang="ko-KR" altLang="ko-KR" dirty="0"/>
              <a:t>규칙 탐색에서 확정된 LOCKED_PRIMARY_BRANCHES/PATTERNS를 그대로 적용</a:t>
            </a:r>
            <a:endParaRPr lang="en-US" altLang="ko-KR" dirty="0"/>
          </a:p>
          <a:p>
            <a:pPr lvl="2"/>
            <a:r>
              <a:rPr lang="ko-KR" altLang="ko-KR" dirty="0" err="1"/>
              <a:t>비열등성</a:t>
            </a:r>
            <a:r>
              <a:rPr lang="ko-KR" altLang="ko-KR" dirty="0"/>
              <a:t>(</a:t>
            </a:r>
            <a:r>
              <a:rPr lang="ko-KR" altLang="ko-KR" dirty="0" err="1"/>
              <a:t>Non</a:t>
            </a:r>
            <a:r>
              <a:rPr lang="en-US" altLang="ko-KR" dirty="0"/>
              <a:t>-</a:t>
            </a:r>
            <a:r>
              <a:rPr lang="ko-KR" altLang="ko-KR" dirty="0" err="1"/>
              <a:t>inferiority</a:t>
            </a:r>
            <a:r>
              <a:rPr lang="ko-KR" altLang="ko-KR" dirty="0"/>
              <a:t>, NI) 검정까지 통과한 최종 규칙</a:t>
            </a:r>
          </a:p>
          <a:p>
            <a:pPr lvl="1"/>
            <a:r>
              <a:rPr lang="ko-KR" altLang="ko-KR" b="1" dirty="0" err="1"/>
              <a:t>2차 결과: CNN-mimic Gate</a:t>
            </a:r>
            <a:endParaRPr lang="en-US" altLang="ko-KR" dirty="0"/>
          </a:p>
          <a:p>
            <a:pPr lvl="2"/>
            <a:r>
              <a:rPr lang="ko-KR" altLang="ko-KR" dirty="0"/>
              <a:t>같은 R1~R4 구간에서 CNN이 1차 규칙의 판정을 따라 배우게 한 뒤(teacher-mimic), 독립적인 방법으로 같은 결론이 나오는지 교차검증</a:t>
            </a:r>
          </a:p>
          <a:p>
            <a:r>
              <a:rPr lang="en-US" altLang="ko-KR" dirty="0"/>
              <a:t>Part B</a:t>
            </a:r>
          </a:p>
          <a:p>
            <a:pPr lvl="1"/>
            <a:r>
              <a:rPr lang="ko-KR" altLang="ko-KR" b="1" dirty="0"/>
              <a:t>자동화 파이프라인 (Stage 1~4)</a:t>
            </a:r>
            <a:endParaRPr lang="en-US" altLang="ko-KR" b="1" dirty="0"/>
          </a:p>
          <a:p>
            <a:pPr lvl="2"/>
            <a:r>
              <a:rPr lang="ko-KR" altLang="ko-KR" dirty="0" err="1"/>
              <a:t>2차 결과와 같은 teacher-mimic 원리를 쓰지만, 여기서는 이진 판정에서 끝나지 않고 Stage 3·4로 이어져 환자를 위험도에 따라 세분화하는 데까지 확장</a:t>
            </a:r>
            <a:endParaRPr lang="en-US" altLang="ko-K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A3D35-9A96-1F3E-4C5B-FACD85DAF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3C8CA-A987-DFA8-A8BC-6BFAA6CA1143}"/>
              </a:ext>
            </a:extLst>
          </p:cNvPr>
          <p:cNvSpPr>
            <a:spLocks noGrp="1"/>
          </p:cNvSpPr>
          <p:nvPr>
            <p:ph type="title"/>
          </p:nvPr>
        </p:nvSpPr>
        <p:spPr/>
        <p:txBody>
          <a:bodyPr/>
          <a:lstStyle/>
          <a:p>
            <a:r>
              <a:rPr lang="en-US" altLang="ko-KR" dirty="0"/>
              <a:t>2. Research Summary</a:t>
            </a:r>
            <a:endParaRPr dirty="0"/>
          </a:p>
        </p:txBody>
      </p:sp>
      <p:sp>
        <p:nvSpPr>
          <p:cNvPr id="4" name="내용 개체 틀 3">
            <a:extLst>
              <a:ext uri="{FF2B5EF4-FFF2-40B4-BE49-F238E27FC236}">
                <a16:creationId xmlns:a16="http://schemas.microsoft.com/office/drawing/2014/main" id="{AF4AC168-8DC9-CAA8-4154-59225A6D90E1}"/>
              </a:ext>
            </a:extLst>
          </p:cNvPr>
          <p:cNvSpPr>
            <a:spLocks noGrp="1"/>
          </p:cNvSpPr>
          <p:nvPr>
            <p:ph idx="1"/>
          </p:nvPr>
        </p:nvSpPr>
        <p:spPr/>
        <p:txBody>
          <a:bodyPr>
            <a:normAutofit fontScale="85000" lnSpcReduction="10000"/>
          </a:bodyPr>
          <a:lstStyle/>
          <a:p>
            <a:r>
              <a:rPr lang="en-US" altLang="ko-KR" dirty="0"/>
              <a:t>AEC</a:t>
            </a:r>
            <a:r>
              <a:rPr lang="ko-KR" altLang="en-US" dirty="0"/>
              <a:t>를 </a:t>
            </a:r>
            <a:r>
              <a:rPr lang="en-US" altLang="ko-KR" dirty="0"/>
              <a:t>group</a:t>
            </a:r>
            <a:r>
              <a:rPr lang="ko-KR" altLang="en-US" dirty="0"/>
              <a:t>별 비교 분석</a:t>
            </a:r>
            <a:endParaRPr lang="en-US" altLang="ko-KR" dirty="0"/>
          </a:p>
          <a:p>
            <a:pPr lvl="1"/>
            <a:r>
              <a:rPr lang="en-US" altLang="ko-KR" dirty="0"/>
              <a:t>AEC</a:t>
            </a:r>
            <a:r>
              <a:rPr lang="ko-KR" altLang="en-US" dirty="0"/>
              <a:t>의 데이터가 이미 </a:t>
            </a:r>
            <a:r>
              <a:rPr lang="en-US" altLang="ko-KR" dirty="0"/>
              <a:t>Clinic </a:t>
            </a:r>
            <a:r>
              <a:rPr lang="ko-KR" altLang="en-US" dirty="0"/>
              <a:t>정보를 많이 함유하고 있음</a:t>
            </a:r>
            <a:r>
              <a:rPr lang="en-US" altLang="ko-KR" dirty="0"/>
              <a:t> </a:t>
            </a:r>
          </a:p>
          <a:p>
            <a:r>
              <a:rPr lang="en-US" altLang="ko-KR" dirty="0"/>
              <a:t>Raw</a:t>
            </a:r>
            <a:r>
              <a:rPr lang="ko-KR" altLang="en-US" dirty="0"/>
              <a:t> </a:t>
            </a:r>
            <a:r>
              <a:rPr lang="en-US" altLang="ko-KR" dirty="0"/>
              <a:t>value</a:t>
            </a:r>
            <a:r>
              <a:rPr lang="ko-KR" altLang="en-US" dirty="0"/>
              <a:t>를 사용하지 않고</a:t>
            </a:r>
            <a:r>
              <a:rPr lang="en-US" altLang="ko-KR" dirty="0"/>
              <a:t>, Clinic</a:t>
            </a:r>
            <a:r>
              <a:rPr lang="ko-KR" altLang="en-US" dirty="0"/>
              <a:t>과 </a:t>
            </a:r>
            <a:r>
              <a:rPr lang="en-US" altLang="ko-KR" dirty="0"/>
              <a:t>AEC</a:t>
            </a:r>
            <a:r>
              <a:rPr lang="ko-KR" altLang="en-US" dirty="0"/>
              <a:t>간의 </a:t>
            </a:r>
            <a:r>
              <a:rPr lang="en-US" altLang="ko-KR" dirty="0"/>
              <a:t>Residual</a:t>
            </a:r>
            <a:r>
              <a:rPr lang="ko-KR" altLang="en-US" dirty="0"/>
              <a:t>을 계산한 값을 활용하는 방안</a:t>
            </a:r>
            <a:endParaRPr lang="en-US" altLang="ko-KR" dirty="0"/>
          </a:p>
          <a:p>
            <a:r>
              <a:rPr lang="ko-KR" altLang="ko-KR" dirty="0"/>
              <a:t>Stage-2는 구조상 </a:t>
            </a:r>
            <a:r>
              <a:rPr lang="en-US" altLang="ko-KR" dirty="0"/>
              <a:t>S</a:t>
            </a:r>
            <a:r>
              <a:rPr lang="ko-KR" altLang="ko-KR" dirty="0"/>
              <a:t>tage-1</a:t>
            </a:r>
            <a:r>
              <a:rPr lang="en-US" altLang="ko-KR" dirty="0"/>
              <a:t>(Clinic-only)</a:t>
            </a:r>
            <a:r>
              <a:rPr lang="ko-KR" altLang="ko-KR" dirty="0"/>
              <a:t>의 </a:t>
            </a:r>
            <a:r>
              <a:rPr lang="ko-KR" altLang="ko-KR" dirty="0" err="1"/>
              <a:t>positive만</a:t>
            </a:r>
            <a:r>
              <a:rPr lang="ko-KR" altLang="ko-KR" dirty="0"/>
              <a:t> </a:t>
            </a:r>
            <a:r>
              <a:rPr lang="en-US" altLang="ko-KR" dirty="0"/>
              <a:t> </a:t>
            </a:r>
            <a:r>
              <a:rPr lang="ko-KR" altLang="en-US" dirty="0"/>
              <a:t>사용</a:t>
            </a:r>
            <a:r>
              <a:rPr lang="ko-KR" altLang="ko-KR" dirty="0"/>
              <a:t>함</a:t>
            </a:r>
            <a:endParaRPr lang="en-US" altLang="ko-KR" dirty="0"/>
          </a:p>
          <a:p>
            <a:r>
              <a:rPr lang="ko-KR" altLang="en-US" dirty="0"/>
              <a:t>여러 방법으로 성능 비교</a:t>
            </a:r>
            <a:endParaRPr lang="en-US" altLang="ko-KR" dirty="0"/>
          </a:p>
          <a:p>
            <a:pPr lvl="1"/>
            <a:r>
              <a:rPr lang="en-US" altLang="ko-KR" dirty="0"/>
              <a:t>Logistic Regression, HGB - PCA</a:t>
            </a:r>
            <a:r>
              <a:rPr lang="ko-KR" altLang="en-US" dirty="0"/>
              <a:t> </a:t>
            </a:r>
            <a:r>
              <a:rPr lang="en-US" altLang="ko-KR" dirty="0"/>
              <a:t>/</a:t>
            </a:r>
            <a:r>
              <a:rPr lang="ko-KR" altLang="en-US" dirty="0"/>
              <a:t> </a:t>
            </a:r>
            <a:r>
              <a:rPr lang="en-US" altLang="ko-KR" dirty="0"/>
              <a:t>Band / Cluster Band / Combo(</a:t>
            </a:r>
            <a:r>
              <a:rPr lang="en-US" altLang="ko-KR" dirty="0" err="1"/>
              <a:t>pca+band</a:t>
            </a:r>
            <a:r>
              <a:rPr lang="en-US" altLang="ko-KR" dirty="0"/>
              <a:t>) / 1D Radiomics</a:t>
            </a:r>
          </a:p>
          <a:p>
            <a:pPr lvl="1"/>
            <a:r>
              <a:rPr lang="en-US" altLang="ko-KR" dirty="0"/>
              <a:t>1D CNN – pretrain / skip-connection / Bagging Ensemble / Repeated CV / </a:t>
            </a:r>
            <a:r>
              <a:rPr lang="en-US" altLang="ko-KR" dirty="0" err="1"/>
              <a:t>FiLM</a:t>
            </a:r>
            <a:endParaRPr lang="en-US" altLang="ko-KR" dirty="0"/>
          </a:p>
          <a:p>
            <a:r>
              <a:rPr lang="en-US" altLang="ko-KR" dirty="0"/>
              <a:t>NI(Non-Inferiority) Test</a:t>
            </a:r>
          </a:p>
          <a:p>
            <a:pPr lvl="1"/>
            <a:r>
              <a:rPr lang="ko-KR" altLang="ko-KR" dirty="0" err="1"/>
              <a:t>Sens는</a:t>
            </a:r>
            <a:r>
              <a:rPr lang="ko-KR" altLang="ko-KR" dirty="0"/>
              <a:t> CI 조건 통과 → (</a:t>
            </a:r>
            <a:r>
              <a:rPr lang="ko-KR" altLang="ko-KR" dirty="0" err="1"/>
              <a:t>Δ</a:t>
            </a:r>
            <a:r>
              <a:rPr lang="ko-KR" altLang="ko-KR" dirty="0"/>
              <a:t> </a:t>
            </a:r>
            <a:r>
              <a:rPr lang="ko-KR" altLang="ko-KR" dirty="0" err="1"/>
              <a:t>Sens</a:t>
            </a:r>
            <a:r>
              <a:rPr lang="ko-KR" altLang="ko-KR" dirty="0"/>
              <a:t> ≥ -0.05, 즉 </a:t>
            </a:r>
            <a:r>
              <a:rPr lang="ko-KR" altLang="ko-KR" dirty="0" err="1"/>
              <a:t>sensitivity</a:t>
            </a:r>
            <a:r>
              <a:rPr lang="ko-KR" altLang="ko-KR" dirty="0"/>
              <a:t> 하락폭의 97.5% CI 상한이 5%p 이내)</a:t>
            </a:r>
          </a:p>
          <a:p>
            <a:pPr lvl="1"/>
            <a:r>
              <a:rPr lang="ko-KR" altLang="ko-KR" dirty="0" err="1"/>
              <a:t>Spec는</a:t>
            </a:r>
            <a:r>
              <a:rPr lang="ko-KR" altLang="ko-KR" dirty="0"/>
              <a:t> Stage1보다 개선 (</a:t>
            </a:r>
            <a:r>
              <a:rPr lang="ko-KR" altLang="ko-KR" dirty="0" err="1"/>
              <a:t>Δ</a:t>
            </a:r>
            <a:r>
              <a:rPr lang="ko-KR" altLang="ko-KR" dirty="0"/>
              <a:t> </a:t>
            </a:r>
            <a:r>
              <a:rPr lang="ko-KR" altLang="ko-KR" dirty="0" err="1"/>
              <a:t>Spec</a:t>
            </a:r>
            <a:r>
              <a:rPr lang="ko-KR" altLang="ko-KR" dirty="0"/>
              <a:t> &gt; 0)</a:t>
            </a:r>
          </a:p>
        </p:txBody>
      </p:sp>
    </p:spTree>
    <p:extLst>
      <p:ext uri="{BB962C8B-B14F-4D97-AF65-F5344CB8AC3E}">
        <p14:creationId xmlns:p14="http://schemas.microsoft.com/office/powerpoint/2010/main" val="2800304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36582-489D-1065-261A-81C3DAD9A119}"/>
            </a:ext>
          </a:extLst>
        </p:cNvPr>
        <p:cNvGrpSpPr/>
        <p:nvPr/>
      </p:nvGrpSpPr>
      <p:grpSpPr>
        <a:xfrm>
          <a:off x="0" y="0"/>
          <a:ext cx="0" cy="0"/>
          <a:chOff x="0" y="0"/>
          <a:chExt cx="0" cy="0"/>
        </a:xfrm>
      </p:grpSpPr>
      <p:pic>
        <p:nvPicPr>
          <p:cNvPr id="7" name="그림 6">
            <a:extLst>
              <a:ext uri="{FF2B5EF4-FFF2-40B4-BE49-F238E27FC236}">
                <a16:creationId xmlns:a16="http://schemas.microsoft.com/office/drawing/2014/main" id="{34074ABB-463A-1EE1-03E9-3DD53F0C21C3}"/>
              </a:ext>
            </a:extLst>
          </p:cNvPr>
          <p:cNvPicPr>
            <a:picLocks noChangeAspect="1"/>
          </p:cNvPicPr>
          <p:nvPr/>
        </p:nvPicPr>
        <p:blipFill>
          <a:blip r:embed="rId3"/>
          <a:srcRect b="48190"/>
          <a:stretch>
            <a:fillRect/>
          </a:stretch>
        </p:blipFill>
        <p:spPr>
          <a:xfrm>
            <a:off x="1347851" y="631297"/>
            <a:ext cx="9496297" cy="5399314"/>
          </a:xfrm>
          <a:prstGeom prst="rect">
            <a:avLst/>
          </a:prstGeom>
        </p:spPr>
      </p:pic>
      <p:sp>
        <p:nvSpPr>
          <p:cNvPr id="2" name="Title 1">
            <a:extLst>
              <a:ext uri="{FF2B5EF4-FFF2-40B4-BE49-F238E27FC236}">
                <a16:creationId xmlns:a16="http://schemas.microsoft.com/office/drawing/2014/main" id="{9452F4C5-4BAD-7AF8-0E85-7ECF668F1DAF}"/>
              </a:ext>
            </a:extLst>
          </p:cNvPr>
          <p:cNvSpPr>
            <a:spLocks noGrp="1"/>
          </p:cNvSpPr>
          <p:nvPr>
            <p:ph type="title"/>
          </p:nvPr>
        </p:nvSpPr>
        <p:spPr/>
        <p:txBody>
          <a:bodyPr/>
          <a:lstStyle/>
          <a:p>
            <a:r>
              <a:rPr lang="en-US" altLang="ko-KR" dirty="0"/>
              <a:t>3. Detailed progress</a:t>
            </a:r>
            <a:endParaRPr dirty="0"/>
          </a:p>
        </p:txBody>
      </p:sp>
    </p:spTree>
    <p:extLst>
      <p:ext uri="{BB962C8B-B14F-4D97-AF65-F5344CB8AC3E}">
        <p14:creationId xmlns:p14="http://schemas.microsoft.com/office/powerpoint/2010/main" val="952337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93BA7-D8D3-E2E3-D044-DABF864EA515}"/>
            </a:ext>
          </a:extLst>
        </p:cNvPr>
        <p:cNvGrpSpPr/>
        <p:nvPr/>
      </p:nvGrpSpPr>
      <p:grpSpPr>
        <a:xfrm>
          <a:off x="0" y="0"/>
          <a:ext cx="0" cy="0"/>
          <a:chOff x="0" y="0"/>
          <a:chExt cx="0" cy="0"/>
        </a:xfrm>
      </p:grpSpPr>
      <p:pic>
        <p:nvPicPr>
          <p:cNvPr id="11" name="그림 10">
            <a:extLst>
              <a:ext uri="{FF2B5EF4-FFF2-40B4-BE49-F238E27FC236}">
                <a16:creationId xmlns:a16="http://schemas.microsoft.com/office/drawing/2014/main" id="{0EFDA5AC-6C1E-9AE5-1968-154036A2E6D7}"/>
              </a:ext>
            </a:extLst>
          </p:cNvPr>
          <p:cNvPicPr>
            <a:picLocks noChangeAspect="1"/>
          </p:cNvPicPr>
          <p:nvPr/>
        </p:nvPicPr>
        <p:blipFill>
          <a:blip r:embed="rId3"/>
          <a:stretch>
            <a:fillRect/>
          </a:stretch>
        </p:blipFill>
        <p:spPr>
          <a:xfrm>
            <a:off x="1175162" y="580094"/>
            <a:ext cx="9841675" cy="5697812"/>
          </a:xfrm>
          <a:prstGeom prst="rect">
            <a:avLst/>
          </a:prstGeom>
        </p:spPr>
      </p:pic>
      <p:sp>
        <p:nvSpPr>
          <p:cNvPr id="2" name="Title 1">
            <a:extLst>
              <a:ext uri="{FF2B5EF4-FFF2-40B4-BE49-F238E27FC236}">
                <a16:creationId xmlns:a16="http://schemas.microsoft.com/office/drawing/2014/main" id="{1311B99E-FCEF-60DB-B2CE-059688EA450B}"/>
              </a:ext>
            </a:extLst>
          </p:cNvPr>
          <p:cNvSpPr>
            <a:spLocks noGrp="1"/>
          </p:cNvSpPr>
          <p:nvPr>
            <p:ph type="title"/>
          </p:nvPr>
        </p:nvSpPr>
        <p:spPr/>
        <p:txBody>
          <a:bodyPr/>
          <a:lstStyle/>
          <a:p>
            <a:r>
              <a:rPr lang="en-US" altLang="ko-KR" dirty="0"/>
              <a:t>3. Detailed progress</a:t>
            </a:r>
            <a:endParaRPr dirty="0"/>
          </a:p>
        </p:txBody>
      </p:sp>
    </p:spTree>
    <p:extLst>
      <p:ext uri="{BB962C8B-B14F-4D97-AF65-F5344CB8AC3E}">
        <p14:creationId xmlns:p14="http://schemas.microsoft.com/office/powerpoint/2010/main" val="321092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CB61D-7E64-8CF1-E551-B99C0CF23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B451F-E3AA-9A58-2DD0-035C12DCB79C}"/>
              </a:ext>
            </a:extLst>
          </p:cNvPr>
          <p:cNvSpPr>
            <a:spLocks noGrp="1"/>
          </p:cNvSpPr>
          <p:nvPr>
            <p:ph type="title"/>
          </p:nvPr>
        </p:nvSpPr>
        <p:spPr/>
        <p:txBody>
          <a:bodyPr/>
          <a:lstStyle/>
          <a:p>
            <a:r>
              <a:rPr lang="en-US" altLang="ko-KR" dirty="0"/>
              <a:t>3. Detailed progress</a:t>
            </a:r>
            <a:endParaRPr dirty="0"/>
          </a:p>
        </p:txBody>
      </p:sp>
      <p:pic>
        <p:nvPicPr>
          <p:cNvPr id="9" name="그림 8">
            <a:extLst>
              <a:ext uri="{FF2B5EF4-FFF2-40B4-BE49-F238E27FC236}">
                <a16:creationId xmlns:a16="http://schemas.microsoft.com/office/drawing/2014/main" id="{7C084B1A-499F-47BD-FA94-7248371F9202}"/>
              </a:ext>
            </a:extLst>
          </p:cNvPr>
          <p:cNvPicPr>
            <a:picLocks noChangeAspect="1"/>
          </p:cNvPicPr>
          <p:nvPr/>
        </p:nvPicPr>
        <p:blipFill>
          <a:blip r:embed="rId3"/>
          <a:stretch>
            <a:fillRect/>
          </a:stretch>
        </p:blipFill>
        <p:spPr>
          <a:xfrm>
            <a:off x="879565" y="990599"/>
            <a:ext cx="10432869" cy="5216435"/>
          </a:xfrm>
          <a:prstGeom prst="rect">
            <a:avLst/>
          </a:prstGeom>
        </p:spPr>
      </p:pic>
      <p:sp>
        <p:nvSpPr>
          <p:cNvPr id="10" name="직사각형 9">
            <a:extLst>
              <a:ext uri="{FF2B5EF4-FFF2-40B4-BE49-F238E27FC236}">
                <a16:creationId xmlns:a16="http://schemas.microsoft.com/office/drawing/2014/main" id="{0A628EAB-B760-F1BF-B989-BB10B23CA891}"/>
              </a:ext>
            </a:extLst>
          </p:cNvPr>
          <p:cNvSpPr/>
          <p:nvPr/>
        </p:nvSpPr>
        <p:spPr>
          <a:xfrm>
            <a:off x="2107474" y="1872343"/>
            <a:ext cx="2011680" cy="399505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3466C5FC-2E65-1CFE-A413-1C916FE5DEE4}"/>
              </a:ext>
            </a:extLst>
          </p:cNvPr>
          <p:cNvSpPr/>
          <p:nvPr/>
        </p:nvSpPr>
        <p:spPr>
          <a:xfrm>
            <a:off x="7262948" y="1872343"/>
            <a:ext cx="2011680" cy="399505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0176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E9582-CA56-544C-A7CD-50878D8518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28624-77E5-2DD1-4B30-B289AAEF62F6}"/>
              </a:ext>
            </a:extLst>
          </p:cNvPr>
          <p:cNvSpPr>
            <a:spLocks noGrp="1"/>
          </p:cNvSpPr>
          <p:nvPr>
            <p:ph type="title"/>
          </p:nvPr>
        </p:nvSpPr>
        <p:spPr/>
        <p:txBody>
          <a:bodyPr/>
          <a:lstStyle/>
          <a:p>
            <a:r>
              <a:rPr lang="en-US" altLang="ko-KR" dirty="0"/>
              <a:t>3. Detailed progress</a:t>
            </a:r>
            <a:endParaRPr dirty="0"/>
          </a:p>
        </p:txBody>
      </p:sp>
      <p:pic>
        <p:nvPicPr>
          <p:cNvPr id="5" name="그림 4">
            <a:extLst>
              <a:ext uri="{FF2B5EF4-FFF2-40B4-BE49-F238E27FC236}">
                <a16:creationId xmlns:a16="http://schemas.microsoft.com/office/drawing/2014/main" id="{0839F35B-393A-36C9-0797-8146FE817A62}"/>
              </a:ext>
            </a:extLst>
          </p:cNvPr>
          <p:cNvPicPr>
            <a:picLocks noChangeAspect="1"/>
          </p:cNvPicPr>
          <p:nvPr/>
        </p:nvPicPr>
        <p:blipFill>
          <a:blip r:embed="rId3"/>
          <a:stretch>
            <a:fillRect/>
          </a:stretch>
        </p:blipFill>
        <p:spPr>
          <a:xfrm>
            <a:off x="0" y="1115177"/>
            <a:ext cx="12192000" cy="5219828"/>
          </a:xfrm>
          <a:prstGeom prst="rect">
            <a:avLst/>
          </a:prstGeom>
        </p:spPr>
      </p:pic>
    </p:spTree>
    <p:extLst>
      <p:ext uri="{BB962C8B-B14F-4D97-AF65-F5344CB8AC3E}">
        <p14:creationId xmlns:p14="http://schemas.microsoft.com/office/powerpoint/2010/main" val="137450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6EF13-200E-1C9F-1EF5-830A2AFB8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7C312-B32D-F34B-8D2C-7B12E31E3212}"/>
              </a:ext>
            </a:extLst>
          </p:cNvPr>
          <p:cNvSpPr>
            <a:spLocks noGrp="1"/>
          </p:cNvSpPr>
          <p:nvPr>
            <p:ph type="title"/>
          </p:nvPr>
        </p:nvSpPr>
        <p:spPr/>
        <p:txBody>
          <a:bodyPr/>
          <a:lstStyle/>
          <a:p>
            <a:r>
              <a:rPr lang="en-US" altLang="ko-KR" dirty="0"/>
              <a:t>3. Detailed progress</a:t>
            </a:r>
            <a:endParaRPr dirty="0"/>
          </a:p>
        </p:txBody>
      </p:sp>
      <p:pic>
        <p:nvPicPr>
          <p:cNvPr id="5" name="그림 4">
            <a:extLst>
              <a:ext uri="{FF2B5EF4-FFF2-40B4-BE49-F238E27FC236}">
                <a16:creationId xmlns:a16="http://schemas.microsoft.com/office/drawing/2014/main" id="{F552609D-8FD8-7E1D-7AEF-276128100CB4}"/>
              </a:ext>
            </a:extLst>
          </p:cNvPr>
          <p:cNvPicPr>
            <a:picLocks noChangeAspect="1"/>
          </p:cNvPicPr>
          <p:nvPr/>
        </p:nvPicPr>
        <p:blipFill>
          <a:blip r:embed="rId3"/>
          <a:stretch>
            <a:fillRect/>
          </a:stretch>
        </p:blipFill>
        <p:spPr>
          <a:xfrm>
            <a:off x="0" y="1883558"/>
            <a:ext cx="8159932" cy="3090884"/>
          </a:xfrm>
          <a:prstGeom prst="rect">
            <a:avLst/>
          </a:prstGeom>
        </p:spPr>
      </p:pic>
      <p:pic>
        <p:nvPicPr>
          <p:cNvPr id="9" name="그림 8">
            <a:extLst>
              <a:ext uri="{FF2B5EF4-FFF2-40B4-BE49-F238E27FC236}">
                <a16:creationId xmlns:a16="http://schemas.microsoft.com/office/drawing/2014/main" id="{EEA9A503-1CCE-C3E1-080F-D6F7271BDE7A}"/>
              </a:ext>
            </a:extLst>
          </p:cNvPr>
          <p:cNvPicPr>
            <a:picLocks noChangeAspect="1"/>
          </p:cNvPicPr>
          <p:nvPr/>
        </p:nvPicPr>
        <p:blipFill>
          <a:blip r:embed="rId4"/>
          <a:stretch>
            <a:fillRect/>
          </a:stretch>
        </p:blipFill>
        <p:spPr>
          <a:xfrm>
            <a:off x="8159933" y="1328964"/>
            <a:ext cx="4032068" cy="4200071"/>
          </a:xfrm>
          <a:prstGeom prst="rect">
            <a:avLst/>
          </a:prstGeom>
        </p:spPr>
      </p:pic>
      <p:sp>
        <p:nvSpPr>
          <p:cNvPr id="12" name="내용 개체 틀 3">
            <a:extLst>
              <a:ext uri="{FF2B5EF4-FFF2-40B4-BE49-F238E27FC236}">
                <a16:creationId xmlns:a16="http://schemas.microsoft.com/office/drawing/2014/main" id="{E7F973B0-7B61-0E7B-C04F-29604E1345DE}"/>
              </a:ext>
            </a:extLst>
          </p:cNvPr>
          <p:cNvSpPr>
            <a:spLocks noGrp="1"/>
          </p:cNvSpPr>
          <p:nvPr>
            <p:ph idx="1"/>
          </p:nvPr>
        </p:nvSpPr>
        <p:spPr>
          <a:xfrm>
            <a:off x="508000" y="897468"/>
            <a:ext cx="11176000" cy="5063066"/>
          </a:xfrm>
        </p:spPr>
        <p:txBody>
          <a:bodyPr/>
          <a:lstStyle/>
          <a:p>
            <a:r>
              <a:rPr lang="en-US" altLang="ko-KR" dirty="0"/>
              <a:t>PCA (k=4)</a:t>
            </a:r>
            <a:endParaRPr lang="ko-KR" altLang="en-US" dirty="0"/>
          </a:p>
        </p:txBody>
      </p:sp>
    </p:spTree>
    <p:extLst>
      <p:ext uri="{BB962C8B-B14F-4D97-AF65-F5344CB8AC3E}">
        <p14:creationId xmlns:p14="http://schemas.microsoft.com/office/powerpoint/2010/main" val="462544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EDAC9-1583-483C-F32F-F228CBD47D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F1106-6604-3DAD-D3A6-1C1330712B25}"/>
              </a:ext>
            </a:extLst>
          </p:cNvPr>
          <p:cNvSpPr>
            <a:spLocks noGrp="1"/>
          </p:cNvSpPr>
          <p:nvPr>
            <p:ph type="title"/>
          </p:nvPr>
        </p:nvSpPr>
        <p:spPr/>
        <p:txBody>
          <a:bodyPr/>
          <a:lstStyle/>
          <a:p>
            <a:r>
              <a:rPr lang="en-US" altLang="ko-KR" dirty="0"/>
              <a:t>3. Detailed progress</a:t>
            </a:r>
            <a:endParaRPr dirty="0"/>
          </a:p>
        </p:txBody>
      </p:sp>
      <p:sp>
        <p:nvSpPr>
          <p:cNvPr id="3" name="내용 개체 틀 3">
            <a:extLst>
              <a:ext uri="{FF2B5EF4-FFF2-40B4-BE49-F238E27FC236}">
                <a16:creationId xmlns:a16="http://schemas.microsoft.com/office/drawing/2014/main" id="{F96E94A7-4872-8554-5019-0898A83A8945}"/>
              </a:ext>
            </a:extLst>
          </p:cNvPr>
          <p:cNvSpPr>
            <a:spLocks noGrp="1"/>
          </p:cNvSpPr>
          <p:nvPr>
            <p:ph idx="1"/>
          </p:nvPr>
        </p:nvSpPr>
        <p:spPr>
          <a:xfrm>
            <a:off x="508000" y="897468"/>
            <a:ext cx="11176000" cy="5063066"/>
          </a:xfrm>
        </p:spPr>
        <p:txBody>
          <a:bodyPr/>
          <a:lstStyle/>
          <a:p>
            <a:r>
              <a:rPr lang="en-US" altLang="ko-KR" dirty="0"/>
              <a:t>PCA / Band / Cluster Band / Combo / Radiomics1d(1D</a:t>
            </a:r>
            <a:r>
              <a:rPr lang="ko-KR" altLang="en-US" dirty="0"/>
              <a:t> </a:t>
            </a:r>
            <a:r>
              <a:rPr lang="en-US" altLang="ko-KR" dirty="0"/>
              <a:t>GLCM,</a:t>
            </a:r>
            <a:r>
              <a:rPr lang="ko-KR" altLang="en-US" dirty="0"/>
              <a:t> </a:t>
            </a:r>
            <a:r>
              <a:rPr lang="en-US" altLang="ko-KR" dirty="0"/>
              <a:t>GLRLM)</a:t>
            </a:r>
            <a:endParaRPr lang="ko-KR" altLang="en-US" dirty="0"/>
          </a:p>
        </p:txBody>
      </p:sp>
      <p:pic>
        <p:nvPicPr>
          <p:cNvPr id="6" name="그림 5">
            <a:extLst>
              <a:ext uri="{FF2B5EF4-FFF2-40B4-BE49-F238E27FC236}">
                <a16:creationId xmlns:a16="http://schemas.microsoft.com/office/drawing/2014/main" id="{77D279DC-4F8E-71B8-43F5-FF4F435E36B9}"/>
              </a:ext>
            </a:extLst>
          </p:cNvPr>
          <p:cNvPicPr>
            <a:picLocks noChangeAspect="1"/>
          </p:cNvPicPr>
          <p:nvPr/>
        </p:nvPicPr>
        <p:blipFill>
          <a:blip r:embed="rId3"/>
          <a:stretch>
            <a:fillRect/>
          </a:stretch>
        </p:blipFill>
        <p:spPr>
          <a:xfrm>
            <a:off x="2628489" y="1643110"/>
            <a:ext cx="8988012" cy="4696860"/>
          </a:xfrm>
          <a:prstGeom prst="rect">
            <a:avLst/>
          </a:prstGeom>
        </p:spPr>
      </p:pic>
      <p:pic>
        <p:nvPicPr>
          <p:cNvPr id="5" name="그림 4">
            <a:extLst>
              <a:ext uri="{FF2B5EF4-FFF2-40B4-BE49-F238E27FC236}">
                <a16:creationId xmlns:a16="http://schemas.microsoft.com/office/drawing/2014/main" id="{46C0402B-C1CA-86BB-D741-28A06E54F718}"/>
              </a:ext>
            </a:extLst>
          </p:cNvPr>
          <p:cNvPicPr>
            <a:picLocks noChangeAspect="1"/>
          </p:cNvPicPr>
          <p:nvPr/>
        </p:nvPicPr>
        <p:blipFill>
          <a:blip r:embed="rId4"/>
          <a:stretch>
            <a:fillRect/>
          </a:stretch>
        </p:blipFill>
        <p:spPr>
          <a:xfrm>
            <a:off x="426646" y="1643110"/>
            <a:ext cx="2053634" cy="4696860"/>
          </a:xfrm>
          <a:prstGeom prst="rect">
            <a:avLst/>
          </a:prstGeom>
        </p:spPr>
      </p:pic>
    </p:spTree>
    <p:extLst>
      <p:ext uri="{BB962C8B-B14F-4D97-AF65-F5344CB8AC3E}">
        <p14:creationId xmlns:p14="http://schemas.microsoft.com/office/powerpoint/2010/main" val="2294554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DED9A-EFD2-65AC-19BB-968F50B1504F}"/>
            </a:ext>
          </a:extLst>
        </p:cNvPr>
        <p:cNvGrpSpPr/>
        <p:nvPr/>
      </p:nvGrpSpPr>
      <p:grpSpPr>
        <a:xfrm>
          <a:off x="0" y="0"/>
          <a:ext cx="0" cy="0"/>
          <a:chOff x="0" y="0"/>
          <a:chExt cx="0" cy="0"/>
        </a:xfrm>
      </p:grpSpPr>
      <p:pic>
        <p:nvPicPr>
          <p:cNvPr id="9" name="그림 8">
            <a:extLst>
              <a:ext uri="{FF2B5EF4-FFF2-40B4-BE49-F238E27FC236}">
                <a16:creationId xmlns:a16="http://schemas.microsoft.com/office/drawing/2014/main" id="{116F59BB-89A7-BC7B-7787-D201B6C131BF}"/>
              </a:ext>
            </a:extLst>
          </p:cNvPr>
          <p:cNvPicPr>
            <a:picLocks noChangeAspect="1"/>
          </p:cNvPicPr>
          <p:nvPr/>
        </p:nvPicPr>
        <p:blipFill>
          <a:blip r:embed="rId3"/>
          <a:stretch>
            <a:fillRect/>
          </a:stretch>
        </p:blipFill>
        <p:spPr>
          <a:xfrm>
            <a:off x="8159932" y="1949875"/>
            <a:ext cx="4032067" cy="4200070"/>
          </a:xfrm>
          <a:prstGeom prst="rect">
            <a:avLst/>
          </a:prstGeom>
        </p:spPr>
      </p:pic>
      <p:sp>
        <p:nvSpPr>
          <p:cNvPr id="2" name="Title 1">
            <a:extLst>
              <a:ext uri="{FF2B5EF4-FFF2-40B4-BE49-F238E27FC236}">
                <a16:creationId xmlns:a16="http://schemas.microsoft.com/office/drawing/2014/main" id="{60E2FF4E-470D-1C9F-F87B-474F24407955}"/>
              </a:ext>
            </a:extLst>
          </p:cNvPr>
          <p:cNvSpPr>
            <a:spLocks noGrp="1"/>
          </p:cNvSpPr>
          <p:nvPr>
            <p:ph type="title"/>
          </p:nvPr>
        </p:nvSpPr>
        <p:spPr/>
        <p:txBody>
          <a:bodyPr/>
          <a:lstStyle/>
          <a:p>
            <a:r>
              <a:rPr lang="en-US" altLang="ko-KR" dirty="0"/>
              <a:t>3. Detailed progress</a:t>
            </a:r>
            <a:endParaRPr dirty="0"/>
          </a:p>
        </p:txBody>
      </p:sp>
      <p:sp>
        <p:nvSpPr>
          <p:cNvPr id="3" name="내용 개체 틀 3">
            <a:extLst>
              <a:ext uri="{FF2B5EF4-FFF2-40B4-BE49-F238E27FC236}">
                <a16:creationId xmlns:a16="http://schemas.microsoft.com/office/drawing/2014/main" id="{52106E65-02D3-9FFA-1507-F4741DE900EF}"/>
              </a:ext>
            </a:extLst>
          </p:cNvPr>
          <p:cNvSpPr>
            <a:spLocks noGrp="1"/>
          </p:cNvSpPr>
          <p:nvPr>
            <p:ph idx="1"/>
          </p:nvPr>
        </p:nvSpPr>
        <p:spPr>
          <a:xfrm>
            <a:off x="508000" y="897468"/>
            <a:ext cx="11176000" cy="5063066"/>
          </a:xfrm>
        </p:spPr>
        <p:txBody>
          <a:bodyPr/>
          <a:lstStyle/>
          <a:p>
            <a:r>
              <a:rPr lang="en-US" altLang="ko-KR" dirty="0"/>
              <a:t>PCA / Band / Cluster Band / Combo / Radiomics1d(1D</a:t>
            </a:r>
            <a:r>
              <a:rPr lang="ko-KR" altLang="en-US" dirty="0"/>
              <a:t> </a:t>
            </a:r>
            <a:r>
              <a:rPr lang="en-US" altLang="ko-KR" dirty="0"/>
              <a:t>GLCM,</a:t>
            </a:r>
            <a:r>
              <a:rPr lang="ko-KR" altLang="en-US" dirty="0"/>
              <a:t> </a:t>
            </a:r>
            <a:r>
              <a:rPr lang="en-US" altLang="ko-KR" dirty="0"/>
              <a:t>GLRLM)</a:t>
            </a:r>
            <a:endParaRPr lang="ko-KR" altLang="en-US" dirty="0"/>
          </a:p>
        </p:txBody>
      </p:sp>
      <p:pic>
        <p:nvPicPr>
          <p:cNvPr id="7" name="그림 6">
            <a:extLst>
              <a:ext uri="{FF2B5EF4-FFF2-40B4-BE49-F238E27FC236}">
                <a16:creationId xmlns:a16="http://schemas.microsoft.com/office/drawing/2014/main" id="{7ABB864B-130C-4485-6209-2674E17912C6}"/>
              </a:ext>
            </a:extLst>
          </p:cNvPr>
          <p:cNvPicPr>
            <a:picLocks noChangeAspect="1"/>
          </p:cNvPicPr>
          <p:nvPr/>
        </p:nvPicPr>
        <p:blipFill>
          <a:blip r:embed="rId4"/>
          <a:stretch>
            <a:fillRect/>
          </a:stretch>
        </p:blipFill>
        <p:spPr>
          <a:xfrm>
            <a:off x="0" y="2501867"/>
            <a:ext cx="8159932" cy="3090883"/>
          </a:xfrm>
          <a:prstGeom prst="rect">
            <a:avLst/>
          </a:prstGeom>
        </p:spPr>
      </p:pic>
    </p:spTree>
    <p:extLst>
      <p:ext uri="{BB962C8B-B14F-4D97-AF65-F5344CB8AC3E}">
        <p14:creationId xmlns:p14="http://schemas.microsoft.com/office/powerpoint/2010/main" val="835221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09DB5-574E-3044-4D15-FD9ADF904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E2669F-EB1E-3B00-5DEC-E2A137EDC6C7}"/>
              </a:ext>
            </a:extLst>
          </p:cNvPr>
          <p:cNvSpPr>
            <a:spLocks noGrp="1"/>
          </p:cNvSpPr>
          <p:nvPr>
            <p:ph type="title"/>
          </p:nvPr>
        </p:nvSpPr>
        <p:spPr/>
        <p:txBody>
          <a:bodyPr/>
          <a:lstStyle/>
          <a:p>
            <a:r>
              <a:rPr lang="en-US" altLang="ko-KR" dirty="0"/>
              <a:t>3. Detailed progress</a:t>
            </a:r>
            <a:endParaRPr dirty="0"/>
          </a:p>
        </p:txBody>
      </p:sp>
      <p:sp>
        <p:nvSpPr>
          <p:cNvPr id="4" name="내용 개체 틀 3">
            <a:extLst>
              <a:ext uri="{FF2B5EF4-FFF2-40B4-BE49-F238E27FC236}">
                <a16:creationId xmlns:a16="http://schemas.microsoft.com/office/drawing/2014/main" id="{88178F9F-2C81-B9C8-FFC5-42B4A27E96AE}"/>
              </a:ext>
            </a:extLst>
          </p:cNvPr>
          <p:cNvSpPr>
            <a:spLocks noGrp="1"/>
          </p:cNvSpPr>
          <p:nvPr>
            <p:ph idx="1"/>
          </p:nvPr>
        </p:nvSpPr>
        <p:spPr/>
        <p:txBody>
          <a:bodyPr/>
          <a:lstStyle/>
          <a:p>
            <a:r>
              <a:rPr lang="en-US" altLang="ko-KR" dirty="0"/>
              <a:t>1D CNN</a:t>
            </a:r>
          </a:p>
          <a:p>
            <a:pPr lvl="1"/>
            <a:r>
              <a:rPr lang="en-US" altLang="ko-KR" dirty="0"/>
              <a:t>PCA</a:t>
            </a:r>
            <a:r>
              <a:rPr lang="ko-KR" altLang="en-US" dirty="0"/>
              <a:t>나 </a:t>
            </a:r>
            <a:r>
              <a:rPr lang="en-US" altLang="ko-KR" dirty="0"/>
              <a:t>band/</a:t>
            </a:r>
            <a:r>
              <a:rPr lang="en-US" altLang="ko-KR" dirty="0" err="1"/>
              <a:t>cluster_band</a:t>
            </a:r>
            <a:r>
              <a:rPr lang="ko-KR" altLang="en-US" dirty="0"/>
              <a:t>로 사람이 설계한 요약 대신</a:t>
            </a:r>
            <a:r>
              <a:rPr lang="en-US" altLang="ko-KR" dirty="0"/>
              <a:t>, </a:t>
            </a:r>
            <a:r>
              <a:rPr lang="ko-KR" altLang="en-US" dirty="0" err="1"/>
              <a:t>잔차</a:t>
            </a:r>
            <a:r>
              <a:rPr lang="ko-KR" altLang="en-US" dirty="0"/>
              <a:t> 곡선을 그대로 작은 </a:t>
            </a:r>
            <a:r>
              <a:rPr lang="en-US" altLang="ko-KR" dirty="0"/>
              <a:t>1D-CNN</a:t>
            </a:r>
            <a:r>
              <a:rPr lang="ko-KR" altLang="en-US" dirty="0"/>
              <a:t>에 입력해 </a:t>
            </a:r>
            <a:r>
              <a:rPr lang="en-US" altLang="ko-KR" dirty="0"/>
              <a:t>conv </a:t>
            </a:r>
            <a:r>
              <a:rPr lang="ko-KR" altLang="en-US" dirty="0"/>
              <a:t>필터가 국소적인 곡선 형태 특징을 직접 학습하도록 한다</a:t>
            </a:r>
            <a:r>
              <a:rPr lang="en-US" altLang="ko-KR" dirty="0"/>
              <a:t>.</a:t>
            </a:r>
            <a:endParaRPr lang="ko-KR" altLang="en-US" dirty="0"/>
          </a:p>
        </p:txBody>
      </p:sp>
      <p:pic>
        <p:nvPicPr>
          <p:cNvPr id="5" name="그림 4">
            <a:extLst>
              <a:ext uri="{FF2B5EF4-FFF2-40B4-BE49-F238E27FC236}">
                <a16:creationId xmlns:a16="http://schemas.microsoft.com/office/drawing/2014/main" id="{4229FDF7-27DB-8250-54BE-30DA89620626}"/>
              </a:ext>
            </a:extLst>
          </p:cNvPr>
          <p:cNvPicPr>
            <a:picLocks noChangeAspect="1"/>
          </p:cNvPicPr>
          <p:nvPr/>
        </p:nvPicPr>
        <p:blipFill>
          <a:blip r:embed="rId3"/>
          <a:stretch>
            <a:fillRect/>
          </a:stretch>
        </p:blipFill>
        <p:spPr>
          <a:xfrm>
            <a:off x="964091" y="2546060"/>
            <a:ext cx="8824344" cy="3767798"/>
          </a:xfrm>
          <a:prstGeom prst="rect">
            <a:avLst/>
          </a:prstGeom>
        </p:spPr>
      </p:pic>
    </p:spTree>
    <p:extLst>
      <p:ext uri="{BB962C8B-B14F-4D97-AF65-F5344CB8AC3E}">
        <p14:creationId xmlns:p14="http://schemas.microsoft.com/office/powerpoint/2010/main" val="2185544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FE1F8-3CE0-3F29-4EB3-6AA8B46C6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DB134-3963-406D-6C95-46CB5DEE59B6}"/>
              </a:ext>
            </a:extLst>
          </p:cNvPr>
          <p:cNvSpPr>
            <a:spLocks noGrp="1"/>
          </p:cNvSpPr>
          <p:nvPr>
            <p:ph type="title"/>
          </p:nvPr>
        </p:nvSpPr>
        <p:spPr/>
        <p:txBody>
          <a:bodyPr/>
          <a:lstStyle/>
          <a:p>
            <a:r>
              <a:rPr lang="en-US" altLang="ko-KR" dirty="0"/>
              <a:t>3. Detailed progress</a:t>
            </a:r>
            <a:endParaRPr dirty="0"/>
          </a:p>
        </p:txBody>
      </p:sp>
      <p:pic>
        <p:nvPicPr>
          <p:cNvPr id="9" name="그림 8">
            <a:extLst>
              <a:ext uri="{FF2B5EF4-FFF2-40B4-BE49-F238E27FC236}">
                <a16:creationId xmlns:a16="http://schemas.microsoft.com/office/drawing/2014/main" id="{691EC3A5-8F61-7F95-1894-9140227A41EE}"/>
              </a:ext>
            </a:extLst>
          </p:cNvPr>
          <p:cNvPicPr>
            <a:picLocks noChangeAspect="1"/>
          </p:cNvPicPr>
          <p:nvPr/>
        </p:nvPicPr>
        <p:blipFill>
          <a:blip r:embed="rId3"/>
          <a:stretch>
            <a:fillRect/>
          </a:stretch>
        </p:blipFill>
        <p:spPr>
          <a:xfrm>
            <a:off x="0" y="1883558"/>
            <a:ext cx="8159932" cy="3090884"/>
          </a:xfrm>
          <a:prstGeom prst="rect">
            <a:avLst/>
          </a:prstGeom>
        </p:spPr>
      </p:pic>
      <p:pic>
        <p:nvPicPr>
          <p:cNvPr id="11" name="그림 10">
            <a:extLst>
              <a:ext uri="{FF2B5EF4-FFF2-40B4-BE49-F238E27FC236}">
                <a16:creationId xmlns:a16="http://schemas.microsoft.com/office/drawing/2014/main" id="{C58E2730-9455-ECA6-E558-4AFBCC494969}"/>
              </a:ext>
            </a:extLst>
          </p:cNvPr>
          <p:cNvPicPr>
            <a:picLocks noChangeAspect="1"/>
          </p:cNvPicPr>
          <p:nvPr/>
        </p:nvPicPr>
        <p:blipFill>
          <a:blip r:embed="rId4"/>
          <a:stretch>
            <a:fillRect/>
          </a:stretch>
        </p:blipFill>
        <p:spPr>
          <a:xfrm>
            <a:off x="8157143" y="1327512"/>
            <a:ext cx="4034856" cy="4202975"/>
          </a:xfrm>
          <a:prstGeom prst="rect">
            <a:avLst/>
          </a:prstGeom>
        </p:spPr>
      </p:pic>
    </p:spTree>
    <p:extLst>
      <p:ext uri="{BB962C8B-B14F-4D97-AF65-F5344CB8AC3E}">
        <p14:creationId xmlns:p14="http://schemas.microsoft.com/office/powerpoint/2010/main" val="1226449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3D63C-DC91-19F0-D6FF-3A1D03659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AB675-E590-1140-4308-0FCB26FE4CD5}"/>
              </a:ext>
            </a:extLst>
          </p:cNvPr>
          <p:cNvSpPr>
            <a:spLocks noGrp="1"/>
          </p:cNvSpPr>
          <p:nvPr>
            <p:ph type="title"/>
          </p:nvPr>
        </p:nvSpPr>
        <p:spPr/>
        <p:txBody>
          <a:bodyPr/>
          <a:lstStyle/>
          <a:p>
            <a:r>
              <a:rPr lang="en-US" altLang="ko-KR" dirty="0"/>
              <a:t>3. Detailed progress</a:t>
            </a:r>
            <a:endParaRPr dirty="0"/>
          </a:p>
        </p:txBody>
      </p:sp>
      <p:pic>
        <p:nvPicPr>
          <p:cNvPr id="8" name="그림 7">
            <a:extLst>
              <a:ext uri="{FF2B5EF4-FFF2-40B4-BE49-F238E27FC236}">
                <a16:creationId xmlns:a16="http://schemas.microsoft.com/office/drawing/2014/main" id="{67B22779-A412-0163-5C89-676FF51C85EE}"/>
              </a:ext>
            </a:extLst>
          </p:cNvPr>
          <p:cNvPicPr>
            <a:picLocks noChangeAspect="1"/>
          </p:cNvPicPr>
          <p:nvPr/>
        </p:nvPicPr>
        <p:blipFill>
          <a:blip r:embed="rId3"/>
          <a:srcRect t="11410"/>
          <a:stretch>
            <a:fillRect/>
          </a:stretch>
        </p:blipFill>
        <p:spPr>
          <a:xfrm>
            <a:off x="254000" y="897468"/>
            <a:ext cx="11684000" cy="5398096"/>
          </a:xfrm>
          <a:prstGeom prst="rect">
            <a:avLst/>
          </a:prstGeom>
        </p:spPr>
      </p:pic>
    </p:spTree>
    <p:extLst>
      <p:ext uri="{BB962C8B-B14F-4D97-AF65-F5344CB8AC3E}">
        <p14:creationId xmlns:p14="http://schemas.microsoft.com/office/powerpoint/2010/main" val="957143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43C28-B1E3-F459-7FD6-0328F54EB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731C8-BC30-A07C-3A69-61337A986575}"/>
              </a:ext>
            </a:extLst>
          </p:cNvPr>
          <p:cNvSpPr>
            <a:spLocks noGrp="1"/>
          </p:cNvSpPr>
          <p:nvPr>
            <p:ph type="title"/>
          </p:nvPr>
        </p:nvSpPr>
        <p:spPr/>
        <p:txBody>
          <a:bodyPr/>
          <a:lstStyle/>
          <a:p>
            <a:r>
              <a:rPr lang="en-US" altLang="ko-KR" dirty="0"/>
              <a:t>3. Detailed progress</a:t>
            </a:r>
            <a:endParaRPr dirty="0"/>
          </a:p>
        </p:txBody>
      </p:sp>
      <p:pic>
        <p:nvPicPr>
          <p:cNvPr id="13" name="그림 12">
            <a:extLst>
              <a:ext uri="{FF2B5EF4-FFF2-40B4-BE49-F238E27FC236}">
                <a16:creationId xmlns:a16="http://schemas.microsoft.com/office/drawing/2014/main" id="{E0557641-5FC4-76C0-1F10-E5B0E1520A7A}"/>
              </a:ext>
            </a:extLst>
          </p:cNvPr>
          <p:cNvPicPr>
            <a:picLocks noChangeAspect="1"/>
          </p:cNvPicPr>
          <p:nvPr/>
        </p:nvPicPr>
        <p:blipFill>
          <a:blip r:embed="rId3"/>
          <a:stretch>
            <a:fillRect/>
          </a:stretch>
        </p:blipFill>
        <p:spPr>
          <a:xfrm>
            <a:off x="0" y="1009922"/>
            <a:ext cx="12192000" cy="5238750"/>
          </a:xfrm>
          <a:prstGeom prst="rect">
            <a:avLst/>
          </a:prstGeom>
        </p:spPr>
      </p:pic>
    </p:spTree>
    <p:extLst>
      <p:ext uri="{BB962C8B-B14F-4D97-AF65-F5344CB8AC3E}">
        <p14:creationId xmlns:p14="http://schemas.microsoft.com/office/powerpoint/2010/main" val="2329115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a:t>
            </a:r>
            <a:r>
              <a:rPr dirty="0"/>
              <a:t>. Conclusion</a:t>
            </a:r>
          </a:p>
        </p:txBody>
      </p:sp>
      <p:sp>
        <p:nvSpPr>
          <p:cNvPr id="13" name="내용 개체 틀 12">
            <a:extLst>
              <a:ext uri="{FF2B5EF4-FFF2-40B4-BE49-F238E27FC236}">
                <a16:creationId xmlns:a16="http://schemas.microsoft.com/office/drawing/2014/main" id="{C9013E6A-97CC-9727-87AE-735D1305A319}"/>
              </a:ext>
            </a:extLst>
          </p:cNvPr>
          <p:cNvSpPr>
            <a:spLocks noGrp="1"/>
          </p:cNvSpPr>
          <p:nvPr>
            <p:ph idx="1"/>
          </p:nvPr>
        </p:nvSpPr>
        <p:spPr>
          <a:xfrm>
            <a:off x="508000" y="897468"/>
            <a:ext cx="11336670" cy="5063066"/>
          </a:xfrm>
        </p:spPr>
        <p:txBody>
          <a:bodyPr>
            <a:noAutofit/>
          </a:bodyPr>
          <a:lstStyle/>
          <a:p>
            <a:pPr lvl="0"/>
            <a:r>
              <a:rPr lang="ko-KR" sz="1800" dirty="0"/>
              <a:t>AEC 곡선은 </a:t>
            </a:r>
            <a:r>
              <a:rPr lang="ko-KR" sz="1800" dirty="0" err="1"/>
              <a:t>성별·나이·체성분</a:t>
            </a:r>
            <a:r>
              <a:rPr lang="ko-KR" sz="1800" dirty="0"/>
              <a:t> 등에 의해 체계적으로 교란됨 → Residual화가 필요한 이유를 데이터로 확인</a:t>
            </a:r>
          </a:p>
          <a:p>
            <a:pPr lvl="1"/>
            <a:r>
              <a:rPr lang="ko-KR" sz="1600" dirty="0"/>
              <a:t>Low-SMI(근감소증) vs Non-low SMI 비교에서 정규화 곡선 단계의 Simpson's paradox 확인 → 임상변수 잔차화 후 교란 해소</a:t>
            </a:r>
          </a:p>
          <a:p>
            <a:pPr lvl="0"/>
            <a:r>
              <a:rPr lang="ko-KR" sz="1800" dirty="0"/>
              <a:t>Clinical-only 대비 AEC-residual 추가 시, 특징·모델 종류와 무관하게 일관된 성능 개선</a:t>
            </a:r>
          </a:p>
          <a:p>
            <a:pPr lvl="1"/>
            <a:r>
              <a:rPr lang="ko-KR" sz="1600" dirty="0"/>
              <a:t>Sensitivity: 사전 정의한 비열등성(NI, Δ Sens ≥ -0.05) 기준을 모든 조합에서 통과 (internal/external 공통 PASS)</a:t>
            </a:r>
          </a:p>
          <a:p>
            <a:pPr lvl="1"/>
            <a:r>
              <a:rPr lang="ko-KR" sz="1600" dirty="0"/>
              <a:t>Specificity·Accuracy: 검증한 거의 모든 조합에서 유의하게 개선 (p&lt;0.001)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9F717-EB3B-2709-602B-3F2E4771A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2FA29-0249-892C-8476-8D9B77968BB0}"/>
              </a:ext>
            </a:extLst>
          </p:cNvPr>
          <p:cNvSpPr>
            <a:spLocks noGrp="1"/>
          </p:cNvSpPr>
          <p:nvPr>
            <p:ph type="title"/>
          </p:nvPr>
        </p:nvSpPr>
        <p:spPr/>
        <p:txBody>
          <a:bodyPr/>
          <a:lstStyle/>
          <a:p>
            <a:r>
              <a:rPr lang="en-US" dirty="0"/>
              <a:t>4</a:t>
            </a:r>
            <a:r>
              <a:rPr dirty="0"/>
              <a:t>. Conclusion</a:t>
            </a:r>
          </a:p>
        </p:txBody>
      </p:sp>
      <p:sp>
        <p:nvSpPr>
          <p:cNvPr id="13" name="내용 개체 틀 12">
            <a:extLst>
              <a:ext uri="{FF2B5EF4-FFF2-40B4-BE49-F238E27FC236}">
                <a16:creationId xmlns:a16="http://schemas.microsoft.com/office/drawing/2014/main" id="{83A16344-33E4-C03C-D6C4-9B0FA145C5AC}"/>
              </a:ext>
            </a:extLst>
          </p:cNvPr>
          <p:cNvSpPr>
            <a:spLocks noGrp="1"/>
          </p:cNvSpPr>
          <p:nvPr>
            <p:ph idx="1"/>
          </p:nvPr>
        </p:nvSpPr>
        <p:spPr/>
        <p:txBody>
          <a:bodyPr>
            <a:noAutofit/>
          </a:bodyPr>
          <a:lstStyle/>
          <a:p>
            <a:pPr lvl="0"/>
            <a:r>
              <a:rPr lang="ko-KR" sz="1800" dirty="0"/>
              <a:t>최고 성능 조합 (Clinical + AEC-residual, Stage-1 → Stage-1+Stage-2)</a:t>
            </a:r>
          </a:p>
          <a:p>
            <a:pPr lvl="1"/>
            <a:r>
              <a:rPr lang="ko-KR" sz="1600" dirty="0"/>
              <a:t>HGB · Cluster-Band(k=8): internal Spec 0.536→0.585(+4.9%p, Sens 변화 없음), external Spec 0.490→0.516(+2.5%p) · Net NRI +47/+19</a:t>
            </a:r>
          </a:p>
          <a:p>
            <a:pPr lvl="1"/>
            <a:r>
              <a:rPr lang="ko-KR" sz="1600" dirty="0"/>
              <a:t>1D-CNN(ResidualCNN baseline): internal Spec +5.2%p(0.588), external Spec +3.8%p(0.529)로 전체 중 최대 · Net NRI +49/+29</a:t>
            </a:r>
          </a:p>
          <a:p>
            <a:pPr lvl="0"/>
            <a:r>
              <a:rPr lang="ko-KR" sz="1800" dirty="0"/>
              <a:t>1D-CNN 구조 개선안 비교 (pretrain / skip / bagging / repeatedCV / FiLM / FCN / cross-attn)</a:t>
            </a:r>
          </a:p>
          <a:p>
            <a:pPr lvl="1"/>
            <a:r>
              <a:rPr lang="ko-KR" sz="1600" dirty="0"/>
              <a:t>baseline 구조가 이미 internal 특이도 개선폭 최대, RepeatedCV·FiLM이 external 개선폭 최대 — 모두 NI PASS</a:t>
            </a:r>
          </a:p>
          <a:p>
            <a:pPr lvl="1"/>
            <a:r>
              <a:rPr lang="ko-KR" sz="1600" dirty="0"/>
              <a:t>구조를 복잡화할수록(skip/bagging/cross-attn) 개선폭이 오히려 감소 → 추가 계산비용 대비 이득은 제한적</a:t>
            </a:r>
          </a:p>
          <a:p>
            <a:pPr lvl="0"/>
            <a:r>
              <a:rPr lang="ko-KR" sz="1800" b="1" dirty="0"/>
              <a:t>종합: AEC-residual 기반 Stage-2는 민감도 손실 없이 특이도를 유의하게 개선</a:t>
            </a:r>
            <a:endParaRPr lang="en-US" altLang="ko-KR" sz="1800" b="1" dirty="0"/>
          </a:p>
          <a:p>
            <a:pPr marL="0" lvl="0" indent="0">
              <a:buNone/>
            </a:pPr>
            <a:r>
              <a:rPr lang="ko-KR" sz="1600" b="1" dirty="0"/>
              <a:t>→ 불필요한 위양성(추가 정밀검사) 감소 효과를 internal·external 모두에서 확인, 자동화 파이프라인의 Stage-2로 채택 타당</a:t>
            </a:r>
          </a:p>
        </p:txBody>
      </p:sp>
    </p:spTree>
    <p:extLst>
      <p:ext uri="{BB962C8B-B14F-4D97-AF65-F5344CB8AC3E}">
        <p14:creationId xmlns:p14="http://schemas.microsoft.com/office/powerpoint/2010/main" val="3250903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BB4E5-8F3F-87A4-5FDB-5025F5753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A0E3D-B0CF-EE1C-1EAF-A2B3460F3F32}"/>
              </a:ext>
            </a:extLst>
          </p:cNvPr>
          <p:cNvSpPr>
            <a:spLocks noGrp="1"/>
          </p:cNvSpPr>
          <p:nvPr>
            <p:ph type="title"/>
          </p:nvPr>
        </p:nvSpPr>
        <p:spPr/>
        <p:txBody>
          <a:bodyPr/>
          <a:lstStyle/>
          <a:p>
            <a:r>
              <a:rPr lang="en-US" dirty="0"/>
              <a:t>5</a:t>
            </a:r>
            <a:r>
              <a:rPr dirty="0"/>
              <a:t>. </a:t>
            </a:r>
            <a:r>
              <a:rPr lang="en-US" dirty="0"/>
              <a:t>Next Plans</a:t>
            </a:r>
            <a:endParaRPr dirty="0"/>
          </a:p>
        </p:txBody>
      </p:sp>
      <p:sp>
        <p:nvSpPr>
          <p:cNvPr id="13" name="내용 개체 틀 12">
            <a:extLst>
              <a:ext uri="{FF2B5EF4-FFF2-40B4-BE49-F238E27FC236}">
                <a16:creationId xmlns:a16="http://schemas.microsoft.com/office/drawing/2014/main" id="{B60E3C5D-EFC3-4B40-D63A-E1D5C1F79BA5}"/>
              </a:ext>
            </a:extLst>
          </p:cNvPr>
          <p:cNvSpPr>
            <a:spLocks noGrp="1"/>
          </p:cNvSpPr>
          <p:nvPr>
            <p:ph idx="1"/>
          </p:nvPr>
        </p:nvSpPr>
        <p:spPr/>
        <p:txBody>
          <a:bodyPr>
            <a:noAutofit/>
          </a:bodyPr>
          <a:lstStyle/>
          <a:p>
            <a:r>
              <a:rPr lang="en-US" altLang="ko-KR" sz="1800" b="1" dirty="0"/>
              <a:t>Internal / External</a:t>
            </a:r>
            <a:r>
              <a:rPr lang="ko-KR" altLang="en-US" sz="1800" b="1" dirty="0"/>
              <a:t>의 </a:t>
            </a:r>
            <a:r>
              <a:rPr lang="en-US" altLang="ko-KR" sz="1800" b="1" dirty="0"/>
              <a:t>Specificity delta</a:t>
            </a:r>
            <a:r>
              <a:rPr lang="ko-KR" altLang="en-US" sz="1800" b="1" dirty="0"/>
              <a:t>가 최대 </a:t>
            </a:r>
            <a:r>
              <a:rPr lang="en-US" altLang="ko-KR" sz="1800" b="1" dirty="0"/>
              <a:t>0.05 </a:t>
            </a:r>
            <a:r>
              <a:rPr lang="ko-KR" altLang="en-US" sz="1800" b="1" dirty="0"/>
              <a:t>수준 → </a:t>
            </a:r>
            <a:r>
              <a:rPr lang="en-US" altLang="ko-KR" sz="1800" b="1" dirty="0"/>
              <a:t>0.1 </a:t>
            </a:r>
            <a:r>
              <a:rPr lang="ko-KR" altLang="en-US" sz="1800" b="1" dirty="0"/>
              <a:t>까지 상승하도록 연구 진행</a:t>
            </a:r>
            <a:endParaRPr lang="en-US" altLang="ko-KR" sz="1800" b="1" dirty="0"/>
          </a:p>
          <a:p>
            <a:pPr lvl="1"/>
            <a:r>
              <a:rPr lang="en-US" altLang="ko-KR" sz="1600" dirty="0"/>
              <a:t>Model</a:t>
            </a:r>
            <a:r>
              <a:rPr lang="ko-KR" altLang="en-US" sz="1600" dirty="0"/>
              <a:t>의 복잡도는 오히려 성능을 떨어뜨리는 결과 확인 → </a:t>
            </a:r>
            <a:r>
              <a:rPr lang="ko-KR" altLang="en-US" sz="1600" dirty="0" err="1"/>
              <a:t>경량화된</a:t>
            </a:r>
            <a:r>
              <a:rPr lang="ko-KR" altLang="en-US" sz="1600" dirty="0"/>
              <a:t> 아키텍처 중심 고도화</a:t>
            </a:r>
            <a:endParaRPr lang="en-US" altLang="ko-KR" sz="1600" dirty="0"/>
          </a:p>
        </p:txBody>
      </p:sp>
    </p:spTree>
    <p:extLst>
      <p:ext uri="{BB962C8B-B14F-4D97-AF65-F5344CB8AC3E}">
        <p14:creationId xmlns:p14="http://schemas.microsoft.com/office/powerpoint/2010/main" val="1324803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pic>
        <p:nvPicPr>
          <p:cNvPr id="1176" name="Google Shape;1176;g3d412ffb079_0_61"/>
          <p:cNvPicPr preferRelativeResize="0"/>
          <p:nvPr/>
        </p:nvPicPr>
        <p:blipFill>
          <a:blip r:embed="rId3">
            <a:alphaModFix/>
          </a:blip>
          <a:stretch>
            <a:fill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369281387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4480</TotalTime>
  <Words>1903</Words>
  <Application>Microsoft Office PowerPoint</Application>
  <PresentationFormat>와이드스크린</PresentationFormat>
  <Paragraphs>92</Paragraphs>
  <Slides>18</Slides>
  <Notes>18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18</vt:i4>
      </vt:variant>
    </vt:vector>
  </HeadingPairs>
  <TitlesOfParts>
    <vt:vector size="22" baseType="lpstr">
      <vt:lpstr>KoPub돋움체 Medium</vt:lpstr>
      <vt:lpstr>KoPub돋움체 Bold</vt:lpstr>
      <vt:lpstr>Arial</vt:lpstr>
      <vt:lpstr>Office 테마</vt:lpstr>
      <vt:lpstr>PowerPoint 프레젠테이션</vt:lpstr>
      <vt:lpstr>1. In Last Meeting</vt:lpstr>
      <vt:lpstr>2. Research Summary</vt:lpstr>
      <vt:lpstr>3. Detailed progress</vt:lpstr>
      <vt:lpstr>3. Detailed progress</vt:lpstr>
      <vt:lpstr>3. Detailed progress</vt:lpstr>
      <vt:lpstr>3. Detailed progress</vt:lpstr>
      <vt:lpstr>3. Detailed progress</vt:lpstr>
      <vt:lpstr>3. Detailed progress</vt:lpstr>
      <vt:lpstr>3. Detailed progress</vt:lpstr>
      <vt:lpstr>3. Detailed progress</vt:lpstr>
      <vt:lpstr>3. Detailed progress</vt:lpstr>
      <vt:lpstr>3. Detailed progress</vt:lpstr>
      <vt:lpstr>3. Detailed progress</vt:lpstr>
      <vt:lpstr>4. Conclusion</vt:lpstr>
      <vt:lpstr>4. Conclusion</vt:lpstr>
      <vt:lpstr>5. Next Plans</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전장훈</dc:creator>
  <cp:lastModifiedBy>전장훈</cp:lastModifiedBy>
  <cp:revision>395</cp:revision>
  <dcterms:created xsi:type="dcterms:W3CDTF">2026-04-09T07:05:16Z</dcterms:created>
  <dcterms:modified xsi:type="dcterms:W3CDTF">2026-07-15T03:09:48Z</dcterms:modified>
</cp:coreProperties>
</file>