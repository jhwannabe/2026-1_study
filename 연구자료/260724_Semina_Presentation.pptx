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2"/>
  </p:notesMasterIdLst>
  <p:sldIdLst>
    <p:sldId id="256" r:id="rId2"/>
    <p:sldId id="508" r:id="rId3"/>
    <p:sldId id="509" r:id="rId4"/>
    <p:sldId id="518" r:id="rId5"/>
    <p:sldId id="510" r:id="rId6"/>
    <p:sldId id="522" r:id="rId7"/>
    <p:sldId id="524" r:id="rId8"/>
    <p:sldId id="511" r:id="rId9"/>
    <p:sldId id="526" r:id="rId10"/>
    <p:sldId id="512" r:id="rId11"/>
    <p:sldId id="513" r:id="rId12"/>
    <p:sldId id="527" r:id="rId13"/>
    <p:sldId id="514" r:id="rId14"/>
    <p:sldId id="529" r:id="rId15"/>
    <p:sldId id="528" r:id="rId16"/>
    <p:sldId id="530" r:id="rId17"/>
    <p:sldId id="515" r:id="rId18"/>
    <p:sldId id="516" r:id="rId19"/>
    <p:sldId id="531" r:id="rId20"/>
    <p:sldId id="479" r:id="rId21"/>
  </p:sldIdLst>
  <p:sldSz cx="12192000" cy="6858000"/>
  <p:notesSz cx="6858000" cy="9144000"/>
  <p:embeddedFontLst>
    <p:embeddedFont>
      <p:font typeface="KoPub돋움체 Bold" panose="00000800000000000000" pitchFamily="2" charset="-127"/>
      <p:bold r:id="rId23"/>
    </p:embeddedFont>
    <p:embeddedFont>
      <p:font typeface="KoPub돋움체 Medium" panose="00000600000000000000" pitchFamily="2" charset="-127"/>
      <p:regular r:id="rId24"/>
    </p:embeddedFont>
    <p:embeddedFont>
      <p:font typeface="맑은 고딕" panose="020B0503020000020004" pitchFamily="50" charset="-127"/>
      <p:regular r:id="rId25"/>
      <p:bold r:id="rId26"/>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097B6DF2-66C3-4074-9053-F9AA00FED5D5}">
          <p14:sldIdLst>
            <p14:sldId id="256"/>
            <p14:sldId id="508"/>
            <p14:sldId id="509"/>
            <p14:sldId id="518"/>
            <p14:sldId id="510"/>
            <p14:sldId id="522"/>
            <p14:sldId id="524"/>
            <p14:sldId id="511"/>
            <p14:sldId id="526"/>
            <p14:sldId id="512"/>
            <p14:sldId id="513"/>
            <p14:sldId id="527"/>
            <p14:sldId id="514"/>
            <p14:sldId id="529"/>
            <p14:sldId id="528"/>
            <p14:sldId id="530"/>
            <p14:sldId id="515"/>
            <p14:sldId id="516"/>
            <p14:sldId id="531"/>
            <p14:sldId id="47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전장훈" initials="전" lastIdx="19" clrIdx="0">
    <p:extLst>
      <p:ext uri="{19B8F6BF-5375-455C-9EA6-DF929625EA0E}">
        <p15:presenceInfo xmlns:p15="http://schemas.microsoft.com/office/powerpoint/2012/main" userId="전장훈"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7DD0"/>
    <a:srgbClr val="1F346B"/>
    <a:srgbClr val="023670"/>
    <a:srgbClr val="17A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576" autoAdjust="0"/>
  </p:normalViewPr>
  <p:slideViewPr>
    <p:cSldViewPr snapToGrid="0">
      <p:cViewPr varScale="1">
        <p:scale>
          <a:sx n="90" d="100"/>
          <a:sy n="90" d="100"/>
        </p:scale>
        <p:origin x="1332" y="84"/>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 Id="rId27" Type="http://schemas.openxmlformats.org/officeDocument/2006/relationships/commentAuthors" Target="commentAuthor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ghoon jun" userId="056a5883350c2f5e" providerId="LiveId" clId="{6DA654A6-03B0-40F7-A259-B276216985A6}"/>
    <pc:docChg chg="undo redo custSel addSld delSld modSld modSection">
      <pc:chgData name="janghoon jun" userId="056a5883350c2f5e" providerId="LiveId" clId="{6DA654A6-03B0-40F7-A259-B276216985A6}" dt="2026-07-08T06:46:14.575" v="5364"/>
      <pc:docMkLst>
        <pc:docMk/>
      </pc:docMkLst>
      <pc:sldChg chg="modSp mod">
        <pc:chgData name="janghoon jun" userId="056a5883350c2f5e" providerId="LiveId" clId="{6DA654A6-03B0-40F7-A259-B276216985A6}" dt="2026-07-08T05:33:53.531" v="3728" actId="207"/>
        <pc:sldMkLst>
          <pc:docMk/>
          <pc:sldMk cId="0" sldId="256"/>
        </pc:sldMkLst>
        <pc:spChg chg="mod">
          <ac:chgData name="janghoon jun" userId="056a5883350c2f5e" providerId="LiveId" clId="{6DA654A6-03B0-40F7-A259-B276216985A6}" dt="2026-07-08T05:33:53.531" v="3728" actId="207"/>
          <ac:spMkLst>
            <pc:docMk/>
            <pc:sldMk cId="0" sldId="256"/>
            <ac:spMk id="2" creationId="{00000000-0000-0000-0000-000000000000}"/>
          </ac:spMkLst>
        </pc:spChg>
        <pc:spChg chg="mod">
          <ac:chgData name="janghoon jun" userId="056a5883350c2f5e" providerId="LiveId" clId="{6DA654A6-03B0-40F7-A259-B276216985A6}" dt="2026-07-08T05:33:53.531" v="3728" actId="207"/>
          <ac:spMkLst>
            <pc:docMk/>
            <pc:sldMk cId="0" sldId="256"/>
            <ac:spMk id="3" creationId="{00000000-0000-0000-0000-000000000000}"/>
          </ac:spMkLst>
        </pc:spChg>
      </pc:sldChg>
      <pc:sldChg chg="modSp mod modNotesTx">
        <pc:chgData name="janghoon jun" userId="056a5883350c2f5e" providerId="LiveId" clId="{6DA654A6-03B0-40F7-A259-B276216985A6}" dt="2026-07-07T05:53:01.136" v="2952" actId="20577"/>
        <pc:sldMkLst>
          <pc:docMk/>
          <pc:sldMk cId="1998851532" sldId="256"/>
        </pc:sldMkLst>
        <pc:spChg chg="mod">
          <ac:chgData name="janghoon jun" userId="056a5883350c2f5e" providerId="LiveId" clId="{6DA654A6-03B0-40F7-A259-B276216985A6}" dt="2026-07-07T05:52:56.148" v="2948" actId="20577"/>
          <ac:spMkLst>
            <pc:docMk/>
            <pc:sldMk cId="1998851532" sldId="256"/>
            <ac:spMk id="4" creationId="{4C14D9A0-1BB9-428F-B273-3CE24758593B}"/>
          </ac:spMkLst>
        </pc:spChg>
        <pc:spChg chg="mod">
          <ac:chgData name="janghoon jun" userId="056a5883350c2f5e" providerId="LiveId" clId="{6DA654A6-03B0-40F7-A259-B276216985A6}" dt="2026-07-07T05:53:01.136" v="2952" actId="20577"/>
          <ac:spMkLst>
            <pc:docMk/>
            <pc:sldMk cId="1998851532" sldId="256"/>
            <ac:spMk id="5" creationId="{94B21C1C-F3A0-440B-961E-968F2C77FB2A}"/>
          </ac:spMkLst>
        </pc:spChg>
      </pc:sldChg>
      <pc:sldChg chg="addSp delSp modSp mod">
        <pc:chgData name="janghoon jun" userId="056a5883350c2f5e" providerId="LiveId" clId="{6DA654A6-03B0-40F7-A259-B276216985A6}" dt="2026-07-08T05:43:45.659" v="4097" actId="15"/>
        <pc:sldMkLst>
          <pc:docMk/>
          <pc:sldMk cId="0" sldId="257"/>
        </pc:sldMkLst>
        <pc:spChg chg="mod">
          <ac:chgData name="janghoon jun" userId="056a5883350c2f5e" providerId="LiveId" clId="{6DA654A6-03B0-40F7-A259-B276216985A6}" dt="2026-07-08T05:34:40.941" v="3768" actId="20577"/>
          <ac:spMkLst>
            <pc:docMk/>
            <pc:sldMk cId="0" sldId="257"/>
            <ac:spMk id="2" creationId="{00000000-0000-0000-0000-000000000000}"/>
          </ac:spMkLst>
        </pc:spChg>
        <pc:spChg chg="del">
          <ac:chgData name="janghoon jun" userId="056a5883350c2f5e" providerId="LiveId" clId="{6DA654A6-03B0-40F7-A259-B276216985A6}" dt="2026-07-08T05:34:32.979" v="3753" actId="478"/>
          <ac:spMkLst>
            <pc:docMk/>
            <pc:sldMk cId="0" sldId="257"/>
            <ac:spMk id="3" creationId="{00000000-0000-0000-0000-000000000000}"/>
          </ac:spMkLst>
        </pc:spChg>
        <pc:spChg chg="del">
          <ac:chgData name="janghoon jun" userId="056a5883350c2f5e" providerId="LiveId" clId="{6DA654A6-03B0-40F7-A259-B276216985A6}" dt="2026-07-08T05:34:29.459" v="3752" actId="478"/>
          <ac:spMkLst>
            <pc:docMk/>
            <pc:sldMk cId="0" sldId="257"/>
            <ac:spMk id="4" creationId="{00000000-0000-0000-0000-000000000000}"/>
          </ac:spMkLst>
        </pc:spChg>
        <pc:spChg chg="del">
          <ac:chgData name="janghoon jun" userId="056a5883350c2f5e" providerId="LiveId" clId="{6DA654A6-03B0-40F7-A259-B276216985A6}" dt="2026-07-08T05:34:29.459" v="3752" actId="478"/>
          <ac:spMkLst>
            <pc:docMk/>
            <pc:sldMk cId="0" sldId="257"/>
            <ac:spMk id="5" creationId="{00000000-0000-0000-0000-000000000000}"/>
          </ac:spMkLst>
        </pc:spChg>
        <pc:spChg chg="del">
          <ac:chgData name="janghoon jun" userId="056a5883350c2f5e" providerId="LiveId" clId="{6DA654A6-03B0-40F7-A259-B276216985A6}" dt="2026-07-08T05:34:29.459" v="3752" actId="478"/>
          <ac:spMkLst>
            <pc:docMk/>
            <pc:sldMk cId="0" sldId="257"/>
            <ac:spMk id="6" creationId="{00000000-0000-0000-0000-000000000000}"/>
          </ac:spMkLst>
        </pc:spChg>
        <pc:spChg chg="del">
          <ac:chgData name="janghoon jun" userId="056a5883350c2f5e" providerId="LiveId" clId="{6DA654A6-03B0-40F7-A259-B276216985A6}" dt="2026-07-08T05:34:29.459" v="3752" actId="478"/>
          <ac:spMkLst>
            <pc:docMk/>
            <pc:sldMk cId="0" sldId="257"/>
            <ac:spMk id="7" creationId="{00000000-0000-0000-0000-000000000000}"/>
          </ac:spMkLst>
        </pc:spChg>
        <pc:spChg chg="add mod">
          <ac:chgData name="janghoon jun" userId="056a5883350c2f5e" providerId="LiveId" clId="{6DA654A6-03B0-40F7-A259-B276216985A6}" dt="2026-07-08T05:43:45.659" v="4097" actId="15"/>
          <ac:spMkLst>
            <pc:docMk/>
            <pc:sldMk cId="0" sldId="257"/>
            <ac:spMk id="9" creationId="{CDE98734-B61B-52A9-4AC8-3A3A0C7E6EAE}"/>
          </ac:spMkLst>
        </pc:spChg>
      </pc:sldChg>
      <pc:sldChg chg="addSp delSp modSp del mod">
        <pc:chgData name="janghoon jun" userId="056a5883350c2f5e" providerId="LiveId" clId="{6DA654A6-03B0-40F7-A259-B276216985A6}" dt="2026-07-08T05:51:26.233" v="4277" actId="47"/>
        <pc:sldMkLst>
          <pc:docMk/>
          <pc:sldMk cId="0" sldId="258"/>
        </pc:sldMkLst>
        <pc:spChg chg="mod">
          <ac:chgData name="janghoon jun" userId="056a5883350c2f5e" providerId="LiveId" clId="{6DA654A6-03B0-40F7-A259-B276216985A6}" dt="2026-07-08T05:45:13.417" v="4173" actId="20577"/>
          <ac:spMkLst>
            <pc:docMk/>
            <pc:sldMk cId="0" sldId="258"/>
            <ac:spMk id="2" creationId="{00000000-0000-0000-0000-000000000000}"/>
          </ac:spMkLst>
        </pc:spChg>
        <pc:spChg chg="del mod">
          <ac:chgData name="janghoon jun" userId="056a5883350c2f5e" providerId="LiveId" clId="{6DA654A6-03B0-40F7-A259-B276216985A6}" dt="2026-07-08T05:51:16.445" v="4274" actId="478"/>
          <ac:spMkLst>
            <pc:docMk/>
            <pc:sldMk cId="0" sldId="258"/>
            <ac:spMk id="3" creationId="{00000000-0000-0000-0000-000000000000}"/>
          </ac:spMkLst>
        </pc:spChg>
        <pc:spChg chg="mod">
          <ac:chgData name="janghoon jun" userId="056a5883350c2f5e" providerId="LiveId" clId="{6DA654A6-03B0-40F7-A259-B276216985A6}" dt="2026-07-08T05:51:23.393" v="4276" actId="1076"/>
          <ac:spMkLst>
            <pc:docMk/>
            <pc:sldMk cId="0" sldId="258"/>
            <ac:spMk id="4" creationId="{00000000-0000-0000-0000-000000000000}"/>
          </ac:spMkLst>
        </pc:spChg>
        <pc:spChg chg="mod">
          <ac:chgData name="janghoon jun" userId="056a5883350c2f5e" providerId="LiveId" clId="{6DA654A6-03B0-40F7-A259-B276216985A6}" dt="2026-07-08T05:51:23.393" v="4276" actId="1076"/>
          <ac:spMkLst>
            <pc:docMk/>
            <pc:sldMk cId="0" sldId="258"/>
            <ac:spMk id="6" creationId="{00000000-0000-0000-0000-000000000000}"/>
          </ac:spMkLst>
        </pc:spChg>
        <pc:spChg chg="mod">
          <ac:chgData name="janghoon jun" userId="056a5883350c2f5e" providerId="LiveId" clId="{6DA654A6-03B0-40F7-A259-B276216985A6}" dt="2026-07-08T05:51:23.393" v="4276" actId="1076"/>
          <ac:spMkLst>
            <pc:docMk/>
            <pc:sldMk cId="0" sldId="258"/>
            <ac:spMk id="7" creationId="{00000000-0000-0000-0000-000000000000}"/>
          </ac:spMkLst>
        </pc:spChg>
        <pc:spChg chg="add del mod">
          <ac:chgData name="janghoon jun" userId="056a5883350c2f5e" providerId="LiveId" clId="{6DA654A6-03B0-40F7-A259-B276216985A6}" dt="2026-07-08T05:51:18.243" v="4275" actId="478"/>
          <ac:spMkLst>
            <pc:docMk/>
            <pc:sldMk cId="0" sldId="258"/>
            <ac:spMk id="9" creationId="{EC8AC9C5-BC86-B8DF-827C-DAFEE8EE56B9}"/>
          </ac:spMkLst>
        </pc:spChg>
        <pc:graphicFrameChg chg="mod">
          <ac:chgData name="janghoon jun" userId="056a5883350c2f5e" providerId="LiveId" clId="{6DA654A6-03B0-40F7-A259-B276216985A6}" dt="2026-07-08T05:51:23.393" v="4276" actId="1076"/>
          <ac:graphicFrameMkLst>
            <pc:docMk/>
            <pc:sldMk cId="0" sldId="258"/>
            <ac:graphicFrameMk id="5" creationId="{00000000-0000-0000-0000-000000000000}"/>
          </ac:graphicFrameMkLst>
        </pc:graphicFrameChg>
      </pc:sldChg>
      <pc:sldChg chg="modSp add del mod">
        <pc:chgData name="janghoon jun" userId="056a5883350c2f5e" providerId="LiveId" clId="{6DA654A6-03B0-40F7-A259-B276216985A6}" dt="2026-07-08T05:45:43.786" v="4178" actId="47"/>
        <pc:sldMkLst>
          <pc:docMk/>
          <pc:sldMk cId="0" sldId="259"/>
        </pc:sldMkLst>
        <pc:spChg chg="mod">
          <ac:chgData name="janghoon jun" userId="056a5883350c2f5e" providerId="LiveId" clId="{6DA654A6-03B0-40F7-A259-B276216985A6}" dt="2026-07-08T05:45:29.838" v="4175" actId="20577"/>
          <ac:spMkLst>
            <pc:docMk/>
            <pc:sldMk cId="0" sldId="259"/>
            <ac:spMk id="2" creationId="{00000000-0000-0000-0000-000000000000}"/>
          </ac:spMkLst>
        </pc:spChg>
      </pc:sldChg>
      <pc:sldChg chg="modSp del mod">
        <pc:chgData name="janghoon jun" userId="056a5883350c2f5e" providerId="LiveId" clId="{6DA654A6-03B0-40F7-A259-B276216985A6}" dt="2026-07-08T05:46:52.228" v="4185" actId="47"/>
        <pc:sldMkLst>
          <pc:docMk/>
          <pc:sldMk cId="0" sldId="260"/>
        </pc:sldMkLst>
        <pc:spChg chg="mod">
          <ac:chgData name="janghoon jun" userId="056a5883350c2f5e" providerId="LiveId" clId="{6DA654A6-03B0-40F7-A259-B276216985A6}" dt="2026-07-08T05:45:49.064" v="4180" actId="20577"/>
          <ac:spMkLst>
            <pc:docMk/>
            <pc:sldMk cId="0" sldId="260"/>
            <ac:spMk id="2" creationId="{00000000-0000-0000-0000-000000000000}"/>
          </ac:spMkLst>
        </pc:spChg>
        <pc:spChg chg="mod">
          <ac:chgData name="janghoon jun" userId="056a5883350c2f5e" providerId="LiveId" clId="{6DA654A6-03B0-40F7-A259-B276216985A6}" dt="2026-07-08T05:46:11.423" v="4184" actId="14100"/>
          <ac:spMkLst>
            <pc:docMk/>
            <pc:sldMk cId="0" sldId="260"/>
            <ac:spMk id="4" creationId="{00000000-0000-0000-0000-000000000000}"/>
          </ac:spMkLst>
        </pc:spChg>
        <pc:spChg chg="mod">
          <ac:chgData name="janghoon jun" userId="056a5883350c2f5e" providerId="LiveId" clId="{6DA654A6-03B0-40F7-A259-B276216985A6}" dt="2026-07-08T05:46:06.972" v="4183" actId="1076"/>
          <ac:spMkLst>
            <pc:docMk/>
            <pc:sldMk cId="0" sldId="260"/>
            <ac:spMk id="13" creationId="{00000000-0000-0000-0000-000000000000}"/>
          </ac:spMkLst>
        </pc:spChg>
        <pc:spChg chg="mod">
          <ac:chgData name="janghoon jun" userId="056a5883350c2f5e" providerId="LiveId" clId="{6DA654A6-03B0-40F7-A259-B276216985A6}" dt="2026-07-08T05:46:06.972" v="4183" actId="1076"/>
          <ac:spMkLst>
            <pc:docMk/>
            <pc:sldMk cId="0" sldId="260"/>
            <ac:spMk id="14" creationId="{00000000-0000-0000-0000-000000000000}"/>
          </ac:spMkLst>
        </pc:spChg>
        <pc:spChg chg="mod">
          <ac:chgData name="janghoon jun" userId="056a5883350c2f5e" providerId="LiveId" clId="{6DA654A6-03B0-40F7-A259-B276216985A6}" dt="2026-07-08T05:46:06.972" v="4183" actId="1076"/>
          <ac:spMkLst>
            <pc:docMk/>
            <pc:sldMk cId="0" sldId="260"/>
            <ac:spMk id="15" creationId="{00000000-0000-0000-0000-000000000000}"/>
          </ac:spMkLst>
        </pc:spChg>
      </pc:sldChg>
      <pc:sldChg chg="addSp delSp modSp mod">
        <pc:chgData name="janghoon jun" userId="056a5883350c2f5e" providerId="LiveId" clId="{6DA654A6-03B0-40F7-A259-B276216985A6}" dt="2026-07-08T06:00:00.079" v="4418" actId="20577"/>
        <pc:sldMkLst>
          <pc:docMk/>
          <pc:sldMk cId="0" sldId="261"/>
        </pc:sldMkLst>
        <pc:spChg chg="mod">
          <ac:chgData name="janghoon jun" userId="056a5883350c2f5e" providerId="LiveId" clId="{6DA654A6-03B0-40F7-A259-B276216985A6}" dt="2026-07-08T06:00:00.079" v="4418" actId="20577"/>
          <ac:spMkLst>
            <pc:docMk/>
            <pc:sldMk cId="0" sldId="261"/>
            <ac:spMk id="2" creationId="{00000000-0000-0000-0000-000000000000}"/>
          </ac:spMkLst>
        </pc:spChg>
        <pc:spChg chg="mod">
          <ac:chgData name="janghoon jun" userId="056a5883350c2f5e" providerId="LiveId" clId="{6DA654A6-03B0-40F7-A259-B276216985A6}" dt="2026-07-08T05:48:47.021" v="4222" actId="20577"/>
          <ac:spMkLst>
            <pc:docMk/>
            <pc:sldMk cId="0" sldId="261"/>
            <ac:spMk id="3" creationId="{00000000-0000-0000-0000-000000000000}"/>
          </ac:spMkLst>
        </pc:spChg>
        <pc:spChg chg="mod">
          <ac:chgData name="janghoon jun" userId="056a5883350c2f5e" providerId="LiveId" clId="{6DA654A6-03B0-40F7-A259-B276216985A6}" dt="2026-07-08T05:51:44.611" v="4278" actId="164"/>
          <ac:spMkLst>
            <pc:docMk/>
            <pc:sldMk cId="0" sldId="261"/>
            <ac:spMk id="4" creationId="{00000000-0000-0000-0000-000000000000}"/>
          </ac:spMkLst>
        </pc:spChg>
        <pc:spChg chg="mod">
          <ac:chgData name="janghoon jun" userId="056a5883350c2f5e" providerId="LiveId" clId="{6DA654A6-03B0-40F7-A259-B276216985A6}" dt="2026-07-08T05:51:44.611" v="4278" actId="164"/>
          <ac:spMkLst>
            <pc:docMk/>
            <pc:sldMk cId="0" sldId="261"/>
            <ac:spMk id="5" creationId="{00000000-0000-0000-0000-000000000000}"/>
          </ac:spMkLst>
        </pc:spChg>
        <pc:spChg chg="mod">
          <ac:chgData name="janghoon jun" userId="056a5883350c2f5e" providerId="LiveId" clId="{6DA654A6-03B0-40F7-A259-B276216985A6}" dt="2026-07-08T05:51:44.611" v="4278" actId="164"/>
          <ac:spMkLst>
            <pc:docMk/>
            <pc:sldMk cId="0" sldId="261"/>
            <ac:spMk id="6" creationId="{00000000-0000-0000-0000-000000000000}"/>
          </ac:spMkLst>
        </pc:spChg>
        <pc:spChg chg="mod">
          <ac:chgData name="janghoon jun" userId="056a5883350c2f5e" providerId="LiveId" clId="{6DA654A6-03B0-40F7-A259-B276216985A6}" dt="2026-07-08T05:51:44.611" v="4278" actId="164"/>
          <ac:spMkLst>
            <pc:docMk/>
            <pc:sldMk cId="0" sldId="261"/>
            <ac:spMk id="7" creationId="{00000000-0000-0000-0000-000000000000}"/>
          </ac:spMkLst>
        </pc:spChg>
        <pc:spChg chg="mod">
          <ac:chgData name="janghoon jun" userId="056a5883350c2f5e" providerId="LiveId" clId="{6DA654A6-03B0-40F7-A259-B276216985A6}" dt="2026-07-08T05:51:44.611" v="4278" actId="164"/>
          <ac:spMkLst>
            <pc:docMk/>
            <pc:sldMk cId="0" sldId="261"/>
            <ac:spMk id="8" creationId="{00000000-0000-0000-0000-000000000000}"/>
          </ac:spMkLst>
        </pc:spChg>
        <pc:spChg chg="mod">
          <ac:chgData name="janghoon jun" userId="056a5883350c2f5e" providerId="LiveId" clId="{6DA654A6-03B0-40F7-A259-B276216985A6}" dt="2026-07-08T05:51:44.611" v="4278" actId="164"/>
          <ac:spMkLst>
            <pc:docMk/>
            <pc:sldMk cId="0" sldId="261"/>
            <ac:spMk id="9" creationId="{00000000-0000-0000-0000-000000000000}"/>
          </ac:spMkLst>
        </pc:spChg>
        <pc:spChg chg="mod">
          <ac:chgData name="janghoon jun" userId="056a5883350c2f5e" providerId="LiveId" clId="{6DA654A6-03B0-40F7-A259-B276216985A6}" dt="2026-07-08T05:51:44.611" v="4278" actId="164"/>
          <ac:spMkLst>
            <pc:docMk/>
            <pc:sldMk cId="0" sldId="261"/>
            <ac:spMk id="10" creationId="{00000000-0000-0000-0000-000000000000}"/>
          </ac:spMkLst>
        </pc:spChg>
        <pc:spChg chg="mod">
          <ac:chgData name="janghoon jun" userId="056a5883350c2f5e" providerId="LiveId" clId="{6DA654A6-03B0-40F7-A259-B276216985A6}" dt="2026-07-08T05:51:44.611" v="4278" actId="164"/>
          <ac:spMkLst>
            <pc:docMk/>
            <pc:sldMk cId="0" sldId="261"/>
            <ac:spMk id="11" creationId="{00000000-0000-0000-0000-000000000000}"/>
          </ac:spMkLst>
        </pc:spChg>
        <pc:spChg chg="mod">
          <ac:chgData name="janghoon jun" userId="056a5883350c2f5e" providerId="LiveId" clId="{6DA654A6-03B0-40F7-A259-B276216985A6}" dt="2026-07-08T05:48:23.941" v="4215" actId="1076"/>
          <ac:spMkLst>
            <pc:docMk/>
            <pc:sldMk cId="0" sldId="261"/>
            <ac:spMk id="12" creationId="{00000000-0000-0000-0000-000000000000}"/>
          </ac:spMkLst>
        </pc:spChg>
        <pc:spChg chg="del">
          <ac:chgData name="janghoon jun" userId="056a5883350c2f5e" providerId="LiveId" clId="{6DA654A6-03B0-40F7-A259-B276216985A6}" dt="2026-07-08T05:48:11.777" v="4212" actId="478"/>
          <ac:spMkLst>
            <pc:docMk/>
            <pc:sldMk cId="0" sldId="261"/>
            <ac:spMk id="13" creationId="{00000000-0000-0000-0000-000000000000}"/>
          </ac:spMkLst>
        </pc:spChg>
        <pc:spChg chg="mod">
          <ac:chgData name="janghoon jun" userId="056a5883350c2f5e" providerId="LiveId" clId="{6DA654A6-03B0-40F7-A259-B276216985A6}" dt="2026-07-08T05:48:20.454" v="4214" actId="1076"/>
          <ac:spMkLst>
            <pc:docMk/>
            <pc:sldMk cId="0" sldId="261"/>
            <ac:spMk id="14" creationId="{00000000-0000-0000-0000-000000000000}"/>
          </ac:spMkLst>
        </pc:spChg>
        <pc:grpChg chg="add mod">
          <ac:chgData name="janghoon jun" userId="056a5883350c2f5e" providerId="LiveId" clId="{6DA654A6-03B0-40F7-A259-B276216985A6}" dt="2026-07-08T05:51:55.537" v="4280" actId="1076"/>
          <ac:grpSpMkLst>
            <pc:docMk/>
            <pc:sldMk cId="0" sldId="261"/>
            <ac:grpSpMk id="15" creationId="{8225C597-6B75-9D97-650E-7B4F65A7A9DF}"/>
          </ac:grpSpMkLst>
        </pc:grpChg>
      </pc:sldChg>
      <pc:sldChg chg="addSp modSp mod">
        <pc:chgData name="janghoon jun" userId="056a5883350c2f5e" providerId="LiveId" clId="{6DA654A6-03B0-40F7-A259-B276216985A6}" dt="2026-07-08T06:00:08.652" v="4442" actId="20577"/>
        <pc:sldMkLst>
          <pc:docMk/>
          <pc:sldMk cId="0" sldId="262"/>
        </pc:sldMkLst>
        <pc:spChg chg="mod">
          <ac:chgData name="janghoon jun" userId="056a5883350c2f5e" providerId="LiveId" clId="{6DA654A6-03B0-40F7-A259-B276216985A6}" dt="2026-07-08T06:00:08.652" v="4442" actId="20577"/>
          <ac:spMkLst>
            <pc:docMk/>
            <pc:sldMk cId="0" sldId="262"/>
            <ac:spMk id="2" creationId="{00000000-0000-0000-0000-000000000000}"/>
          </ac:spMkLst>
        </pc:spChg>
        <pc:spChg chg="mod">
          <ac:chgData name="janghoon jun" userId="056a5883350c2f5e" providerId="LiveId" clId="{6DA654A6-03B0-40F7-A259-B276216985A6}" dt="2026-07-08T05:50:44.035" v="4253" actId="403"/>
          <ac:spMkLst>
            <pc:docMk/>
            <pc:sldMk cId="0" sldId="262"/>
            <ac:spMk id="3" creationId="{00000000-0000-0000-0000-000000000000}"/>
          </ac:spMkLst>
        </pc:spChg>
        <pc:spChg chg="mod">
          <ac:chgData name="janghoon jun" userId="056a5883350c2f5e" providerId="LiveId" clId="{6DA654A6-03B0-40F7-A259-B276216985A6}" dt="2026-07-08T05:49:40.729" v="4233" actId="164"/>
          <ac:spMkLst>
            <pc:docMk/>
            <pc:sldMk cId="0" sldId="262"/>
            <ac:spMk id="4" creationId="{00000000-0000-0000-0000-000000000000}"/>
          </ac:spMkLst>
        </pc:spChg>
        <pc:spChg chg="mod">
          <ac:chgData name="janghoon jun" userId="056a5883350c2f5e" providerId="LiveId" clId="{6DA654A6-03B0-40F7-A259-B276216985A6}" dt="2026-07-08T05:49:40.729" v="4233" actId="164"/>
          <ac:spMkLst>
            <pc:docMk/>
            <pc:sldMk cId="0" sldId="262"/>
            <ac:spMk id="5" creationId="{00000000-0000-0000-0000-000000000000}"/>
          </ac:spMkLst>
        </pc:spChg>
        <pc:spChg chg="mod">
          <ac:chgData name="janghoon jun" userId="056a5883350c2f5e" providerId="LiveId" clId="{6DA654A6-03B0-40F7-A259-B276216985A6}" dt="2026-07-08T05:50:05.153" v="4240" actId="164"/>
          <ac:spMkLst>
            <pc:docMk/>
            <pc:sldMk cId="0" sldId="262"/>
            <ac:spMk id="6" creationId="{00000000-0000-0000-0000-000000000000}"/>
          </ac:spMkLst>
        </pc:spChg>
        <pc:spChg chg="mod">
          <ac:chgData name="janghoon jun" userId="056a5883350c2f5e" providerId="LiveId" clId="{6DA654A6-03B0-40F7-A259-B276216985A6}" dt="2026-07-08T05:50:05.153" v="4240" actId="164"/>
          <ac:spMkLst>
            <pc:docMk/>
            <pc:sldMk cId="0" sldId="262"/>
            <ac:spMk id="7" creationId="{00000000-0000-0000-0000-000000000000}"/>
          </ac:spMkLst>
        </pc:spChg>
        <pc:spChg chg="mod">
          <ac:chgData name="janghoon jun" userId="056a5883350c2f5e" providerId="LiveId" clId="{6DA654A6-03B0-40F7-A259-B276216985A6}" dt="2026-07-08T05:50:10.135" v="4242" actId="164"/>
          <ac:spMkLst>
            <pc:docMk/>
            <pc:sldMk cId="0" sldId="262"/>
            <ac:spMk id="8" creationId="{00000000-0000-0000-0000-000000000000}"/>
          </ac:spMkLst>
        </pc:spChg>
        <pc:spChg chg="mod">
          <ac:chgData name="janghoon jun" userId="056a5883350c2f5e" providerId="LiveId" clId="{6DA654A6-03B0-40F7-A259-B276216985A6}" dt="2026-07-08T05:50:10.135" v="4242" actId="164"/>
          <ac:spMkLst>
            <pc:docMk/>
            <pc:sldMk cId="0" sldId="262"/>
            <ac:spMk id="9" creationId="{00000000-0000-0000-0000-000000000000}"/>
          </ac:spMkLst>
        </pc:spChg>
        <pc:spChg chg="mod">
          <ac:chgData name="janghoon jun" userId="056a5883350c2f5e" providerId="LiveId" clId="{6DA654A6-03B0-40F7-A259-B276216985A6}" dt="2026-07-08T05:50:15.213" v="4244" actId="164"/>
          <ac:spMkLst>
            <pc:docMk/>
            <pc:sldMk cId="0" sldId="262"/>
            <ac:spMk id="10" creationId="{00000000-0000-0000-0000-000000000000}"/>
          </ac:spMkLst>
        </pc:spChg>
        <pc:spChg chg="mod">
          <ac:chgData name="janghoon jun" userId="056a5883350c2f5e" providerId="LiveId" clId="{6DA654A6-03B0-40F7-A259-B276216985A6}" dt="2026-07-08T05:50:15.213" v="4244" actId="164"/>
          <ac:spMkLst>
            <pc:docMk/>
            <pc:sldMk cId="0" sldId="262"/>
            <ac:spMk id="11" creationId="{00000000-0000-0000-0000-000000000000}"/>
          </ac:spMkLst>
        </pc:spChg>
        <pc:spChg chg="mod">
          <ac:chgData name="janghoon jun" userId="056a5883350c2f5e" providerId="LiveId" clId="{6DA654A6-03B0-40F7-A259-B276216985A6}" dt="2026-07-08T05:50:18.768" v="4246" actId="164"/>
          <ac:spMkLst>
            <pc:docMk/>
            <pc:sldMk cId="0" sldId="262"/>
            <ac:spMk id="12" creationId="{00000000-0000-0000-0000-000000000000}"/>
          </ac:spMkLst>
        </pc:spChg>
        <pc:spChg chg="mod">
          <ac:chgData name="janghoon jun" userId="056a5883350c2f5e" providerId="LiveId" clId="{6DA654A6-03B0-40F7-A259-B276216985A6}" dt="2026-07-08T05:50:18.768" v="4246" actId="164"/>
          <ac:spMkLst>
            <pc:docMk/>
            <pc:sldMk cId="0" sldId="262"/>
            <ac:spMk id="13" creationId="{00000000-0000-0000-0000-000000000000}"/>
          </ac:spMkLst>
        </pc:spChg>
        <pc:spChg chg="mod">
          <ac:chgData name="janghoon jun" userId="056a5883350c2f5e" providerId="LiveId" clId="{6DA654A6-03B0-40F7-A259-B276216985A6}" dt="2026-07-08T05:50:22.367" v="4248" actId="164"/>
          <ac:spMkLst>
            <pc:docMk/>
            <pc:sldMk cId="0" sldId="262"/>
            <ac:spMk id="14" creationId="{00000000-0000-0000-0000-000000000000}"/>
          </ac:spMkLst>
        </pc:spChg>
        <pc:spChg chg="mod">
          <ac:chgData name="janghoon jun" userId="056a5883350c2f5e" providerId="LiveId" clId="{6DA654A6-03B0-40F7-A259-B276216985A6}" dt="2026-07-08T05:50:22.367" v="4248" actId="164"/>
          <ac:spMkLst>
            <pc:docMk/>
            <pc:sldMk cId="0" sldId="262"/>
            <ac:spMk id="15" creationId="{00000000-0000-0000-0000-000000000000}"/>
          </ac:spMkLst>
        </pc:spChg>
        <pc:grpChg chg="add mod">
          <ac:chgData name="janghoon jun" userId="056a5883350c2f5e" providerId="LiveId" clId="{6DA654A6-03B0-40F7-A259-B276216985A6}" dt="2026-07-08T05:50:40.974" v="4251" actId="1076"/>
          <ac:grpSpMkLst>
            <pc:docMk/>
            <pc:sldMk cId="0" sldId="262"/>
            <ac:grpSpMk id="16" creationId="{3A29F5B8-D1C5-25C1-4019-E66D4D1DB8F8}"/>
          </ac:grpSpMkLst>
        </pc:grpChg>
        <pc:grpChg chg="add mod">
          <ac:chgData name="janghoon jun" userId="056a5883350c2f5e" providerId="LiveId" clId="{6DA654A6-03B0-40F7-A259-B276216985A6}" dt="2026-07-08T05:50:40.974" v="4251" actId="1076"/>
          <ac:grpSpMkLst>
            <pc:docMk/>
            <pc:sldMk cId="0" sldId="262"/>
            <ac:grpSpMk id="17" creationId="{E075743F-97EA-F673-8801-05CDDD711D66}"/>
          </ac:grpSpMkLst>
        </pc:grpChg>
        <pc:grpChg chg="add mod">
          <ac:chgData name="janghoon jun" userId="056a5883350c2f5e" providerId="LiveId" clId="{6DA654A6-03B0-40F7-A259-B276216985A6}" dt="2026-07-08T05:50:40.974" v="4251" actId="1076"/>
          <ac:grpSpMkLst>
            <pc:docMk/>
            <pc:sldMk cId="0" sldId="262"/>
            <ac:grpSpMk id="18" creationId="{E46E2EE2-AC54-9926-16F3-618116102200}"/>
          </ac:grpSpMkLst>
        </pc:grpChg>
        <pc:grpChg chg="add mod">
          <ac:chgData name="janghoon jun" userId="056a5883350c2f5e" providerId="LiveId" clId="{6DA654A6-03B0-40F7-A259-B276216985A6}" dt="2026-07-08T05:50:40.974" v="4251" actId="1076"/>
          <ac:grpSpMkLst>
            <pc:docMk/>
            <pc:sldMk cId="0" sldId="262"/>
            <ac:grpSpMk id="19" creationId="{8B7A0DFD-AD14-A910-3A97-B14AE80A740D}"/>
          </ac:grpSpMkLst>
        </pc:grpChg>
        <pc:grpChg chg="add mod">
          <ac:chgData name="janghoon jun" userId="056a5883350c2f5e" providerId="LiveId" clId="{6DA654A6-03B0-40F7-A259-B276216985A6}" dt="2026-07-08T05:50:40.974" v="4251" actId="1076"/>
          <ac:grpSpMkLst>
            <pc:docMk/>
            <pc:sldMk cId="0" sldId="262"/>
            <ac:grpSpMk id="20" creationId="{A7102F49-B215-59FC-E07F-7F7931BAEA32}"/>
          </ac:grpSpMkLst>
        </pc:grpChg>
        <pc:grpChg chg="add mod">
          <ac:chgData name="janghoon jun" userId="056a5883350c2f5e" providerId="LiveId" clId="{6DA654A6-03B0-40F7-A259-B276216985A6}" dt="2026-07-08T05:50:40.974" v="4251" actId="1076"/>
          <ac:grpSpMkLst>
            <pc:docMk/>
            <pc:sldMk cId="0" sldId="262"/>
            <ac:grpSpMk id="21" creationId="{28228C55-A1D9-5786-00C9-90F6880B21EA}"/>
          </ac:grpSpMkLst>
        </pc:grpChg>
      </pc:sldChg>
      <pc:sldChg chg="modSp mod">
        <pc:chgData name="janghoon jun" userId="056a5883350c2f5e" providerId="LiveId" clId="{6DA654A6-03B0-40F7-A259-B276216985A6}" dt="2026-07-08T06:12:06.137" v="4457" actId="6549"/>
        <pc:sldMkLst>
          <pc:docMk/>
          <pc:sldMk cId="0" sldId="263"/>
        </pc:sldMkLst>
        <pc:spChg chg="mod">
          <ac:chgData name="janghoon jun" userId="056a5883350c2f5e" providerId="LiveId" clId="{6DA654A6-03B0-40F7-A259-B276216985A6}" dt="2026-07-08T06:12:06.137" v="4457" actId="6549"/>
          <ac:spMkLst>
            <pc:docMk/>
            <pc:sldMk cId="0" sldId="263"/>
            <ac:spMk id="2" creationId="{00000000-0000-0000-0000-000000000000}"/>
          </ac:spMkLst>
        </pc:spChg>
        <pc:spChg chg="mod">
          <ac:chgData name="janghoon jun" userId="056a5883350c2f5e" providerId="LiveId" clId="{6DA654A6-03B0-40F7-A259-B276216985A6}" dt="2026-07-08T05:56:15.638" v="4353" actId="403"/>
          <ac:spMkLst>
            <pc:docMk/>
            <pc:sldMk cId="0" sldId="263"/>
            <ac:spMk id="3" creationId="{00000000-0000-0000-0000-000000000000}"/>
          </ac:spMkLst>
        </pc:spChg>
        <pc:spChg chg="mod">
          <ac:chgData name="janghoon jun" userId="056a5883350c2f5e" providerId="LiveId" clId="{6DA654A6-03B0-40F7-A259-B276216985A6}" dt="2026-07-08T05:54:27.414" v="4336" actId="20577"/>
          <ac:spMkLst>
            <pc:docMk/>
            <pc:sldMk cId="0" sldId="263"/>
            <ac:spMk id="4" creationId="{00000000-0000-0000-0000-000000000000}"/>
          </ac:spMkLst>
        </pc:spChg>
        <pc:spChg chg="mod">
          <ac:chgData name="janghoon jun" userId="056a5883350c2f5e" providerId="LiveId" clId="{6DA654A6-03B0-40F7-A259-B276216985A6}" dt="2026-07-08T05:54:25.067" v="4335" actId="20577"/>
          <ac:spMkLst>
            <pc:docMk/>
            <pc:sldMk cId="0" sldId="263"/>
            <ac:spMk id="5" creationId="{00000000-0000-0000-0000-000000000000}"/>
          </ac:spMkLst>
        </pc:spChg>
        <pc:spChg chg="mod">
          <ac:chgData name="janghoon jun" userId="056a5883350c2f5e" providerId="LiveId" clId="{6DA654A6-03B0-40F7-A259-B276216985A6}" dt="2026-07-08T05:54:15.690" v="4334" actId="20577"/>
          <ac:spMkLst>
            <pc:docMk/>
            <pc:sldMk cId="0" sldId="263"/>
            <ac:spMk id="6" creationId="{00000000-0000-0000-0000-000000000000}"/>
          </ac:spMkLst>
        </pc:spChg>
        <pc:spChg chg="mod">
          <ac:chgData name="janghoon jun" userId="056a5883350c2f5e" providerId="LiveId" clId="{6DA654A6-03B0-40F7-A259-B276216985A6}" dt="2026-07-08T05:53:47.129" v="4318" actId="1076"/>
          <ac:spMkLst>
            <pc:docMk/>
            <pc:sldMk cId="0" sldId="263"/>
            <ac:spMk id="7" creationId="{00000000-0000-0000-0000-000000000000}"/>
          </ac:spMkLst>
        </pc:spChg>
        <pc:spChg chg="mod">
          <ac:chgData name="janghoon jun" userId="056a5883350c2f5e" providerId="LiveId" clId="{6DA654A6-03B0-40F7-A259-B276216985A6}" dt="2026-07-08T05:55:39.223" v="4346" actId="403"/>
          <ac:spMkLst>
            <pc:docMk/>
            <pc:sldMk cId="0" sldId="263"/>
            <ac:spMk id="8" creationId="{00000000-0000-0000-0000-000000000000}"/>
          </ac:spMkLst>
        </pc:spChg>
      </pc:sldChg>
      <pc:sldChg chg="modSp mod">
        <pc:chgData name="janghoon jun" userId="056a5883350c2f5e" providerId="LiveId" clId="{6DA654A6-03B0-40F7-A259-B276216985A6}" dt="2026-07-08T06:12:15.086" v="4460" actId="6549"/>
        <pc:sldMkLst>
          <pc:docMk/>
          <pc:sldMk cId="0" sldId="264"/>
        </pc:sldMkLst>
        <pc:spChg chg="mod">
          <ac:chgData name="janghoon jun" userId="056a5883350c2f5e" providerId="LiveId" clId="{6DA654A6-03B0-40F7-A259-B276216985A6}" dt="2026-07-08T06:12:15.086" v="4460" actId="6549"/>
          <ac:spMkLst>
            <pc:docMk/>
            <pc:sldMk cId="0" sldId="264"/>
            <ac:spMk id="2" creationId="{00000000-0000-0000-0000-000000000000}"/>
          </ac:spMkLst>
        </pc:spChg>
      </pc:sldChg>
      <pc:sldChg chg="modSp mod">
        <pc:chgData name="janghoon jun" userId="056a5883350c2f5e" providerId="LiveId" clId="{6DA654A6-03B0-40F7-A259-B276216985A6}" dt="2026-07-08T06:13:33.196" v="4488" actId="403"/>
        <pc:sldMkLst>
          <pc:docMk/>
          <pc:sldMk cId="0" sldId="265"/>
        </pc:sldMkLst>
        <pc:spChg chg="mod">
          <ac:chgData name="janghoon jun" userId="056a5883350c2f5e" providerId="LiveId" clId="{6DA654A6-03B0-40F7-A259-B276216985A6}" dt="2026-07-08T05:58:26.645" v="4403" actId="21"/>
          <ac:spMkLst>
            <pc:docMk/>
            <pc:sldMk cId="0" sldId="265"/>
            <ac:spMk id="2" creationId="{00000000-0000-0000-0000-000000000000}"/>
          </ac:spMkLst>
        </pc:spChg>
        <pc:spChg chg="mod">
          <ac:chgData name="janghoon jun" userId="056a5883350c2f5e" providerId="LiveId" clId="{6DA654A6-03B0-40F7-A259-B276216985A6}" dt="2026-07-08T06:13:33.196" v="4488" actId="403"/>
          <ac:spMkLst>
            <pc:docMk/>
            <pc:sldMk cId="0" sldId="265"/>
            <ac:spMk id="3" creationId="{00000000-0000-0000-0000-000000000000}"/>
          </ac:spMkLst>
        </pc:spChg>
        <pc:spChg chg="mod">
          <ac:chgData name="janghoon jun" userId="056a5883350c2f5e" providerId="LiveId" clId="{6DA654A6-03B0-40F7-A259-B276216985A6}" dt="2026-07-08T05:58:45.261" v="4411" actId="1076"/>
          <ac:spMkLst>
            <pc:docMk/>
            <pc:sldMk cId="0" sldId="265"/>
            <ac:spMk id="4" creationId="{00000000-0000-0000-0000-000000000000}"/>
          </ac:spMkLst>
        </pc:spChg>
        <pc:spChg chg="mod">
          <ac:chgData name="janghoon jun" userId="056a5883350c2f5e" providerId="LiveId" clId="{6DA654A6-03B0-40F7-A259-B276216985A6}" dt="2026-07-08T05:58:45.261" v="4411" actId="1076"/>
          <ac:spMkLst>
            <pc:docMk/>
            <pc:sldMk cId="0" sldId="265"/>
            <ac:spMk id="5" creationId="{00000000-0000-0000-0000-000000000000}"/>
          </ac:spMkLst>
        </pc:spChg>
        <pc:spChg chg="mod">
          <ac:chgData name="janghoon jun" userId="056a5883350c2f5e" providerId="LiveId" clId="{6DA654A6-03B0-40F7-A259-B276216985A6}" dt="2026-07-08T05:58:45.261" v="4411" actId="1076"/>
          <ac:spMkLst>
            <pc:docMk/>
            <pc:sldMk cId="0" sldId="265"/>
            <ac:spMk id="6" creationId="{00000000-0000-0000-0000-000000000000}"/>
          </ac:spMkLst>
        </pc:spChg>
        <pc:spChg chg="mod">
          <ac:chgData name="janghoon jun" userId="056a5883350c2f5e" providerId="LiveId" clId="{6DA654A6-03B0-40F7-A259-B276216985A6}" dt="2026-07-08T05:58:45.261" v="4411" actId="1076"/>
          <ac:spMkLst>
            <pc:docMk/>
            <pc:sldMk cId="0" sldId="265"/>
            <ac:spMk id="7" creationId="{00000000-0000-0000-0000-000000000000}"/>
          </ac:spMkLst>
        </pc:spChg>
        <pc:spChg chg="mod">
          <ac:chgData name="janghoon jun" userId="056a5883350c2f5e" providerId="LiveId" clId="{6DA654A6-03B0-40F7-A259-B276216985A6}" dt="2026-07-08T05:58:45.261" v="4411" actId="1076"/>
          <ac:spMkLst>
            <pc:docMk/>
            <pc:sldMk cId="0" sldId="265"/>
            <ac:spMk id="8" creationId="{00000000-0000-0000-0000-000000000000}"/>
          </ac:spMkLst>
        </pc:spChg>
        <pc:spChg chg="mod">
          <ac:chgData name="janghoon jun" userId="056a5883350c2f5e" providerId="LiveId" clId="{6DA654A6-03B0-40F7-A259-B276216985A6}" dt="2026-07-08T05:58:45.261" v="4411" actId="1076"/>
          <ac:spMkLst>
            <pc:docMk/>
            <pc:sldMk cId="0" sldId="265"/>
            <ac:spMk id="9" creationId="{00000000-0000-0000-0000-000000000000}"/>
          </ac:spMkLst>
        </pc:spChg>
        <pc:spChg chg="mod">
          <ac:chgData name="janghoon jun" userId="056a5883350c2f5e" providerId="LiveId" clId="{6DA654A6-03B0-40F7-A259-B276216985A6}" dt="2026-07-08T05:58:45.261" v="4411" actId="1076"/>
          <ac:spMkLst>
            <pc:docMk/>
            <pc:sldMk cId="0" sldId="265"/>
            <ac:spMk id="10" creationId="{00000000-0000-0000-0000-000000000000}"/>
          </ac:spMkLst>
        </pc:spChg>
        <pc:spChg chg="mod">
          <ac:chgData name="janghoon jun" userId="056a5883350c2f5e" providerId="LiveId" clId="{6DA654A6-03B0-40F7-A259-B276216985A6}" dt="2026-07-08T05:58:45.261" v="4411" actId="1076"/>
          <ac:spMkLst>
            <pc:docMk/>
            <pc:sldMk cId="0" sldId="265"/>
            <ac:spMk id="11" creationId="{00000000-0000-0000-0000-000000000000}"/>
          </ac:spMkLst>
        </pc:spChg>
        <pc:spChg chg="mod">
          <ac:chgData name="janghoon jun" userId="056a5883350c2f5e" providerId="LiveId" clId="{6DA654A6-03B0-40F7-A259-B276216985A6}" dt="2026-07-08T05:58:45.261" v="4411" actId="1076"/>
          <ac:spMkLst>
            <pc:docMk/>
            <pc:sldMk cId="0" sldId="265"/>
            <ac:spMk id="12" creationId="{00000000-0000-0000-0000-000000000000}"/>
          </ac:spMkLst>
        </pc:spChg>
      </pc:sldChg>
      <pc:sldChg chg="modSp mod">
        <pc:chgData name="janghoon jun" userId="056a5883350c2f5e" providerId="LiveId" clId="{6DA654A6-03B0-40F7-A259-B276216985A6}" dt="2026-07-08T06:12:30.207" v="4466" actId="6549"/>
        <pc:sldMkLst>
          <pc:docMk/>
          <pc:sldMk cId="0" sldId="266"/>
        </pc:sldMkLst>
        <pc:spChg chg="mod">
          <ac:chgData name="janghoon jun" userId="056a5883350c2f5e" providerId="LiveId" clId="{6DA654A6-03B0-40F7-A259-B276216985A6}" dt="2026-07-08T06:12:30.207" v="4466" actId="6549"/>
          <ac:spMkLst>
            <pc:docMk/>
            <pc:sldMk cId="0" sldId="266"/>
            <ac:spMk id="2" creationId="{00000000-0000-0000-0000-000000000000}"/>
          </ac:spMkLst>
        </pc:spChg>
      </pc:sldChg>
      <pc:sldChg chg="modSp mod">
        <pc:chgData name="janghoon jun" userId="056a5883350c2f5e" providerId="LiveId" clId="{6DA654A6-03B0-40F7-A259-B276216985A6}" dt="2026-07-08T06:13:10.717" v="4485" actId="1076"/>
        <pc:sldMkLst>
          <pc:docMk/>
          <pc:sldMk cId="0" sldId="267"/>
        </pc:sldMkLst>
        <pc:spChg chg="mod">
          <ac:chgData name="janghoon jun" userId="056a5883350c2f5e" providerId="LiveId" clId="{6DA654A6-03B0-40F7-A259-B276216985A6}" dt="2026-07-08T06:12:58.529" v="4479" actId="20577"/>
          <ac:spMkLst>
            <pc:docMk/>
            <pc:sldMk cId="0" sldId="267"/>
            <ac:spMk id="2" creationId="{00000000-0000-0000-0000-000000000000}"/>
          </ac:spMkLst>
        </pc:spChg>
        <pc:spChg chg="mod">
          <ac:chgData name="janghoon jun" userId="056a5883350c2f5e" providerId="LiveId" clId="{6DA654A6-03B0-40F7-A259-B276216985A6}" dt="2026-07-08T06:13:05.102" v="4484" actId="403"/>
          <ac:spMkLst>
            <pc:docMk/>
            <pc:sldMk cId="0" sldId="267"/>
            <ac:spMk id="3" creationId="{00000000-0000-0000-0000-000000000000}"/>
          </ac:spMkLst>
        </pc:spChg>
        <pc:spChg chg="mod">
          <ac:chgData name="janghoon jun" userId="056a5883350c2f5e" providerId="LiveId" clId="{6DA654A6-03B0-40F7-A259-B276216985A6}" dt="2026-07-08T06:13:10.717" v="4485" actId="1076"/>
          <ac:spMkLst>
            <pc:docMk/>
            <pc:sldMk cId="0" sldId="267"/>
            <ac:spMk id="4" creationId="{00000000-0000-0000-0000-000000000000}"/>
          </ac:spMkLst>
        </pc:spChg>
        <pc:spChg chg="mod">
          <ac:chgData name="janghoon jun" userId="056a5883350c2f5e" providerId="LiveId" clId="{6DA654A6-03B0-40F7-A259-B276216985A6}" dt="2026-07-08T06:13:10.717" v="4485" actId="1076"/>
          <ac:spMkLst>
            <pc:docMk/>
            <pc:sldMk cId="0" sldId="267"/>
            <ac:spMk id="5" creationId="{00000000-0000-0000-0000-000000000000}"/>
          </ac:spMkLst>
        </pc:spChg>
        <pc:spChg chg="mod">
          <ac:chgData name="janghoon jun" userId="056a5883350c2f5e" providerId="LiveId" clId="{6DA654A6-03B0-40F7-A259-B276216985A6}" dt="2026-07-08T06:13:10.717" v="4485" actId="1076"/>
          <ac:spMkLst>
            <pc:docMk/>
            <pc:sldMk cId="0" sldId="267"/>
            <ac:spMk id="6" creationId="{00000000-0000-0000-0000-000000000000}"/>
          </ac:spMkLst>
        </pc:spChg>
        <pc:spChg chg="mod">
          <ac:chgData name="janghoon jun" userId="056a5883350c2f5e" providerId="LiveId" clId="{6DA654A6-03B0-40F7-A259-B276216985A6}" dt="2026-07-08T06:13:10.717" v="4485" actId="1076"/>
          <ac:spMkLst>
            <pc:docMk/>
            <pc:sldMk cId="0" sldId="267"/>
            <ac:spMk id="7" creationId="{00000000-0000-0000-0000-000000000000}"/>
          </ac:spMkLst>
        </pc:spChg>
        <pc:spChg chg="mod">
          <ac:chgData name="janghoon jun" userId="056a5883350c2f5e" providerId="LiveId" clId="{6DA654A6-03B0-40F7-A259-B276216985A6}" dt="2026-07-08T06:13:10.717" v="4485" actId="1076"/>
          <ac:spMkLst>
            <pc:docMk/>
            <pc:sldMk cId="0" sldId="267"/>
            <ac:spMk id="8" creationId="{00000000-0000-0000-0000-000000000000}"/>
          </ac:spMkLst>
        </pc:spChg>
        <pc:spChg chg="mod">
          <ac:chgData name="janghoon jun" userId="056a5883350c2f5e" providerId="LiveId" clId="{6DA654A6-03B0-40F7-A259-B276216985A6}" dt="2026-07-08T06:13:10.717" v="4485" actId="1076"/>
          <ac:spMkLst>
            <pc:docMk/>
            <pc:sldMk cId="0" sldId="267"/>
            <ac:spMk id="9" creationId="{00000000-0000-0000-0000-000000000000}"/>
          </ac:spMkLst>
        </pc:spChg>
        <pc:spChg chg="mod">
          <ac:chgData name="janghoon jun" userId="056a5883350c2f5e" providerId="LiveId" clId="{6DA654A6-03B0-40F7-A259-B276216985A6}" dt="2026-07-08T06:13:10.717" v="4485" actId="1076"/>
          <ac:spMkLst>
            <pc:docMk/>
            <pc:sldMk cId="0" sldId="267"/>
            <ac:spMk id="10" creationId="{00000000-0000-0000-0000-000000000000}"/>
          </ac:spMkLst>
        </pc:spChg>
        <pc:spChg chg="mod">
          <ac:chgData name="janghoon jun" userId="056a5883350c2f5e" providerId="LiveId" clId="{6DA654A6-03B0-40F7-A259-B276216985A6}" dt="2026-07-08T06:13:10.717" v="4485" actId="1076"/>
          <ac:spMkLst>
            <pc:docMk/>
            <pc:sldMk cId="0" sldId="267"/>
            <ac:spMk id="11" creationId="{00000000-0000-0000-0000-000000000000}"/>
          </ac:spMkLst>
        </pc:spChg>
        <pc:spChg chg="mod">
          <ac:chgData name="janghoon jun" userId="056a5883350c2f5e" providerId="LiveId" clId="{6DA654A6-03B0-40F7-A259-B276216985A6}" dt="2026-07-08T06:13:10.717" v="4485" actId="1076"/>
          <ac:spMkLst>
            <pc:docMk/>
            <pc:sldMk cId="0" sldId="267"/>
            <ac:spMk id="12" creationId="{00000000-0000-0000-0000-000000000000}"/>
          </ac:spMkLst>
        </pc:spChg>
        <pc:spChg chg="mod">
          <ac:chgData name="janghoon jun" userId="056a5883350c2f5e" providerId="LiveId" clId="{6DA654A6-03B0-40F7-A259-B276216985A6}" dt="2026-07-08T06:13:10.717" v="4485" actId="1076"/>
          <ac:spMkLst>
            <pc:docMk/>
            <pc:sldMk cId="0" sldId="267"/>
            <ac:spMk id="13" creationId="{00000000-0000-0000-0000-000000000000}"/>
          </ac:spMkLst>
        </pc:spChg>
      </pc:sldChg>
      <pc:sldChg chg="delSp modSp mod">
        <pc:chgData name="janghoon jun" userId="056a5883350c2f5e" providerId="LiveId" clId="{6DA654A6-03B0-40F7-A259-B276216985A6}" dt="2026-07-08T06:15:18.875" v="4513" actId="20577"/>
        <pc:sldMkLst>
          <pc:docMk/>
          <pc:sldMk cId="0" sldId="268"/>
        </pc:sldMkLst>
        <pc:spChg chg="mod">
          <ac:chgData name="janghoon jun" userId="056a5883350c2f5e" providerId="LiveId" clId="{6DA654A6-03B0-40F7-A259-B276216985A6}" dt="2026-07-08T06:13:46.853" v="4492" actId="21"/>
          <ac:spMkLst>
            <pc:docMk/>
            <pc:sldMk cId="0" sldId="268"/>
            <ac:spMk id="2" creationId="{00000000-0000-0000-0000-000000000000}"/>
          </ac:spMkLst>
        </pc:spChg>
        <pc:spChg chg="mod">
          <ac:chgData name="janghoon jun" userId="056a5883350c2f5e" providerId="LiveId" clId="{6DA654A6-03B0-40F7-A259-B276216985A6}" dt="2026-07-08T06:13:59.199" v="4500" actId="403"/>
          <ac:spMkLst>
            <pc:docMk/>
            <pc:sldMk cId="0" sldId="268"/>
            <ac:spMk id="3" creationId="{00000000-0000-0000-0000-000000000000}"/>
          </ac:spMkLst>
        </pc:spChg>
        <pc:spChg chg="mod">
          <ac:chgData name="janghoon jun" userId="056a5883350c2f5e" providerId="LiveId" clId="{6DA654A6-03B0-40F7-A259-B276216985A6}" dt="2026-07-08T06:15:18.875" v="4513" actId="20577"/>
          <ac:spMkLst>
            <pc:docMk/>
            <pc:sldMk cId="0" sldId="268"/>
            <ac:spMk id="4" creationId="{00000000-0000-0000-0000-000000000000}"/>
          </ac:spMkLst>
        </pc:spChg>
        <pc:spChg chg="mod">
          <ac:chgData name="janghoon jun" userId="056a5883350c2f5e" providerId="LiveId" clId="{6DA654A6-03B0-40F7-A259-B276216985A6}" dt="2026-07-08T06:15:06.442" v="4509" actId="1076"/>
          <ac:spMkLst>
            <pc:docMk/>
            <pc:sldMk cId="0" sldId="268"/>
            <ac:spMk id="5" creationId="{00000000-0000-0000-0000-000000000000}"/>
          </ac:spMkLst>
        </pc:spChg>
        <pc:spChg chg="mod">
          <ac:chgData name="janghoon jun" userId="056a5883350c2f5e" providerId="LiveId" clId="{6DA654A6-03B0-40F7-A259-B276216985A6}" dt="2026-07-08T06:15:06.442" v="4509" actId="1076"/>
          <ac:spMkLst>
            <pc:docMk/>
            <pc:sldMk cId="0" sldId="268"/>
            <ac:spMk id="6" creationId="{00000000-0000-0000-0000-000000000000}"/>
          </ac:spMkLst>
        </pc:spChg>
        <pc:spChg chg="mod">
          <ac:chgData name="janghoon jun" userId="056a5883350c2f5e" providerId="LiveId" clId="{6DA654A6-03B0-40F7-A259-B276216985A6}" dt="2026-07-08T06:15:06.442" v="4509" actId="1076"/>
          <ac:spMkLst>
            <pc:docMk/>
            <pc:sldMk cId="0" sldId="268"/>
            <ac:spMk id="7" creationId="{00000000-0000-0000-0000-000000000000}"/>
          </ac:spMkLst>
        </pc:spChg>
        <pc:spChg chg="mod">
          <ac:chgData name="janghoon jun" userId="056a5883350c2f5e" providerId="LiveId" clId="{6DA654A6-03B0-40F7-A259-B276216985A6}" dt="2026-07-08T06:15:06.442" v="4509" actId="1076"/>
          <ac:spMkLst>
            <pc:docMk/>
            <pc:sldMk cId="0" sldId="268"/>
            <ac:spMk id="8" creationId="{00000000-0000-0000-0000-000000000000}"/>
          </ac:spMkLst>
        </pc:spChg>
        <pc:spChg chg="mod">
          <ac:chgData name="janghoon jun" userId="056a5883350c2f5e" providerId="LiveId" clId="{6DA654A6-03B0-40F7-A259-B276216985A6}" dt="2026-07-08T06:15:02.593" v="4508" actId="1076"/>
          <ac:spMkLst>
            <pc:docMk/>
            <pc:sldMk cId="0" sldId="268"/>
            <ac:spMk id="9" creationId="{00000000-0000-0000-0000-000000000000}"/>
          </ac:spMkLst>
        </pc:spChg>
        <pc:spChg chg="mod">
          <ac:chgData name="janghoon jun" userId="056a5883350c2f5e" providerId="LiveId" clId="{6DA654A6-03B0-40F7-A259-B276216985A6}" dt="2026-07-08T06:15:02.593" v="4508" actId="1076"/>
          <ac:spMkLst>
            <pc:docMk/>
            <pc:sldMk cId="0" sldId="268"/>
            <ac:spMk id="10" creationId="{00000000-0000-0000-0000-000000000000}"/>
          </ac:spMkLst>
        </pc:spChg>
        <pc:spChg chg="del mod">
          <ac:chgData name="janghoon jun" userId="056a5883350c2f5e" providerId="LiveId" clId="{6DA654A6-03B0-40F7-A259-B276216985A6}" dt="2026-07-08T06:14:40.272" v="4506" actId="478"/>
          <ac:spMkLst>
            <pc:docMk/>
            <pc:sldMk cId="0" sldId="268"/>
            <ac:spMk id="11" creationId="{00000000-0000-0000-0000-000000000000}"/>
          </ac:spMkLst>
        </pc:spChg>
        <pc:spChg chg="del mod">
          <ac:chgData name="janghoon jun" userId="056a5883350c2f5e" providerId="LiveId" clId="{6DA654A6-03B0-40F7-A259-B276216985A6}" dt="2026-07-08T06:14:40.272" v="4506" actId="478"/>
          <ac:spMkLst>
            <pc:docMk/>
            <pc:sldMk cId="0" sldId="268"/>
            <ac:spMk id="12" creationId="{00000000-0000-0000-0000-000000000000}"/>
          </ac:spMkLst>
        </pc:spChg>
      </pc:sldChg>
      <pc:sldChg chg="modSp mod">
        <pc:chgData name="janghoon jun" userId="056a5883350c2f5e" providerId="LiveId" clId="{6DA654A6-03B0-40F7-A259-B276216985A6}" dt="2026-07-08T06:16:12.063" v="4530" actId="20577"/>
        <pc:sldMkLst>
          <pc:docMk/>
          <pc:sldMk cId="0" sldId="269"/>
        </pc:sldMkLst>
        <pc:spChg chg="mod">
          <ac:chgData name="janghoon jun" userId="056a5883350c2f5e" providerId="LiveId" clId="{6DA654A6-03B0-40F7-A259-B276216985A6}" dt="2026-07-08T06:16:12.063" v="4530" actId="20577"/>
          <ac:spMkLst>
            <pc:docMk/>
            <pc:sldMk cId="0" sldId="269"/>
            <ac:spMk id="2" creationId="{00000000-0000-0000-0000-000000000000}"/>
          </ac:spMkLst>
        </pc:spChg>
      </pc:sldChg>
      <pc:sldChg chg="modSp mod">
        <pc:chgData name="janghoon jun" userId="056a5883350c2f5e" providerId="LiveId" clId="{6DA654A6-03B0-40F7-A259-B276216985A6}" dt="2026-07-08T06:16:30.386" v="4541" actId="20577"/>
        <pc:sldMkLst>
          <pc:docMk/>
          <pc:sldMk cId="0" sldId="270"/>
        </pc:sldMkLst>
        <pc:spChg chg="mod">
          <ac:chgData name="janghoon jun" userId="056a5883350c2f5e" providerId="LiveId" clId="{6DA654A6-03B0-40F7-A259-B276216985A6}" dt="2026-07-08T06:16:30.386" v="4541" actId="20577"/>
          <ac:spMkLst>
            <pc:docMk/>
            <pc:sldMk cId="0" sldId="270"/>
            <ac:spMk id="2" creationId="{00000000-0000-0000-0000-000000000000}"/>
          </ac:spMkLst>
        </pc:spChg>
      </pc:sldChg>
      <pc:sldChg chg="delSp modSp mod">
        <pc:chgData name="janghoon jun" userId="056a5883350c2f5e" providerId="LiveId" clId="{6DA654A6-03B0-40F7-A259-B276216985A6}" dt="2026-07-08T06:22:15.352" v="4772" actId="14100"/>
        <pc:sldMkLst>
          <pc:docMk/>
          <pc:sldMk cId="0" sldId="271"/>
        </pc:sldMkLst>
        <pc:spChg chg="mod">
          <ac:chgData name="janghoon jun" userId="056a5883350c2f5e" providerId="LiveId" clId="{6DA654A6-03B0-40F7-A259-B276216985A6}" dt="2026-07-08T06:21:52.005" v="4770" actId="6549"/>
          <ac:spMkLst>
            <pc:docMk/>
            <pc:sldMk cId="0" sldId="271"/>
            <ac:spMk id="2" creationId="{00000000-0000-0000-0000-000000000000}"/>
          </ac:spMkLst>
        </pc:spChg>
        <pc:spChg chg="del">
          <ac:chgData name="janghoon jun" userId="056a5883350c2f5e" providerId="LiveId" clId="{6DA654A6-03B0-40F7-A259-B276216985A6}" dt="2026-07-08T06:22:09.905" v="4771" actId="478"/>
          <ac:spMkLst>
            <pc:docMk/>
            <pc:sldMk cId="0" sldId="271"/>
            <ac:spMk id="8" creationId="{00000000-0000-0000-0000-000000000000}"/>
          </ac:spMkLst>
        </pc:spChg>
        <pc:graphicFrameChg chg="mod modGraphic">
          <ac:chgData name="janghoon jun" userId="056a5883350c2f5e" providerId="LiveId" clId="{6DA654A6-03B0-40F7-A259-B276216985A6}" dt="2026-07-08T06:22:15.352" v="4772" actId="14100"/>
          <ac:graphicFrameMkLst>
            <pc:docMk/>
            <pc:sldMk cId="0" sldId="271"/>
            <ac:graphicFrameMk id="4" creationId="{00000000-0000-0000-0000-000000000000}"/>
          </ac:graphicFrameMkLst>
        </pc:graphicFrameChg>
      </pc:sldChg>
      <pc:sldChg chg="modSp del mod">
        <pc:chgData name="janghoon jun" userId="056a5883350c2f5e" providerId="LiveId" clId="{6DA654A6-03B0-40F7-A259-B276216985A6}" dt="2026-07-08T06:30:34.289" v="5114" actId="47"/>
        <pc:sldMkLst>
          <pc:docMk/>
          <pc:sldMk cId="0" sldId="272"/>
        </pc:sldMkLst>
        <pc:spChg chg="mod">
          <ac:chgData name="janghoon jun" userId="056a5883350c2f5e" providerId="LiveId" clId="{6DA654A6-03B0-40F7-A259-B276216985A6}" dt="2026-07-08T06:29:53.099" v="5113" actId="20577"/>
          <ac:spMkLst>
            <pc:docMk/>
            <pc:sldMk cId="0" sldId="272"/>
            <ac:spMk id="2" creationId="{00000000-0000-0000-0000-000000000000}"/>
          </ac:spMkLst>
        </pc:spChg>
      </pc:sldChg>
      <pc:sldChg chg="del">
        <pc:chgData name="janghoon jun" userId="056a5883350c2f5e" providerId="LiveId" clId="{6DA654A6-03B0-40F7-A259-B276216985A6}" dt="2026-07-08T06:30:35.450" v="5115" actId="47"/>
        <pc:sldMkLst>
          <pc:docMk/>
          <pc:sldMk cId="0" sldId="273"/>
        </pc:sldMkLst>
      </pc:sldChg>
      <pc:sldChg chg="modSp del mod">
        <pc:chgData name="janghoon jun" userId="056a5883350c2f5e" providerId="LiveId" clId="{6DA654A6-03B0-40F7-A259-B276216985A6}" dt="2026-07-08T06:31:08.620" v="5160" actId="2696"/>
        <pc:sldMkLst>
          <pc:docMk/>
          <pc:sldMk cId="0" sldId="274"/>
        </pc:sldMkLst>
        <pc:spChg chg="mod">
          <ac:chgData name="janghoon jun" userId="056a5883350c2f5e" providerId="LiveId" clId="{6DA654A6-03B0-40F7-A259-B276216985A6}" dt="2026-07-08T06:31:04.889" v="5159" actId="6549"/>
          <ac:spMkLst>
            <pc:docMk/>
            <pc:sldMk cId="0" sldId="274"/>
            <ac:spMk id="2" creationId="{00000000-0000-0000-0000-000000000000}"/>
          </ac:spMkLst>
        </pc:spChg>
        <pc:spChg chg="mod">
          <ac:chgData name="janghoon jun" userId="056a5883350c2f5e" providerId="LiveId" clId="{6DA654A6-03B0-40F7-A259-B276216985A6}" dt="2026-07-08T06:30:57.206" v="5116" actId="20577"/>
          <ac:spMkLst>
            <pc:docMk/>
            <pc:sldMk cId="0" sldId="274"/>
            <ac:spMk id="6" creationId="{00000000-0000-0000-0000-000000000000}"/>
          </ac:spMkLst>
        </pc:spChg>
      </pc:sldChg>
      <pc:sldChg chg="add del">
        <pc:chgData name="janghoon jun" userId="056a5883350c2f5e" providerId="LiveId" clId="{6DA654A6-03B0-40F7-A259-B276216985A6}" dt="2026-07-08T06:31:56.362" v="5162" actId="47"/>
        <pc:sldMkLst>
          <pc:docMk/>
          <pc:sldMk cId="2204465617" sldId="274"/>
        </pc:sldMkLst>
      </pc:sldChg>
      <pc:sldChg chg="modSp mod">
        <pc:chgData name="janghoon jun" userId="056a5883350c2f5e" providerId="LiveId" clId="{6DA654A6-03B0-40F7-A259-B276216985A6}" dt="2026-07-08T06:36:05.251" v="5259" actId="6549"/>
        <pc:sldMkLst>
          <pc:docMk/>
          <pc:sldMk cId="0" sldId="275"/>
        </pc:sldMkLst>
        <pc:spChg chg="mod">
          <ac:chgData name="janghoon jun" userId="056a5883350c2f5e" providerId="LiveId" clId="{6DA654A6-03B0-40F7-A259-B276216985A6}" dt="2026-07-08T06:36:05.251" v="5259" actId="6549"/>
          <ac:spMkLst>
            <pc:docMk/>
            <pc:sldMk cId="0" sldId="275"/>
            <ac:spMk id="2" creationId="{00000000-0000-0000-0000-000000000000}"/>
          </ac:spMkLst>
        </pc:spChg>
        <pc:spChg chg="mod">
          <ac:chgData name="janghoon jun" userId="056a5883350c2f5e" providerId="LiveId" clId="{6DA654A6-03B0-40F7-A259-B276216985A6}" dt="2026-07-08T06:34:55.107" v="5229" actId="403"/>
          <ac:spMkLst>
            <pc:docMk/>
            <pc:sldMk cId="0" sldId="275"/>
            <ac:spMk id="5" creationId="{00000000-0000-0000-0000-000000000000}"/>
          </ac:spMkLst>
        </pc:spChg>
        <pc:spChg chg="mod">
          <ac:chgData name="janghoon jun" userId="056a5883350c2f5e" providerId="LiveId" clId="{6DA654A6-03B0-40F7-A259-B276216985A6}" dt="2026-07-08T06:11:42.349" v="4456" actId="2710"/>
          <ac:spMkLst>
            <pc:docMk/>
            <pc:sldMk cId="0" sldId="275"/>
            <ac:spMk id="6" creationId="{00000000-0000-0000-0000-000000000000}"/>
          </ac:spMkLst>
        </pc:spChg>
      </pc:sldChg>
      <pc:sldChg chg="modSp mod">
        <pc:chgData name="janghoon jun" userId="056a5883350c2f5e" providerId="LiveId" clId="{6DA654A6-03B0-40F7-A259-B276216985A6}" dt="2026-07-08T06:36:41.780" v="5282" actId="6549"/>
        <pc:sldMkLst>
          <pc:docMk/>
          <pc:sldMk cId="0" sldId="276"/>
        </pc:sldMkLst>
        <pc:spChg chg="mod">
          <ac:chgData name="janghoon jun" userId="056a5883350c2f5e" providerId="LiveId" clId="{6DA654A6-03B0-40F7-A259-B276216985A6}" dt="2026-07-08T06:36:41.780" v="5282" actId="6549"/>
          <ac:spMkLst>
            <pc:docMk/>
            <pc:sldMk cId="0" sldId="276"/>
            <ac:spMk id="2" creationId="{00000000-0000-0000-0000-000000000000}"/>
          </ac:spMkLst>
        </pc:spChg>
        <pc:spChg chg="mod">
          <ac:chgData name="janghoon jun" userId="056a5883350c2f5e" providerId="LiveId" clId="{6DA654A6-03B0-40F7-A259-B276216985A6}" dt="2026-07-08T06:35:32.213" v="5235" actId="12789"/>
          <ac:spMkLst>
            <pc:docMk/>
            <pc:sldMk cId="0" sldId="276"/>
            <ac:spMk id="4" creationId="{00000000-0000-0000-0000-000000000000}"/>
          </ac:spMkLst>
        </pc:spChg>
        <pc:spChg chg="mod">
          <ac:chgData name="janghoon jun" userId="056a5883350c2f5e" providerId="LiveId" clId="{6DA654A6-03B0-40F7-A259-B276216985A6}" dt="2026-07-08T06:35:34.851" v="5236" actId="408"/>
          <ac:spMkLst>
            <pc:docMk/>
            <pc:sldMk cId="0" sldId="276"/>
            <ac:spMk id="5" creationId="{00000000-0000-0000-0000-000000000000}"/>
          </ac:spMkLst>
        </pc:spChg>
        <pc:spChg chg="mod">
          <ac:chgData name="janghoon jun" userId="056a5883350c2f5e" providerId="LiveId" clId="{6DA654A6-03B0-40F7-A259-B276216985A6}" dt="2026-07-08T06:35:34.851" v="5236" actId="408"/>
          <ac:spMkLst>
            <pc:docMk/>
            <pc:sldMk cId="0" sldId="276"/>
            <ac:spMk id="6" creationId="{00000000-0000-0000-0000-000000000000}"/>
          </ac:spMkLst>
        </pc:spChg>
        <pc:spChg chg="mod">
          <ac:chgData name="janghoon jun" userId="056a5883350c2f5e" providerId="LiveId" clId="{6DA654A6-03B0-40F7-A259-B276216985A6}" dt="2026-07-08T06:35:34.851" v="5236" actId="408"/>
          <ac:spMkLst>
            <pc:docMk/>
            <pc:sldMk cId="0" sldId="276"/>
            <ac:spMk id="7" creationId="{00000000-0000-0000-0000-000000000000}"/>
          </ac:spMkLst>
        </pc:spChg>
        <pc:spChg chg="mod">
          <ac:chgData name="janghoon jun" userId="056a5883350c2f5e" providerId="LiveId" clId="{6DA654A6-03B0-40F7-A259-B276216985A6}" dt="2026-07-08T06:35:34.851" v="5236" actId="408"/>
          <ac:spMkLst>
            <pc:docMk/>
            <pc:sldMk cId="0" sldId="276"/>
            <ac:spMk id="8" creationId="{00000000-0000-0000-0000-000000000000}"/>
          </ac:spMkLst>
        </pc:spChg>
        <pc:spChg chg="mod">
          <ac:chgData name="janghoon jun" userId="056a5883350c2f5e" providerId="LiveId" clId="{6DA654A6-03B0-40F7-A259-B276216985A6}" dt="2026-07-08T06:35:34.851" v="5236" actId="408"/>
          <ac:spMkLst>
            <pc:docMk/>
            <pc:sldMk cId="0" sldId="276"/>
            <ac:spMk id="9" creationId="{00000000-0000-0000-0000-000000000000}"/>
          </ac:spMkLst>
        </pc:spChg>
        <pc:spChg chg="mod">
          <ac:chgData name="janghoon jun" userId="056a5883350c2f5e" providerId="LiveId" clId="{6DA654A6-03B0-40F7-A259-B276216985A6}" dt="2026-07-08T06:35:32.213" v="5235" actId="12789"/>
          <ac:spMkLst>
            <pc:docMk/>
            <pc:sldMk cId="0" sldId="276"/>
            <ac:spMk id="10" creationId="{00000000-0000-0000-0000-000000000000}"/>
          </ac:spMkLst>
        </pc:spChg>
        <pc:spChg chg="mod">
          <ac:chgData name="janghoon jun" userId="056a5883350c2f5e" providerId="LiveId" clId="{6DA654A6-03B0-40F7-A259-B276216985A6}" dt="2026-07-08T06:35:53.551" v="5241" actId="14100"/>
          <ac:spMkLst>
            <pc:docMk/>
            <pc:sldMk cId="0" sldId="276"/>
            <ac:spMk id="11" creationId="{00000000-0000-0000-0000-000000000000}"/>
          </ac:spMkLst>
        </pc:spChg>
        <pc:spChg chg="mod">
          <ac:chgData name="janghoon jun" userId="056a5883350c2f5e" providerId="LiveId" clId="{6DA654A6-03B0-40F7-A259-B276216985A6}" dt="2026-07-08T06:35:45.853" v="5240" actId="5793"/>
          <ac:spMkLst>
            <pc:docMk/>
            <pc:sldMk cId="0" sldId="276"/>
            <ac:spMk id="12" creationId="{00000000-0000-0000-0000-000000000000}"/>
          </ac:spMkLst>
        </pc:spChg>
      </pc:sldChg>
      <pc:sldChg chg="modSp del mod">
        <pc:chgData name="janghoon jun" userId="056a5883350c2f5e" providerId="LiveId" clId="{6DA654A6-03B0-40F7-A259-B276216985A6}" dt="2026-07-08T06:36:55.041" v="5301" actId="47"/>
        <pc:sldMkLst>
          <pc:docMk/>
          <pc:sldMk cId="0" sldId="277"/>
        </pc:sldMkLst>
        <pc:spChg chg="mod">
          <ac:chgData name="janghoon jun" userId="056a5883350c2f5e" providerId="LiveId" clId="{6DA654A6-03B0-40F7-A259-B276216985A6}" dt="2026-07-08T06:36:49.167" v="5300" actId="6549"/>
          <ac:spMkLst>
            <pc:docMk/>
            <pc:sldMk cId="0" sldId="277"/>
            <ac:spMk id="2" creationId="{00000000-0000-0000-0000-000000000000}"/>
          </ac:spMkLst>
        </pc:spChg>
      </pc:sldChg>
      <pc:sldChg chg="del">
        <pc:chgData name="janghoon jun" userId="056a5883350c2f5e" providerId="LiveId" clId="{6DA654A6-03B0-40F7-A259-B276216985A6}" dt="2026-07-08T06:37:02.521" v="5302" actId="47"/>
        <pc:sldMkLst>
          <pc:docMk/>
          <pc:sldMk cId="0" sldId="278"/>
        </pc:sldMkLst>
      </pc:sldChg>
      <pc:sldChg chg="del">
        <pc:chgData name="janghoon jun" userId="056a5883350c2f5e" providerId="LiveId" clId="{6DA654A6-03B0-40F7-A259-B276216985A6}" dt="2026-07-08T06:37:15.023" v="5303" actId="47"/>
        <pc:sldMkLst>
          <pc:docMk/>
          <pc:sldMk cId="0" sldId="279"/>
        </pc:sldMkLst>
      </pc:sldChg>
      <pc:sldChg chg="del">
        <pc:chgData name="janghoon jun" userId="056a5883350c2f5e" providerId="LiveId" clId="{6DA654A6-03B0-40F7-A259-B276216985A6}" dt="2026-07-08T06:37:30.780" v="5304" actId="47"/>
        <pc:sldMkLst>
          <pc:docMk/>
          <pc:sldMk cId="0" sldId="280"/>
        </pc:sldMkLst>
      </pc:sldChg>
      <pc:sldChg chg="del">
        <pc:chgData name="janghoon jun" userId="056a5883350c2f5e" providerId="LiveId" clId="{6DA654A6-03B0-40F7-A259-B276216985A6}" dt="2026-07-08T06:38:06.004" v="5305" actId="47"/>
        <pc:sldMkLst>
          <pc:docMk/>
          <pc:sldMk cId="0" sldId="281"/>
        </pc:sldMkLst>
      </pc:sldChg>
      <pc:sldChg chg="modSp mod">
        <pc:chgData name="janghoon jun" userId="056a5883350c2f5e" providerId="LiveId" clId="{6DA654A6-03B0-40F7-A259-B276216985A6}" dt="2026-07-08T06:41:08.663" v="5342"/>
        <pc:sldMkLst>
          <pc:docMk/>
          <pc:sldMk cId="0" sldId="282"/>
        </pc:sldMkLst>
        <pc:spChg chg="mod">
          <ac:chgData name="janghoon jun" userId="056a5883350c2f5e" providerId="LiveId" clId="{6DA654A6-03B0-40F7-A259-B276216985A6}" dt="2026-07-08T06:41:08.663" v="5342"/>
          <ac:spMkLst>
            <pc:docMk/>
            <pc:sldMk cId="0" sldId="282"/>
            <ac:spMk id="3" creationId="{00000000-0000-0000-0000-000000000000}"/>
          </ac:spMkLst>
        </pc:spChg>
        <pc:spChg chg="mod">
          <ac:chgData name="janghoon jun" userId="056a5883350c2f5e" providerId="LiveId" clId="{6DA654A6-03B0-40F7-A259-B276216985A6}" dt="2026-07-08T06:38:41.232" v="5311" actId="403"/>
          <ac:spMkLst>
            <pc:docMk/>
            <pc:sldMk cId="0" sldId="282"/>
            <ac:spMk id="4" creationId="{00000000-0000-0000-0000-000000000000}"/>
          </ac:spMkLst>
        </pc:spChg>
        <pc:spChg chg="mod">
          <ac:chgData name="janghoon jun" userId="056a5883350c2f5e" providerId="LiveId" clId="{6DA654A6-03B0-40F7-A259-B276216985A6}" dt="2026-07-08T06:38:33.897" v="5307" actId="1076"/>
          <ac:spMkLst>
            <pc:docMk/>
            <pc:sldMk cId="0" sldId="282"/>
            <ac:spMk id="5" creationId="{00000000-0000-0000-0000-000000000000}"/>
          </ac:spMkLst>
        </pc:spChg>
        <pc:spChg chg="mod">
          <ac:chgData name="janghoon jun" userId="056a5883350c2f5e" providerId="LiveId" clId="{6DA654A6-03B0-40F7-A259-B276216985A6}" dt="2026-07-08T06:38:33.897" v="5307" actId="1076"/>
          <ac:spMkLst>
            <pc:docMk/>
            <pc:sldMk cId="0" sldId="282"/>
            <ac:spMk id="6" creationId="{00000000-0000-0000-0000-000000000000}"/>
          </ac:spMkLst>
        </pc:spChg>
        <pc:spChg chg="mod">
          <ac:chgData name="janghoon jun" userId="056a5883350c2f5e" providerId="LiveId" clId="{6DA654A6-03B0-40F7-A259-B276216985A6}" dt="2026-07-08T06:38:33.897" v="5307" actId="1076"/>
          <ac:spMkLst>
            <pc:docMk/>
            <pc:sldMk cId="0" sldId="282"/>
            <ac:spMk id="7" creationId="{00000000-0000-0000-0000-000000000000}"/>
          </ac:spMkLst>
        </pc:spChg>
        <pc:spChg chg="mod">
          <ac:chgData name="janghoon jun" userId="056a5883350c2f5e" providerId="LiveId" clId="{6DA654A6-03B0-40F7-A259-B276216985A6}" dt="2026-07-08T06:38:33.897" v="5307" actId="1076"/>
          <ac:spMkLst>
            <pc:docMk/>
            <pc:sldMk cId="0" sldId="282"/>
            <ac:spMk id="8" creationId="{00000000-0000-0000-0000-000000000000}"/>
          </ac:spMkLst>
        </pc:spChg>
        <pc:spChg chg="mod">
          <ac:chgData name="janghoon jun" userId="056a5883350c2f5e" providerId="LiveId" clId="{6DA654A6-03B0-40F7-A259-B276216985A6}" dt="2026-07-08T06:38:33.897" v="5307" actId="1076"/>
          <ac:spMkLst>
            <pc:docMk/>
            <pc:sldMk cId="0" sldId="282"/>
            <ac:spMk id="9" creationId="{00000000-0000-0000-0000-000000000000}"/>
          </ac:spMkLst>
        </pc:spChg>
        <pc:spChg chg="mod">
          <ac:chgData name="janghoon jun" userId="056a5883350c2f5e" providerId="LiveId" clId="{6DA654A6-03B0-40F7-A259-B276216985A6}" dt="2026-07-08T06:38:33.897" v="5307" actId="1076"/>
          <ac:spMkLst>
            <pc:docMk/>
            <pc:sldMk cId="0" sldId="282"/>
            <ac:spMk id="10" creationId="{00000000-0000-0000-0000-000000000000}"/>
          </ac:spMkLst>
        </pc:spChg>
      </pc:sldChg>
      <pc:sldChg chg="addSp modSp mod">
        <pc:chgData name="janghoon jun" userId="056a5883350c2f5e" providerId="LiveId" clId="{6DA654A6-03B0-40F7-A259-B276216985A6}" dt="2026-07-08T06:40:59.091" v="5338"/>
        <pc:sldMkLst>
          <pc:docMk/>
          <pc:sldMk cId="0" sldId="283"/>
        </pc:sldMkLst>
        <pc:spChg chg="mod">
          <ac:chgData name="janghoon jun" userId="056a5883350c2f5e" providerId="LiveId" clId="{6DA654A6-03B0-40F7-A259-B276216985A6}" dt="2026-07-08T06:40:59.091" v="5338"/>
          <ac:spMkLst>
            <pc:docMk/>
            <pc:sldMk cId="0" sldId="283"/>
            <ac:spMk id="3" creationId="{00000000-0000-0000-0000-000000000000}"/>
          </ac:spMkLst>
        </pc:spChg>
        <pc:spChg chg="mod">
          <ac:chgData name="janghoon jun" userId="056a5883350c2f5e" providerId="LiveId" clId="{6DA654A6-03B0-40F7-A259-B276216985A6}" dt="2026-07-08T06:39:55.884" v="5315" actId="164"/>
          <ac:spMkLst>
            <pc:docMk/>
            <pc:sldMk cId="0" sldId="283"/>
            <ac:spMk id="4" creationId="{00000000-0000-0000-0000-000000000000}"/>
          </ac:spMkLst>
        </pc:spChg>
        <pc:spChg chg="mod">
          <ac:chgData name="janghoon jun" userId="056a5883350c2f5e" providerId="LiveId" clId="{6DA654A6-03B0-40F7-A259-B276216985A6}" dt="2026-07-08T06:39:55.884" v="5315" actId="164"/>
          <ac:spMkLst>
            <pc:docMk/>
            <pc:sldMk cId="0" sldId="283"/>
            <ac:spMk id="5" creationId="{00000000-0000-0000-0000-000000000000}"/>
          </ac:spMkLst>
        </pc:spChg>
        <pc:spChg chg="mod">
          <ac:chgData name="janghoon jun" userId="056a5883350c2f5e" providerId="LiveId" clId="{6DA654A6-03B0-40F7-A259-B276216985A6}" dt="2026-07-08T06:40:00.187" v="5317" actId="164"/>
          <ac:spMkLst>
            <pc:docMk/>
            <pc:sldMk cId="0" sldId="283"/>
            <ac:spMk id="6" creationId="{00000000-0000-0000-0000-000000000000}"/>
          </ac:spMkLst>
        </pc:spChg>
        <pc:spChg chg="mod">
          <ac:chgData name="janghoon jun" userId="056a5883350c2f5e" providerId="LiveId" clId="{6DA654A6-03B0-40F7-A259-B276216985A6}" dt="2026-07-08T06:40:00.187" v="5317" actId="164"/>
          <ac:spMkLst>
            <pc:docMk/>
            <pc:sldMk cId="0" sldId="283"/>
            <ac:spMk id="7" creationId="{00000000-0000-0000-0000-000000000000}"/>
          </ac:spMkLst>
        </pc:spChg>
        <pc:spChg chg="mod">
          <ac:chgData name="janghoon jun" userId="056a5883350c2f5e" providerId="LiveId" clId="{6DA654A6-03B0-40F7-A259-B276216985A6}" dt="2026-07-08T06:40:03.737" v="5319" actId="164"/>
          <ac:spMkLst>
            <pc:docMk/>
            <pc:sldMk cId="0" sldId="283"/>
            <ac:spMk id="8" creationId="{00000000-0000-0000-0000-000000000000}"/>
          </ac:spMkLst>
        </pc:spChg>
        <pc:spChg chg="mod">
          <ac:chgData name="janghoon jun" userId="056a5883350c2f5e" providerId="LiveId" clId="{6DA654A6-03B0-40F7-A259-B276216985A6}" dt="2026-07-08T06:40:03.737" v="5319" actId="164"/>
          <ac:spMkLst>
            <pc:docMk/>
            <pc:sldMk cId="0" sldId="283"/>
            <ac:spMk id="9" creationId="{00000000-0000-0000-0000-000000000000}"/>
          </ac:spMkLst>
        </pc:spChg>
        <pc:spChg chg="mod">
          <ac:chgData name="janghoon jun" userId="056a5883350c2f5e" providerId="LiveId" clId="{6DA654A6-03B0-40F7-A259-B276216985A6}" dt="2026-07-08T06:40:09.808" v="5321" actId="164"/>
          <ac:spMkLst>
            <pc:docMk/>
            <pc:sldMk cId="0" sldId="283"/>
            <ac:spMk id="10" creationId="{00000000-0000-0000-0000-000000000000}"/>
          </ac:spMkLst>
        </pc:spChg>
        <pc:spChg chg="mod">
          <ac:chgData name="janghoon jun" userId="056a5883350c2f5e" providerId="LiveId" clId="{6DA654A6-03B0-40F7-A259-B276216985A6}" dt="2026-07-08T06:40:09.808" v="5321" actId="164"/>
          <ac:spMkLst>
            <pc:docMk/>
            <pc:sldMk cId="0" sldId="283"/>
            <ac:spMk id="11" creationId="{00000000-0000-0000-0000-000000000000}"/>
          </ac:spMkLst>
        </pc:spChg>
        <pc:spChg chg="mod">
          <ac:chgData name="janghoon jun" userId="056a5883350c2f5e" providerId="LiveId" clId="{6DA654A6-03B0-40F7-A259-B276216985A6}" dt="2026-07-08T06:39:36.356" v="5312" actId="1076"/>
          <ac:spMkLst>
            <pc:docMk/>
            <pc:sldMk cId="0" sldId="283"/>
            <ac:spMk id="12" creationId="{00000000-0000-0000-0000-000000000000}"/>
          </ac:spMkLst>
        </pc:spChg>
        <pc:spChg chg="mod">
          <ac:chgData name="janghoon jun" userId="056a5883350c2f5e" providerId="LiveId" clId="{6DA654A6-03B0-40F7-A259-B276216985A6}" dt="2026-07-08T06:40:41.737" v="5326" actId="20577"/>
          <ac:spMkLst>
            <pc:docMk/>
            <pc:sldMk cId="0" sldId="283"/>
            <ac:spMk id="13" creationId="{00000000-0000-0000-0000-000000000000}"/>
          </ac:spMkLst>
        </pc:spChg>
        <pc:grpChg chg="add mod">
          <ac:chgData name="janghoon jun" userId="056a5883350c2f5e" providerId="LiveId" clId="{6DA654A6-03B0-40F7-A259-B276216985A6}" dt="2026-07-08T06:40:20.569" v="5323" actId="1076"/>
          <ac:grpSpMkLst>
            <pc:docMk/>
            <pc:sldMk cId="0" sldId="283"/>
            <ac:grpSpMk id="14" creationId="{1526DC77-B94F-5DC1-77AA-EB37A21DD695}"/>
          </ac:grpSpMkLst>
        </pc:grpChg>
        <pc:grpChg chg="add mod">
          <ac:chgData name="janghoon jun" userId="056a5883350c2f5e" providerId="LiveId" clId="{6DA654A6-03B0-40F7-A259-B276216985A6}" dt="2026-07-08T06:40:28.066" v="5324" actId="465"/>
          <ac:grpSpMkLst>
            <pc:docMk/>
            <pc:sldMk cId="0" sldId="283"/>
            <ac:grpSpMk id="15" creationId="{D89762BC-1660-7353-3BA2-1C09994F8069}"/>
          </ac:grpSpMkLst>
        </pc:grpChg>
        <pc:grpChg chg="add mod">
          <ac:chgData name="janghoon jun" userId="056a5883350c2f5e" providerId="LiveId" clId="{6DA654A6-03B0-40F7-A259-B276216985A6}" dt="2026-07-08T06:40:28.066" v="5324" actId="465"/>
          <ac:grpSpMkLst>
            <pc:docMk/>
            <pc:sldMk cId="0" sldId="283"/>
            <ac:grpSpMk id="16" creationId="{BA5ACF98-7484-5EE4-B39C-702A950D75BB}"/>
          </ac:grpSpMkLst>
        </pc:grpChg>
        <pc:grpChg chg="add mod">
          <ac:chgData name="janghoon jun" userId="056a5883350c2f5e" providerId="LiveId" clId="{6DA654A6-03B0-40F7-A259-B276216985A6}" dt="2026-07-08T06:40:17.822" v="5322" actId="1076"/>
          <ac:grpSpMkLst>
            <pc:docMk/>
            <pc:sldMk cId="0" sldId="283"/>
            <ac:grpSpMk id="17" creationId="{8AE7EEDC-7CE2-D441-BDB3-00FE91FA3918}"/>
          </ac:grpSpMkLst>
        </pc:grpChg>
      </pc:sldChg>
      <pc:sldChg chg="modSp mod">
        <pc:chgData name="janghoon jun" userId="056a5883350c2f5e" providerId="LiveId" clId="{6DA654A6-03B0-40F7-A259-B276216985A6}" dt="2026-07-08T06:45:01.692" v="5359" actId="20577"/>
        <pc:sldMkLst>
          <pc:docMk/>
          <pc:sldMk cId="0" sldId="285"/>
        </pc:sldMkLst>
        <pc:spChg chg="mod">
          <ac:chgData name="janghoon jun" userId="056a5883350c2f5e" providerId="LiveId" clId="{6DA654A6-03B0-40F7-A259-B276216985A6}" dt="2026-07-08T06:45:01.692" v="5359" actId="20577"/>
          <ac:spMkLst>
            <pc:docMk/>
            <pc:sldMk cId="0" sldId="285"/>
            <ac:spMk id="2" creationId="{00000000-0000-0000-0000-000000000000}"/>
          </ac:spMkLst>
        </pc:spChg>
      </pc:sldChg>
      <pc:sldChg chg="modSp mod">
        <pc:chgData name="janghoon jun" userId="056a5883350c2f5e" providerId="LiveId" clId="{6DA654A6-03B0-40F7-A259-B276216985A6}" dt="2026-07-08T06:45:55.135" v="5362"/>
        <pc:sldMkLst>
          <pc:docMk/>
          <pc:sldMk cId="0" sldId="286"/>
        </pc:sldMkLst>
        <pc:spChg chg="mod">
          <ac:chgData name="janghoon jun" userId="056a5883350c2f5e" providerId="LiveId" clId="{6DA654A6-03B0-40F7-A259-B276216985A6}" dt="2026-07-08T06:45:55.135" v="5362"/>
          <ac:spMkLst>
            <pc:docMk/>
            <pc:sldMk cId="0" sldId="286"/>
            <ac:spMk id="2" creationId="{00000000-0000-0000-0000-000000000000}"/>
          </ac:spMkLst>
        </pc:spChg>
      </pc:sldChg>
      <pc:sldChg chg="modSp">
        <pc:chgData name="janghoon jun" userId="056a5883350c2f5e" providerId="LiveId" clId="{6DA654A6-03B0-40F7-A259-B276216985A6}" dt="2026-07-08T06:42:19.372" v="5344"/>
        <pc:sldMkLst>
          <pc:docMk/>
          <pc:sldMk cId="0" sldId="287"/>
        </pc:sldMkLst>
        <pc:spChg chg="mod">
          <ac:chgData name="janghoon jun" userId="056a5883350c2f5e" providerId="LiveId" clId="{6DA654A6-03B0-40F7-A259-B276216985A6}" dt="2026-07-08T06:42:19.372" v="5344"/>
          <ac:spMkLst>
            <pc:docMk/>
            <pc:sldMk cId="0" sldId="287"/>
            <ac:spMk id="3" creationId="{00000000-0000-0000-0000-000000000000}"/>
          </ac:spMkLst>
        </pc:spChg>
      </pc:sldChg>
      <pc:sldChg chg="modSp">
        <pc:chgData name="janghoon jun" userId="056a5883350c2f5e" providerId="LiveId" clId="{6DA654A6-03B0-40F7-A259-B276216985A6}" dt="2026-07-08T06:42:42.763" v="5345"/>
        <pc:sldMkLst>
          <pc:docMk/>
          <pc:sldMk cId="0" sldId="288"/>
        </pc:sldMkLst>
        <pc:spChg chg="mod">
          <ac:chgData name="janghoon jun" userId="056a5883350c2f5e" providerId="LiveId" clId="{6DA654A6-03B0-40F7-A259-B276216985A6}" dt="2026-07-08T06:42:42.763" v="5345"/>
          <ac:spMkLst>
            <pc:docMk/>
            <pc:sldMk cId="0" sldId="288"/>
            <ac:spMk id="8" creationId="{00000000-0000-0000-0000-000000000000}"/>
          </ac:spMkLst>
        </pc:spChg>
      </pc:sldChg>
      <pc:sldChg chg="delSp modSp mod">
        <pc:chgData name="janghoon jun" userId="056a5883350c2f5e" providerId="LiveId" clId="{6DA654A6-03B0-40F7-A259-B276216985A6}" dt="2026-07-08T06:45:07.791" v="5361" actId="20577"/>
        <pc:sldMkLst>
          <pc:docMk/>
          <pc:sldMk cId="0" sldId="289"/>
        </pc:sldMkLst>
        <pc:spChg chg="mod">
          <ac:chgData name="janghoon jun" userId="056a5883350c2f5e" providerId="LiveId" clId="{6DA654A6-03B0-40F7-A259-B276216985A6}" dt="2026-07-08T06:45:07.791" v="5361" actId="20577"/>
          <ac:spMkLst>
            <pc:docMk/>
            <pc:sldMk cId="0" sldId="289"/>
            <ac:spMk id="2" creationId="{00000000-0000-0000-0000-000000000000}"/>
          </ac:spMkLst>
        </pc:spChg>
        <pc:spChg chg="del">
          <ac:chgData name="janghoon jun" userId="056a5883350c2f5e" providerId="LiveId" clId="{6DA654A6-03B0-40F7-A259-B276216985A6}" dt="2026-07-08T06:10:24.633" v="4446" actId="478"/>
          <ac:spMkLst>
            <pc:docMk/>
            <pc:sldMk cId="0" sldId="289"/>
            <ac:spMk id="5" creationId="{00000000-0000-0000-0000-000000000000}"/>
          </ac:spMkLst>
        </pc:spChg>
        <pc:picChg chg="mod">
          <ac:chgData name="janghoon jun" userId="056a5883350c2f5e" providerId="LiveId" clId="{6DA654A6-03B0-40F7-A259-B276216985A6}" dt="2026-07-08T06:10:57.158" v="4448" actId="1076"/>
          <ac:picMkLst>
            <pc:docMk/>
            <pc:sldMk cId="0" sldId="289"/>
            <ac:picMk id="4" creationId="{00000000-0000-0000-0000-000000000000}"/>
          </ac:picMkLst>
        </pc:picChg>
      </pc:sldChg>
      <pc:sldChg chg="modSp mod">
        <pc:chgData name="janghoon jun" userId="056a5883350c2f5e" providerId="LiveId" clId="{6DA654A6-03B0-40F7-A259-B276216985A6}" dt="2026-07-08T06:46:01.241" v="5363"/>
        <pc:sldMkLst>
          <pc:docMk/>
          <pc:sldMk cId="0" sldId="290"/>
        </pc:sldMkLst>
        <pc:spChg chg="mod">
          <ac:chgData name="janghoon jun" userId="056a5883350c2f5e" providerId="LiveId" clId="{6DA654A6-03B0-40F7-A259-B276216985A6}" dt="2026-07-08T06:46:01.241" v="5363"/>
          <ac:spMkLst>
            <pc:docMk/>
            <pc:sldMk cId="0" sldId="290"/>
            <ac:spMk id="2" creationId="{00000000-0000-0000-0000-000000000000}"/>
          </ac:spMkLst>
        </pc:spChg>
      </pc:sldChg>
      <pc:sldChg chg="modSp">
        <pc:chgData name="janghoon jun" userId="056a5883350c2f5e" providerId="LiveId" clId="{6DA654A6-03B0-40F7-A259-B276216985A6}" dt="2026-07-08T06:43:20.110" v="5347"/>
        <pc:sldMkLst>
          <pc:docMk/>
          <pc:sldMk cId="0" sldId="291"/>
        </pc:sldMkLst>
        <pc:spChg chg="mod">
          <ac:chgData name="janghoon jun" userId="056a5883350c2f5e" providerId="LiveId" clId="{6DA654A6-03B0-40F7-A259-B276216985A6}" dt="2026-07-08T06:43:20.110" v="5347"/>
          <ac:spMkLst>
            <pc:docMk/>
            <pc:sldMk cId="0" sldId="291"/>
            <ac:spMk id="3" creationId="{00000000-0000-0000-0000-000000000000}"/>
          </ac:spMkLst>
        </pc:spChg>
      </pc:sldChg>
      <pc:sldChg chg="delSp mod">
        <pc:chgData name="janghoon jun" userId="056a5883350c2f5e" providerId="LiveId" clId="{6DA654A6-03B0-40F7-A259-B276216985A6}" dt="2026-07-08T06:10:32.573" v="4447" actId="478"/>
        <pc:sldMkLst>
          <pc:docMk/>
          <pc:sldMk cId="0" sldId="292"/>
        </pc:sldMkLst>
        <pc:spChg chg="del">
          <ac:chgData name="janghoon jun" userId="056a5883350c2f5e" providerId="LiveId" clId="{6DA654A6-03B0-40F7-A259-B276216985A6}" dt="2026-07-08T06:10:32.573" v="4447" actId="478"/>
          <ac:spMkLst>
            <pc:docMk/>
            <pc:sldMk cId="0" sldId="292"/>
            <ac:spMk id="9" creationId="{00000000-0000-0000-0000-000000000000}"/>
          </ac:spMkLst>
        </pc:spChg>
      </pc:sldChg>
      <pc:sldChg chg="modSp mod">
        <pc:chgData name="janghoon jun" userId="056a5883350c2f5e" providerId="LiveId" clId="{6DA654A6-03B0-40F7-A259-B276216985A6}" dt="2026-07-08T06:46:14.575" v="5364"/>
        <pc:sldMkLst>
          <pc:docMk/>
          <pc:sldMk cId="0" sldId="293"/>
        </pc:sldMkLst>
        <pc:spChg chg="mod">
          <ac:chgData name="janghoon jun" userId="056a5883350c2f5e" providerId="LiveId" clId="{6DA654A6-03B0-40F7-A259-B276216985A6}" dt="2026-07-08T06:46:14.575" v="5364"/>
          <ac:spMkLst>
            <pc:docMk/>
            <pc:sldMk cId="0" sldId="293"/>
            <ac:spMk id="2" creationId="{00000000-0000-0000-0000-000000000000}"/>
          </ac:spMkLst>
        </pc:spChg>
      </pc:sldChg>
      <pc:sldChg chg="delSp modSp mod">
        <pc:chgData name="janghoon jun" userId="056a5883350c2f5e" providerId="LiveId" clId="{6DA654A6-03B0-40F7-A259-B276216985A6}" dt="2026-07-08T06:09:52.283" v="4445" actId="2710"/>
        <pc:sldMkLst>
          <pc:docMk/>
          <pc:sldMk cId="0" sldId="296"/>
        </pc:sldMkLst>
        <pc:spChg chg="del">
          <ac:chgData name="janghoon jun" userId="056a5883350c2f5e" providerId="LiveId" clId="{6DA654A6-03B0-40F7-A259-B276216985A6}" dt="2026-07-08T06:09:42.529" v="4443" actId="478"/>
          <ac:spMkLst>
            <pc:docMk/>
            <pc:sldMk cId="0" sldId="296"/>
            <ac:spMk id="5" creationId="{00000000-0000-0000-0000-000000000000}"/>
          </ac:spMkLst>
        </pc:spChg>
        <pc:spChg chg="mod">
          <ac:chgData name="janghoon jun" userId="056a5883350c2f5e" providerId="LiveId" clId="{6DA654A6-03B0-40F7-A259-B276216985A6}" dt="2026-07-08T06:09:52.283" v="4445" actId="2710"/>
          <ac:spMkLst>
            <pc:docMk/>
            <pc:sldMk cId="0" sldId="296"/>
            <ac:spMk id="6" creationId="{00000000-0000-0000-0000-000000000000}"/>
          </ac:spMkLst>
        </pc:spChg>
        <pc:spChg chg="mod">
          <ac:chgData name="janghoon jun" userId="056a5883350c2f5e" providerId="LiveId" clId="{6DA654A6-03B0-40F7-A259-B276216985A6}" dt="2026-07-08T06:09:52.283" v="4445" actId="2710"/>
          <ac:spMkLst>
            <pc:docMk/>
            <pc:sldMk cId="0" sldId="296"/>
            <ac:spMk id="7" creationId="{00000000-0000-0000-0000-000000000000}"/>
          </ac:spMkLst>
        </pc:spChg>
      </pc:sldChg>
      <pc:sldChg chg="delSp modSp mod">
        <pc:chgData name="janghoon jun" userId="056a5883350c2f5e" providerId="LiveId" clId="{6DA654A6-03B0-40F7-A259-B276216985A6}" dt="2026-07-08T05:57:14.406" v="4396" actId="14100"/>
        <pc:sldMkLst>
          <pc:docMk/>
          <pc:sldMk cId="0" sldId="301"/>
        </pc:sldMkLst>
        <pc:spChg chg="mod">
          <ac:chgData name="janghoon jun" userId="056a5883350c2f5e" providerId="LiveId" clId="{6DA654A6-03B0-40F7-A259-B276216985A6}" dt="2026-07-08T05:56:39.966" v="4378" actId="20577"/>
          <ac:spMkLst>
            <pc:docMk/>
            <pc:sldMk cId="0" sldId="301"/>
            <ac:spMk id="2" creationId="{00000000-0000-0000-0000-000000000000}"/>
          </ac:spMkLst>
        </pc:spChg>
        <pc:spChg chg="mod">
          <ac:chgData name="janghoon jun" userId="056a5883350c2f5e" providerId="LiveId" clId="{6DA654A6-03B0-40F7-A259-B276216985A6}" dt="2026-07-08T05:56:48.318" v="4394" actId="20577"/>
          <ac:spMkLst>
            <pc:docMk/>
            <pc:sldMk cId="0" sldId="301"/>
            <ac:spMk id="3" creationId="{00000000-0000-0000-0000-000000000000}"/>
          </ac:spMkLst>
        </pc:spChg>
        <pc:spChg chg="del">
          <ac:chgData name="janghoon jun" userId="056a5883350c2f5e" providerId="LiveId" clId="{6DA654A6-03B0-40F7-A259-B276216985A6}" dt="2026-07-08T05:57:08.602" v="4395" actId="478"/>
          <ac:spMkLst>
            <pc:docMk/>
            <pc:sldMk cId="0" sldId="301"/>
            <ac:spMk id="5" creationId="{00000000-0000-0000-0000-000000000000}"/>
          </ac:spMkLst>
        </pc:spChg>
        <pc:picChg chg="mod">
          <ac:chgData name="janghoon jun" userId="056a5883350c2f5e" providerId="LiveId" clId="{6DA654A6-03B0-40F7-A259-B276216985A6}" dt="2026-07-08T05:57:14.406" v="4396" actId="14100"/>
          <ac:picMkLst>
            <pc:docMk/>
            <pc:sldMk cId="0" sldId="301"/>
            <ac:picMk id="4" creationId="{00000000-0000-0000-0000-000000000000}"/>
          </ac:picMkLst>
        </pc:picChg>
      </pc:sldChg>
      <pc:sldChg chg="addSp delSp modSp del mod">
        <pc:chgData name="janghoon jun" userId="056a5883350c2f5e" providerId="LiveId" clId="{6DA654A6-03B0-40F7-A259-B276216985A6}" dt="2026-07-08T06:27:45.584" v="4932" actId="47"/>
        <pc:sldMkLst>
          <pc:docMk/>
          <pc:sldMk cId="0" sldId="302"/>
        </pc:sldMkLst>
        <pc:spChg chg="mod">
          <ac:chgData name="janghoon jun" userId="056a5883350c2f5e" providerId="LiveId" clId="{6DA654A6-03B0-40F7-A259-B276216985A6}" dt="2026-07-08T06:19:24.013" v="4637" actId="6549"/>
          <ac:spMkLst>
            <pc:docMk/>
            <pc:sldMk cId="0" sldId="302"/>
            <ac:spMk id="2" creationId="{00000000-0000-0000-0000-000000000000}"/>
          </ac:spMkLst>
        </pc:spChg>
        <pc:spChg chg="del">
          <ac:chgData name="janghoon jun" userId="056a5883350c2f5e" providerId="LiveId" clId="{6DA654A6-03B0-40F7-A259-B276216985A6}" dt="2026-07-08T06:19:08.485" v="4618" actId="478"/>
          <ac:spMkLst>
            <pc:docMk/>
            <pc:sldMk cId="0" sldId="302"/>
            <ac:spMk id="3" creationId="{00000000-0000-0000-0000-000000000000}"/>
          </ac:spMkLst>
        </pc:spChg>
        <pc:spChg chg="del mod">
          <ac:chgData name="janghoon jun" userId="056a5883350c2f5e" providerId="LiveId" clId="{6DA654A6-03B0-40F7-A259-B276216985A6}" dt="2026-07-08T06:19:00.023" v="4617" actId="478"/>
          <ac:spMkLst>
            <pc:docMk/>
            <pc:sldMk cId="0" sldId="302"/>
            <ac:spMk id="5" creationId="{00000000-0000-0000-0000-000000000000}"/>
          </ac:spMkLst>
        </pc:spChg>
        <pc:spChg chg="add del">
          <ac:chgData name="janghoon jun" userId="056a5883350c2f5e" providerId="LiveId" clId="{6DA654A6-03B0-40F7-A259-B276216985A6}" dt="2026-07-08T06:18:01.855" v="4596" actId="22"/>
          <ac:spMkLst>
            <pc:docMk/>
            <pc:sldMk cId="0" sldId="302"/>
            <ac:spMk id="7" creationId="{4D0B7067-2F2C-B4D1-B964-BB3091F7100E}"/>
          </ac:spMkLst>
        </pc:spChg>
        <pc:spChg chg="add del">
          <ac:chgData name="janghoon jun" userId="056a5883350c2f5e" providerId="LiveId" clId="{6DA654A6-03B0-40F7-A259-B276216985A6}" dt="2026-07-08T06:18:05.174" v="4598" actId="22"/>
          <ac:spMkLst>
            <pc:docMk/>
            <pc:sldMk cId="0" sldId="302"/>
            <ac:spMk id="9" creationId="{90AE4397-6E88-EF55-6058-CECD6E1B22B1}"/>
          </ac:spMkLst>
        </pc:spChg>
        <pc:spChg chg="add del">
          <ac:chgData name="janghoon jun" userId="056a5883350c2f5e" providerId="LiveId" clId="{6DA654A6-03B0-40F7-A259-B276216985A6}" dt="2026-07-08T06:18:09.004" v="4600" actId="22"/>
          <ac:spMkLst>
            <pc:docMk/>
            <pc:sldMk cId="0" sldId="302"/>
            <ac:spMk id="11" creationId="{EB0726DC-1879-C3B5-03DE-5D7285B59570}"/>
          </ac:spMkLst>
        </pc:spChg>
        <pc:spChg chg="add del mod">
          <ac:chgData name="janghoon jun" userId="056a5883350c2f5e" providerId="LiveId" clId="{6DA654A6-03B0-40F7-A259-B276216985A6}" dt="2026-07-08T06:19:10.303" v="4619" actId="478"/>
          <ac:spMkLst>
            <pc:docMk/>
            <pc:sldMk cId="0" sldId="302"/>
            <ac:spMk id="15" creationId="{DE602069-E841-6843-0251-C1E838FA0448}"/>
          </ac:spMkLst>
        </pc:spChg>
        <pc:picChg chg="del mod">
          <ac:chgData name="janghoon jun" userId="056a5883350c2f5e" providerId="LiveId" clId="{6DA654A6-03B0-40F7-A259-B276216985A6}" dt="2026-07-08T06:18:00.114" v="4594" actId="478"/>
          <ac:picMkLst>
            <pc:docMk/>
            <pc:sldMk cId="0" sldId="302"/>
            <ac:picMk id="4" creationId="{00000000-0000-0000-0000-000000000000}"/>
          </ac:picMkLst>
        </pc:picChg>
        <pc:picChg chg="add mod">
          <ac:chgData name="janghoon jun" userId="056a5883350c2f5e" providerId="LiveId" clId="{6DA654A6-03B0-40F7-A259-B276216985A6}" dt="2026-07-08T06:18:54.186" v="4616" actId="1036"/>
          <ac:picMkLst>
            <pc:docMk/>
            <pc:sldMk cId="0" sldId="302"/>
            <ac:picMk id="13" creationId="{7BE12C74-C17F-507A-605A-AAC7B24D561A}"/>
          </ac:picMkLst>
        </pc:picChg>
      </pc:sldChg>
      <pc:sldChg chg="delSp modSp mod">
        <pc:chgData name="janghoon jun" userId="056a5883350c2f5e" providerId="LiveId" clId="{6DA654A6-03B0-40F7-A259-B276216985A6}" dt="2026-07-08T06:20:38.445" v="4699" actId="1076"/>
        <pc:sldMkLst>
          <pc:docMk/>
          <pc:sldMk cId="0" sldId="303"/>
        </pc:sldMkLst>
        <pc:spChg chg="mod">
          <ac:chgData name="janghoon jun" userId="056a5883350c2f5e" providerId="LiveId" clId="{6DA654A6-03B0-40F7-A259-B276216985A6}" dt="2026-07-08T06:20:28.929" v="4693" actId="21"/>
          <ac:spMkLst>
            <pc:docMk/>
            <pc:sldMk cId="0" sldId="303"/>
            <ac:spMk id="2" creationId="{00000000-0000-0000-0000-000000000000}"/>
          </ac:spMkLst>
        </pc:spChg>
        <pc:spChg chg="mod">
          <ac:chgData name="janghoon jun" userId="056a5883350c2f5e" providerId="LiveId" clId="{6DA654A6-03B0-40F7-A259-B276216985A6}" dt="2026-07-08T06:20:35.369" v="4698" actId="403"/>
          <ac:spMkLst>
            <pc:docMk/>
            <pc:sldMk cId="0" sldId="303"/>
            <ac:spMk id="3" creationId="{00000000-0000-0000-0000-000000000000}"/>
          </ac:spMkLst>
        </pc:spChg>
        <pc:spChg chg="del">
          <ac:chgData name="janghoon jun" userId="056a5883350c2f5e" providerId="LiveId" clId="{6DA654A6-03B0-40F7-A259-B276216985A6}" dt="2026-07-08T06:19:52.897" v="4644" actId="478"/>
          <ac:spMkLst>
            <pc:docMk/>
            <pc:sldMk cId="0" sldId="303"/>
            <ac:spMk id="5" creationId="{00000000-0000-0000-0000-000000000000}"/>
          </ac:spMkLst>
        </pc:spChg>
        <pc:picChg chg="mod">
          <ac:chgData name="janghoon jun" userId="056a5883350c2f5e" providerId="LiveId" clId="{6DA654A6-03B0-40F7-A259-B276216985A6}" dt="2026-07-08T06:20:38.445" v="4699" actId="1076"/>
          <ac:picMkLst>
            <pc:docMk/>
            <pc:sldMk cId="0" sldId="303"/>
            <ac:picMk id="4" creationId="{00000000-0000-0000-0000-000000000000}"/>
          </ac:picMkLst>
        </pc:picChg>
      </pc:sldChg>
      <pc:sldChg chg="addSp delSp modSp mod">
        <pc:chgData name="janghoon jun" userId="056a5883350c2f5e" providerId="LiveId" clId="{6DA654A6-03B0-40F7-A259-B276216985A6}" dt="2026-07-08T06:21:02.551" v="4712" actId="478"/>
        <pc:sldMkLst>
          <pc:docMk/>
          <pc:sldMk cId="0" sldId="304"/>
        </pc:sldMkLst>
        <pc:spChg chg="mod">
          <ac:chgData name="janghoon jun" userId="056a5883350c2f5e" providerId="LiveId" clId="{6DA654A6-03B0-40F7-A259-B276216985A6}" dt="2026-07-08T06:20:42.676" v="4700" actId="21"/>
          <ac:spMkLst>
            <pc:docMk/>
            <pc:sldMk cId="0" sldId="304"/>
            <ac:spMk id="2" creationId="{00000000-0000-0000-0000-000000000000}"/>
          </ac:spMkLst>
        </pc:spChg>
        <pc:spChg chg="mod">
          <ac:chgData name="janghoon jun" userId="056a5883350c2f5e" providerId="LiveId" clId="{6DA654A6-03B0-40F7-A259-B276216985A6}" dt="2026-07-08T06:20:50.584" v="4708" actId="404"/>
          <ac:spMkLst>
            <pc:docMk/>
            <pc:sldMk cId="0" sldId="304"/>
            <ac:spMk id="3" creationId="{00000000-0000-0000-0000-000000000000}"/>
          </ac:spMkLst>
        </pc:spChg>
        <pc:spChg chg="del">
          <ac:chgData name="janghoon jun" userId="056a5883350c2f5e" providerId="LiveId" clId="{6DA654A6-03B0-40F7-A259-B276216985A6}" dt="2026-07-08T06:20:07.089" v="4646" actId="478"/>
          <ac:spMkLst>
            <pc:docMk/>
            <pc:sldMk cId="0" sldId="304"/>
            <ac:spMk id="5" creationId="{00000000-0000-0000-0000-000000000000}"/>
          </ac:spMkLst>
        </pc:spChg>
        <pc:picChg chg="mod">
          <ac:chgData name="janghoon jun" userId="056a5883350c2f5e" providerId="LiveId" clId="{6DA654A6-03B0-40F7-A259-B276216985A6}" dt="2026-07-08T06:21:00.065" v="4711" actId="1076"/>
          <ac:picMkLst>
            <pc:docMk/>
            <pc:sldMk cId="0" sldId="304"/>
            <ac:picMk id="4" creationId="{00000000-0000-0000-0000-000000000000}"/>
          </ac:picMkLst>
        </pc:picChg>
        <pc:picChg chg="add del">
          <ac:chgData name="janghoon jun" userId="056a5883350c2f5e" providerId="LiveId" clId="{6DA654A6-03B0-40F7-A259-B276216985A6}" dt="2026-07-08T06:21:02.551" v="4712" actId="478"/>
          <ac:picMkLst>
            <pc:docMk/>
            <pc:sldMk cId="0" sldId="304"/>
            <ac:picMk id="7" creationId="{FCCDCE3F-2C84-6C25-5A22-31E5576DE7BE}"/>
          </ac:picMkLst>
        </pc:picChg>
      </pc:sldChg>
      <pc:sldChg chg="delSp modSp del mod">
        <pc:chgData name="janghoon jun" userId="056a5883350c2f5e" providerId="LiveId" clId="{6DA654A6-03B0-40F7-A259-B276216985A6}" dt="2026-07-08T06:23:20.432" v="4820" actId="47"/>
        <pc:sldMkLst>
          <pc:docMk/>
          <pc:sldMk cId="0" sldId="305"/>
        </pc:sldMkLst>
        <pc:spChg chg="mod">
          <ac:chgData name="janghoon jun" userId="056a5883350c2f5e" providerId="LiveId" clId="{6DA654A6-03B0-40F7-A259-B276216985A6}" dt="2026-07-08T06:22:56.584" v="4814" actId="6549"/>
          <ac:spMkLst>
            <pc:docMk/>
            <pc:sldMk cId="0" sldId="305"/>
            <ac:spMk id="2" creationId="{00000000-0000-0000-0000-000000000000}"/>
          </ac:spMkLst>
        </pc:spChg>
        <pc:spChg chg="del">
          <ac:chgData name="janghoon jun" userId="056a5883350c2f5e" providerId="LiveId" clId="{6DA654A6-03B0-40F7-A259-B276216985A6}" dt="2026-07-08T06:23:00.678" v="4815" actId="478"/>
          <ac:spMkLst>
            <pc:docMk/>
            <pc:sldMk cId="0" sldId="305"/>
            <ac:spMk id="6" creationId="{00000000-0000-0000-0000-000000000000}"/>
          </ac:spMkLst>
        </pc:spChg>
        <pc:picChg chg="mod">
          <ac:chgData name="janghoon jun" userId="056a5883350c2f5e" providerId="LiveId" clId="{6DA654A6-03B0-40F7-A259-B276216985A6}" dt="2026-07-08T06:23:04.129" v="4816" actId="14100"/>
          <ac:picMkLst>
            <pc:docMk/>
            <pc:sldMk cId="0" sldId="305"/>
            <ac:picMk id="4" creationId="{00000000-0000-0000-0000-000000000000}"/>
          </ac:picMkLst>
        </pc:picChg>
        <pc:picChg chg="mod">
          <ac:chgData name="janghoon jun" userId="056a5883350c2f5e" providerId="LiveId" clId="{6DA654A6-03B0-40F7-A259-B276216985A6}" dt="2026-07-08T06:23:10.546" v="4819" actId="14100"/>
          <ac:picMkLst>
            <pc:docMk/>
            <pc:sldMk cId="0" sldId="305"/>
            <ac:picMk id="5" creationId="{00000000-0000-0000-0000-000000000000}"/>
          </ac:picMkLst>
        </pc:picChg>
      </pc:sldChg>
      <pc:sldChg chg="delSp modSp mod">
        <pc:chgData name="janghoon jun" userId="056a5883350c2f5e" providerId="LiveId" clId="{6DA654A6-03B0-40F7-A259-B276216985A6}" dt="2026-07-08T06:28:25.796" v="4936" actId="20577"/>
        <pc:sldMkLst>
          <pc:docMk/>
          <pc:sldMk cId="0" sldId="306"/>
        </pc:sldMkLst>
        <pc:spChg chg="mod">
          <ac:chgData name="janghoon jun" userId="056a5883350c2f5e" providerId="LiveId" clId="{6DA654A6-03B0-40F7-A259-B276216985A6}" dt="2026-07-08T06:28:25.796" v="4936" actId="20577"/>
          <ac:spMkLst>
            <pc:docMk/>
            <pc:sldMk cId="0" sldId="306"/>
            <ac:spMk id="2" creationId="{00000000-0000-0000-0000-000000000000}"/>
          </ac:spMkLst>
        </pc:spChg>
        <pc:spChg chg="del">
          <ac:chgData name="janghoon jun" userId="056a5883350c2f5e" providerId="LiveId" clId="{6DA654A6-03B0-40F7-A259-B276216985A6}" dt="2026-07-08T06:23:33.656" v="4821" actId="478"/>
          <ac:spMkLst>
            <pc:docMk/>
            <pc:sldMk cId="0" sldId="306"/>
            <ac:spMk id="5" creationId="{00000000-0000-0000-0000-000000000000}"/>
          </ac:spMkLst>
        </pc:spChg>
      </pc:sldChg>
      <pc:sldChg chg="addSp delSp modSp del mod">
        <pc:chgData name="janghoon jun" userId="056a5883350c2f5e" providerId="LiveId" clId="{6DA654A6-03B0-40F7-A259-B276216985A6}" dt="2026-07-08T06:25:18.838" v="4929" actId="47"/>
        <pc:sldMkLst>
          <pc:docMk/>
          <pc:sldMk cId="0" sldId="307"/>
        </pc:sldMkLst>
        <pc:spChg chg="mod">
          <ac:chgData name="janghoon jun" userId="056a5883350c2f5e" providerId="LiveId" clId="{6DA654A6-03B0-40F7-A259-B276216985A6}" dt="2026-07-08T06:23:52.993" v="4907" actId="6549"/>
          <ac:spMkLst>
            <pc:docMk/>
            <pc:sldMk cId="0" sldId="307"/>
            <ac:spMk id="2" creationId="{00000000-0000-0000-0000-000000000000}"/>
          </ac:spMkLst>
        </pc:spChg>
        <pc:spChg chg="del mod">
          <ac:chgData name="janghoon jun" userId="056a5883350c2f5e" providerId="LiveId" clId="{6DA654A6-03B0-40F7-A259-B276216985A6}" dt="2026-07-08T06:24:01.441" v="4918" actId="478"/>
          <ac:spMkLst>
            <pc:docMk/>
            <pc:sldMk cId="0" sldId="307"/>
            <ac:spMk id="3" creationId="{00000000-0000-0000-0000-000000000000}"/>
          </ac:spMkLst>
        </pc:spChg>
        <pc:spChg chg="del">
          <ac:chgData name="janghoon jun" userId="056a5883350c2f5e" providerId="LiveId" clId="{6DA654A6-03B0-40F7-A259-B276216985A6}" dt="2026-07-08T06:24:03.555" v="4920" actId="478"/>
          <ac:spMkLst>
            <pc:docMk/>
            <pc:sldMk cId="0" sldId="307"/>
            <ac:spMk id="5" creationId="{00000000-0000-0000-0000-000000000000}"/>
          </ac:spMkLst>
        </pc:spChg>
        <pc:spChg chg="add del mod">
          <ac:chgData name="janghoon jun" userId="056a5883350c2f5e" providerId="LiveId" clId="{6DA654A6-03B0-40F7-A259-B276216985A6}" dt="2026-07-08T06:24:02.292" v="4919" actId="478"/>
          <ac:spMkLst>
            <pc:docMk/>
            <pc:sldMk cId="0" sldId="307"/>
            <ac:spMk id="7" creationId="{80589D9D-D937-A28F-F45F-6161331CE005}"/>
          </ac:spMkLst>
        </pc:spChg>
        <pc:picChg chg="mod">
          <ac:chgData name="janghoon jun" userId="056a5883350c2f5e" providerId="LiveId" clId="{6DA654A6-03B0-40F7-A259-B276216985A6}" dt="2026-07-08T06:24:12.513" v="4922" actId="1076"/>
          <ac:picMkLst>
            <pc:docMk/>
            <pc:sldMk cId="0" sldId="307"/>
            <ac:picMk id="4" creationId="{00000000-0000-0000-0000-000000000000}"/>
          </ac:picMkLst>
        </pc:picChg>
        <pc:picChg chg="add mod modCrop">
          <ac:chgData name="janghoon jun" userId="056a5883350c2f5e" providerId="LiveId" clId="{6DA654A6-03B0-40F7-A259-B276216985A6}" dt="2026-07-08T06:25:00.478" v="4928" actId="1076"/>
          <ac:picMkLst>
            <pc:docMk/>
            <pc:sldMk cId="0" sldId="307"/>
            <ac:picMk id="9" creationId="{DF9DC526-FEAB-8E33-98AD-AB55ED1274EE}"/>
          </ac:picMkLst>
        </pc:picChg>
      </pc:sldChg>
      <pc:sldChg chg="modSp del mod">
        <pc:chgData name="janghoon jun" userId="056a5883350c2f5e" providerId="LiveId" clId="{6DA654A6-03B0-40F7-A259-B276216985A6}" dt="2026-07-08T06:25:20.532" v="4930" actId="47"/>
        <pc:sldMkLst>
          <pc:docMk/>
          <pc:sldMk cId="0" sldId="308"/>
        </pc:sldMkLst>
        <pc:spChg chg="mod">
          <ac:chgData name="janghoon jun" userId="056a5883350c2f5e" providerId="LiveId" clId="{6DA654A6-03B0-40F7-A259-B276216985A6}" dt="2026-07-08T05:34:25.445" v="3746" actId="27636"/>
          <ac:spMkLst>
            <pc:docMk/>
            <pc:sldMk cId="0" sldId="308"/>
            <ac:spMk id="2" creationId="{00000000-0000-0000-0000-000000000000}"/>
          </ac:spMkLst>
        </pc:spChg>
      </pc:sldChg>
      <pc:sldChg chg="delSp modSp mod">
        <pc:chgData name="janghoon jun" userId="056a5883350c2f5e" providerId="LiveId" clId="{6DA654A6-03B0-40F7-A259-B276216985A6}" dt="2026-07-08T06:28:34.549" v="4939" actId="20577"/>
        <pc:sldMkLst>
          <pc:docMk/>
          <pc:sldMk cId="0" sldId="309"/>
        </pc:sldMkLst>
        <pc:spChg chg="mod">
          <ac:chgData name="janghoon jun" userId="056a5883350c2f5e" providerId="LiveId" clId="{6DA654A6-03B0-40F7-A259-B276216985A6}" dt="2026-07-08T06:28:34.549" v="4939" actId="20577"/>
          <ac:spMkLst>
            <pc:docMk/>
            <pc:sldMk cId="0" sldId="309"/>
            <ac:spMk id="2" creationId="{00000000-0000-0000-0000-000000000000}"/>
          </ac:spMkLst>
        </pc:spChg>
        <pc:spChg chg="del">
          <ac:chgData name="janghoon jun" userId="056a5883350c2f5e" providerId="LiveId" clId="{6DA654A6-03B0-40F7-A259-B276216985A6}" dt="2026-07-08T06:26:01.838" v="4931" actId="478"/>
          <ac:spMkLst>
            <pc:docMk/>
            <pc:sldMk cId="0" sldId="309"/>
            <ac:spMk id="5" creationId="{00000000-0000-0000-0000-000000000000}"/>
          </ac:spMkLst>
        </pc:spChg>
      </pc:sldChg>
      <pc:sldChg chg="delSp modSp mod">
        <pc:chgData name="janghoon jun" userId="056a5883350c2f5e" providerId="LiveId" clId="{6DA654A6-03B0-40F7-A259-B276216985A6}" dt="2026-07-08T06:28:58.742" v="5021" actId="478"/>
        <pc:sldMkLst>
          <pc:docMk/>
          <pc:sldMk cId="0" sldId="310"/>
        </pc:sldMkLst>
        <pc:spChg chg="mod">
          <ac:chgData name="janghoon jun" userId="056a5883350c2f5e" providerId="LiveId" clId="{6DA654A6-03B0-40F7-A259-B276216985A6}" dt="2026-07-08T06:28:41.357" v="4979" actId="6549"/>
          <ac:spMkLst>
            <pc:docMk/>
            <pc:sldMk cId="0" sldId="310"/>
            <ac:spMk id="2" creationId="{00000000-0000-0000-0000-000000000000}"/>
          </ac:spMkLst>
        </pc:spChg>
        <pc:spChg chg="del">
          <ac:chgData name="janghoon jun" userId="056a5883350c2f5e" providerId="LiveId" clId="{6DA654A6-03B0-40F7-A259-B276216985A6}" dt="2026-07-08T06:28:58.742" v="5021" actId="478"/>
          <ac:spMkLst>
            <pc:docMk/>
            <pc:sldMk cId="0" sldId="310"/>
            <ac:spMk id="5" creationId="{00000000-0000-0000-0000-000000000000}"/>
          </ac:spMkLst>
        </pc:spChg>
      </pc:sldChg>
      <pc:sldChg chg="delSp modSp mod">
        <pc:chgData name="janghoon jun" userId="056a5883350c2f5e" providerId="LiveId" clId="{6DA654A6-03B0-40F7-A259-B276216985A6}" dt="2026-07-08T06:28:56.236" v="5020" actId="478"/>
        <pc:sldMkLst>
          <pc:docMk/>
          <pc:sldMk cId="0" sldId="311"/>
        </pc:sldMkLst>
        <pc:spChg chg="mod">
          <ac:chgData name="janghoon jun" userId="056a5883350c2f5e" providerId="LiveId" clId="{6DA654A6-03B0-40F7-A259-B276216985A6}" dt="2026-07-08T06:28:52.390" v="5019" actId="6549"/>
          <ac:spMkLst>
            <pc:docMk/>
            <pc:sldMk cId="0" sldId="311"/>
            <ac:spMk id="2" creationId="{00000000-0000-0000-0000-000000000000}"/>
          </ac:spMkLst>
        </pc:spChg>
        <pc:spChg chg="del">
          <ac:chgData name="janghoon jun" userId="056a5883350c2f5e" providerId="LiveId" clId="{6DA654A6-03B0-40F7-A259-B276216985A6}" dt="2026-07-08T06:28:56.236" v="5020" actId="478"/>
          <ac:spMkLst>
            <pc:docMk/>
            <pc:sldMk cId="0" sldId="311"/>
            <ac:spMk id="5" creationId="{00000000-0000-0000-0000-000000000000}"/>
          </ac:spMkLst>
        </pc:spChg>
      </pc:sldChg>
      <pc:sldChg chg="modSp mod">
        <pc:chgData name="janghoon jun" userId="056a5883350c2f5e" providerId="LiveId" clId="{6DA654A6-03B0-40F7-A259-B276216985A6}" dt="2026-07-08T06:29:38.996" v="5061" actId="6549"/>
        <pc:sldMkLst>
          <pc:docMk/>
          <pc:sldMk cId="0" sldId="312"/>
        </pc:sldMkLst>
        <pc:spChg chg="mod">
          <ac:chgData name="janghoon jun" userId="056a5883350c2f5e" providerId="LiveId" clId="{6DA654A6-03B0-40F7-A259-B276216985A6}" dt="2026-07-08T06:29:38.996" v="5061" actId="6549"/>
          <ac:spMkLst>
            <pc:docMk/>
            <pc:sldMk cId="0" sldId="312"/>
            <ac:spMk id="2" creationId="{00000000-0000-0000-0000-000000000000}"/>
          </ac:spMkLst>
        </pc:spChg>
      </pc:sldChg>
      <pc:sldChg chg="modSp mod">
        <pc:chgData name="janghoon jun" userId="056a5883350c2f5e" providerId="LiveId" clId="{6DA654A6-03B0-40F7-A259-B276216985A6}" dt="2026-07-08T06:33:14.694" v="5223" actId="2711"/>
        <pc:sldMkLst>
          <pc:docMk/>
          <pc:sldMk cId="0" sldId="313"/>
        </pc:sldMkLst>
        <pc:graphicFrameChg chg="modGraphic">
          <ac:chgData name="janghoon jun" userId="056a5883350c2f5e" providerId="LiveId" clId="{6DA654A6-03B0-40F7-A259-B276216985A6}" dt="2026-07-08T06:33:14.694" v="5223" actId="2711"/>
          <ac:graphicFrameMkLst>
            <pc:docMk/>
            <pc:sldMk cId="0" sldId="313"/>
            <ac:graphicFrameMk id="4" creationId="{00000000-0000-0000-0000-000000000000}"/>
          </ac:graphicFrameMkLst>
        </pc:graphicFrameChg>
      </pc:sldChg>
      <pc:sldChg chg="delSp modSp mod">
        <pc:chgData name="janghoon jun" userId="056a5883350c2f5e" providerId="LiveId" clId="{6DA654A6-03B0-40F7-A259-B276216985A6}" dt="2026-07-08T06:33:44.719" v="5228" actId="478"/>
        <pc:sldMkLst>
          <pc:docMk/>
          <pc:sldMk cId="0" sldId="314"/>
        </pc:sldMkLst>
        <pc:spChg chg="del mod">
          <ac:chgData name="janghoon jun" userId="056a5883350c2f5e" providerId="LiveId" clId="{6DA654A6-03B0-40F7-A259-B276216985A6}" dt="2026-07-08T06:33:44.719" v="5228" actId="478"/>
          <ac:spMkLst>
            <pc:docMk/>
            <pc:sldMk cId="0" sldId="314"/>
            <ac:spMk id="5" creationId="{00000000-0000-0000-0000-000000000000}"/>
          </ac:spMkLst>
        </pc:spChg>
      </pc:sldChg>
      <pc:sldChg chg="addSp delSp modSp add del mod">
        <pc:chgData name="janghoon jun" userId="056a5883350c2f5e" providerId="LiveId" clId="{6DA654A6-03B0-40F7-A259-B276216985A6}" dt="2026-07-08T05:44:53.427" v="4108" actId="47"/>
        <pc:sldMkLst>
          <pc:docMk/>
          <pc:sldMk cId="3040168571" sldId="315"/>
        </pc:sldMkLst>
        <pc:spChg chg="mod">
          <ac:chgData name="janghoon jun" userId="056a5883350c2f5e" providerId="LiveId" clId="{6DA654A6-03B0-40F7-A259-B276216985A6}" dt="2026-07-08T05:44:36.150" v="4104" actId="20577"/>
          <ac:spMkLst>
            <pc:docMk/>
            <pc:sldMk cId="3040168571" sldId="315"/>
            <ac:spMk id="4" creationId="{5C1159C3-0DBA-3776-19CD-A028CCA8A5B5}"/>
          </ac:spMkLst>
        </pc:spChg>
        <pc:spChg chg="mod">
          <ac:chgData name="janghoon jun" userId="056a5883350c2f5e" providerId="LiveId" clId="{6DA654A6-03B0-40F7-A259-B276216985A6}" dt="2026-07-08T05:44:37.631" v="4106" actId="20577"/>
          <ac:spMkLst>
            <pc:docMk/>
            <pc:sldMk cId="3040168571" sldId="315"/>
            <ac:spMk id="5" creationId="{ED61727B-1D68-D0AE-A162-78CFCF7DCEAD}"/>
          </ac:spMkLst>
        </pc:spChg>
        <pc:spChg chg="mod">
          <ac:chgData name="janghoon jun" userId="056a5883350c2f5e" providerId="LiveId" clId="{6DA654A6-03B0-40F7-A259-B276216985A6}" dt="2026-07-08T05:44:25.185" v="4101" actId="164"/>
          <ac:spMkLst>
            <pc:docMk/>
            <pc:sldMk cId="3040168571" sldId="315"/>
            <ac:spMk id="6" creationId="{197E1DD0-7F36-5BE9-1551-B6C6D0980C6C}"/>
          </ac:spMkLst>
        </pc:spChg>
        <pc:spChg chg="del">
          <ac:chgData name="janghoon jun" userId="056a5883350c2f5e" providerId="LiveId" clId="{6DA654A6-03B0-40F7-A259-B276216985A6}" dt="2026-07-08T05:44:06.128" v="4098" actId="478"/>
          <ac:spMkLst>
            <pc:docMk/>
            <pc:sldMk cId="3040168571" sldId="315"/>
            <ac:spMk id="7" creationId="{5737FCF3-0772-0AB4-9091-4164478F3A0F}"/>
          </ac:spMkLst>
        </pc:spChg>
        <pc:grpChg chg="add mod">
          <ac:chgData name="janghoon jun" userId="056a5883350c2f5e" providerId="LiveId" clId="{6DA654A6-03B0-40F7-A259-B276216985A6}" dt="2026-07-08T05:44:42.768" v="4107" actId="1076"/>
          <ac:grpSpMkLst>
            <pc:docMk/>
            <pc:sldMk cId="3040168571" sldId="315"/>
            <ac:grpSpMk id="8" creationId="{4D48FF70-B7C3-7DD0-7C99-EBB6B4EF433D}"/>
          </ac:grpSpMkLst>
        </pc:grpChg>
      </pc:sldChg>
      <pc:sldChg chg="modSp mod modNotesTx">
        <pc:chgData name="janghoon jun" userId="056a5883350c2f5e" providerId="LiveId" clId="{6DA654A6-03B0-40F7-A259-B276216985A6}" dt="2026-07-07T05:53:07.441" v="2954" actId="27636"/>
        <pc:sldMkLst>
          <pc:docMk/>
          <pc:sldMk cId="4271007981" sldId="524"/>
        </pc:sldMkLst>
        <pc:spChg chg="mod">
          <ac:chgData name="janghoon jun" userId="056a5883350c2f5e" providerId="LiveId" clId="{6DA654A6-03B0-40F7-A259-B276216985A6}" dt="2026-07-07T05:53:07.441" v="2954" actId="27636"/>
          <ac:spMkLst>
            <pc:docMk/>
            <pc:sldMk cId="4271007981" sldId="524"/>
            <ac:spMk id="3" creationId="{B2A4B13E-D4FF-F6EF-0421-904F6E47B818}"/>
          </ac:spMkLst>
        </pc:spChg>
      </pc:sldChg>
      <pc:sldChg chg="modSp mod modNotesTx">
        <pc:chgData name="janghoon jun" userId="056a5883350c2f5e" providerId="LiveId" clId="{6DA654A6-03B0-40F7-A259-B276216985A6}" dt="2026-07-07T06:20:30.284" v="3349" actId="20577"/>
        <pc:sldMkLst>
          <pc:docMk/>
          <pc:sldMk cId="217966962" sldId="551"/>
        </pc:sldMkLst>
        <pc:spChg chg="mod">
          <ac:chgData name="janghoon jun" userId="056a5883350c2f5e" providerId="LiveId" clId="{6DA654A6-03B0-40F7-A259-B276216985A6}" dt="2026-07-07T06:20:30.284" v="3349" actId="20577"/>
          <ac:spMkLst>
            <pc:docMk/>
            <pc:sldMk cId="217966962" sldId="551"/>
            <ac:spMk id="7" creationId="{1085DB8A-F2FD-AB70-F0B6-F5E8612C16E3}"/>
          </ac:spMkLst>
        </pc:spChg>
      </pc:sldChg>
      <pc:sldChg chg="addSp delSp modSp mod modNotesTx">
        <pc:chgData name="janghoon jun" userId="056a5883350c2f5e" providerId="LiveId" clId="{6DA654A6-03B0-40F7-A259-B276216985A6}" dt="2026-07-07T06:27:42.391" v="3726" actId="20577"/>
        <pc:sldMkLst>
          <pc:docMk/>
          <pc:sldMk cId="862864859" sldId="584"/>
        </pc:sldMkLst>
        <pc:spChg chg="add del mod">
          <ac:chgData name="janghoon jun" userId="056a5883350c2f5e" providerId="LiveId" clId="{6DA654A6-03B0-40F7-A259-B276216985A6}" dt="2026-07-07T06:02:23.247" v="3232" actId="478"/>
          <ac:spMkLst>
            <pc:docMk/>
            <pc:sldMk cId="862864859" sldId="584"/>
            <ac:spMk id="5" creationId="{28370CC8-5180-4116-2C69-517CC8C77A8D}"/>
          </ac:spMkLst>
        </pc:spChg>
        <pc:spChg chg="add mod">
          <ac:chgData name="janghoon jun" userId="056a5883350c2f5e" providerId="LiveId" clId="{6DA654A6-03B0-40F7-A259-B276216985A6}" dt="2026-07-07T06:21:01.467" v="3352" actId="20577"/>
          <ac:spMkLst>
            <pc:docMk/>
            <pc:sldMk cId="862864859" sldId="584"/>
            <ac:spMk id="6" creationId="{D62C2986-0880-73A6-0030-011944A6C073}"/>
          </ac:spMkLst>
        </pc:spChg>
        <pc:spChg chg="add mod">
          <ac:chgData name="janghoon jun" userId="056a5883350c2f5e" providerId="LiveId" clId="{6DA654A6-03B0-40F7-A259-B276216985A6}" dt="2026-07-07T06:21:59.539" v="3433" actId="20577"/>
          <ac:spMkLst>
            <pc:docMk/>
            <pc:sldMk cId="862864859" sldId="584"/>
            <ac:spMk id="7" creationId="{1BB855DF-B6D6-F963-7960-07D55D35BC6B}"/>
          </ac:spMkLst>
        </pc:spChg>
        <pc:spChg chg="add mod">
          <ac:chgData name="janghoon jun" userId="056a5883350c2f5e" providerId="LiveId" clId="{6DA654A6-03B0-40F7-A259-B276216985A6}" dt="2026-07-07T06:27:13.315" v="3577" actId="1076"/>
          <ac:spMkLst>
            <pc:docMk/>
            <pc:sldMk cId="862864859" sldId="584"/>
            <ac:spMk id="8" creationId="{40F74CA7-2F41-1E0A-0766-642D831862A7}"/>
          </ac:spMkLst>
        </pc:spChg>
        <pc:spChg chg="add mod">
          <ac:chgData name="janghoon jun" userId="056a5883350c2f5e" providerId="LiveId" clId="{6DA654A6-03B0-40F7-A259-B276216985A6}" dt="2026-07-07T06:27:42.391" v="3726" actId="20577"/>
          <ac:spMkLst>
            <pc:docMk/>
            <pc:sldMk cId="862864859" sldId="584"/>
            <ac:spMk id="9" creationId="{E233841F-ECA5-7C95-3F36-3EC2D4BA9590}"/>
          </ac:spMkLst>
        </pc:spChg>
      </pc:sldChg>
      <pc:sldChg chg="addSp delSp modSp add del mod modNotesTx">
        <pc:chgData name="janghoon jun" userId="056a5883350c2f5e" providerId="LiveId" clId="{6DA654A6-03B0-40F7-A259-B276216985A6}" dt="2026-07-07T06:02:24.296" v="3233" actId="47"/>
        <pc:sldMkLst>
          <pc:docMk/>
          <pc:sldMk cId="789029597" sldId="585"/>
        </pc:sldMkLst>
      </pc:sldChg>
      <pc:sldChg chg="addSp delSp modSp add del mod modNotesTx">
        <pc:chgData name="janghoon jun" userId="056a5883350c2f5e" providerId="LiveId" clId="{6DA654A6-03B0-40F7-A259-B276216985A6}" dt="2026-07-07T06:02:26.061" v="3235" actId="47"/>
        <pc:sldMkLst>
          <pc:docMk/>
          <pc:sldMk cId="2035868554" sldId="586"/>
        </pc:sldMkLst>
      </pc:sldChg>
      <pc:sldChg chg="addSp delSp modSp add del mod modNotesTx">
        <pc:chgData name="janghoon jun" userId="056a5883350c2f5e" providerId="LiveId" clId="{6DA654A6-03B0-40F7-A259-B276216985A6}" dt="2026-07-07T06:02:26.715" v="3236" actId="47"/>
        <pc:sldMkLst>
          <pc:docMk/>
          <pc:sldMk cId="3194503239" sldId="587"/>
        </pc:sldMkLst>
      </pc:sldChg>
      <pc:sldChg chg="addSp delSp modSp add del mod modNotesTx">
        <pc:chgData name="janghoon jun" userId="056a5883350c2f5e" providerId="LiveId" clId="{6DA654A6-03B0-40F7-A259-B276216985A6}" dt="2026-07-07T06:02:27.390" v="3237" actId="47"/>
        <pc:sldMkLst>
          <pc:docMk/>
          <pc:sldMk cId="1704474408" sldId="588"/>
        </pc:sldMkLst>
      </pc:sldChg>
      <pc:sldChg chg="addSp modSp add del mod modNotesTx">
        <pc:chgData name="janghoon jun" userId="056a5883350c2f5e" providerId="LiveId" clId="{6DA654A6-03B0-40F7-A259-B276216985A6}" dt="2026-07-07T06:02:28.071" v="3238" actId="47"/>
        <pc:sldMkLst>
          <pc:docMk/>
          <pc:sldMk cId="2813930619" sldId="589"/>
        </pc:sldMkLst>
      </pc:sldChg>
      <pc:sldChg chg="modSp add del mod modNotesTx">
        <pc:chgData name="janghoon jun" userId="056a5883350c2f5e" providerId="LiveId" clId="{6DA654A6-03B0-40F7-A259-B276216985A6}" dt="2026-07-07T06:02:28.703" v="3239" actId="47"/>
        <pc:sldMkLst>
          <pc:docMk/>
          <pc:sldMk cId="397103809" sldId="590"/>
        </pc:sldMkLst>
      </pc:sldChg>
      <pc:sldChg chg="addSp modSp add del mod modNotesTx">
        <pc:chgData name="janghoon jun" userId="056a5883350c2f5e" providerId="LiveId" clId="{6DA654A6-03B0-40F7-A259-B276216985A6}" dt="2026-07-07T06:02:29.327" v="3240" actId="47"/>
        <pc:sldMkLst>
          <pc:docMk/>
          <pc:sldMk cId="1793991331" sldId="591"/>
        </pc:sldMkLst>
      </pc:sldChg>
      <pc:sldChg chg="addSp delSp modSp add del mod modNotesTx">
        <pc:chgData name="janghoon jun" userId="056a5883350c2f5e" providerId="LiveId" clId="{6DA654A6-03B0-40F7-A259-B276216985A6}" dt="2026-07-07T06:02:29.958" v="3241" actId="47"/>
        <pc:sldMkLst>
          <pc:docMk/>
          <pc:sldMk cId="2857516297" sldId="592"/>
        </pc:sldMkLst>
      </pc:sldChg>
      <pc:sldChg chg="addSp delSp modSp add del mod modNotesTx">
        <pc:chgData name="janghoon jun" userId="056a5883350c2f5e" providerId="LiveId" clId="{6DA654A6-03B0-40F7-A259-B276216985A6}" dt="2026-07-07T06:02:30.666" v="3242" actId="47"/>
        <pc:sldMkLst>
          <pc:docMk/>
          <pc:sldMk cId="264417426" sldId="593"/>
        </pc:sldMkLst>
      </pc:sldChg>
      <pc:sldChg chg="addSp modSp add del mod modNotesTx">
        <pc:chgData name="janghoon jun" userId="056a5883350c2f5e" providerId="LiveId" clId="{6DA654A6-03B0-40F7-A259-B276216985A6}" dt="2026-07-07T06:02:31.412" v="3243" actId="47"/>
        <pc:sldMkLst>
          <pc:docMk/>
          <pc:sldMk cId="1066384288" sldId="594"/>
        </pc:sldMkLst>
      </pc:sldChg>
      <pc:sldChg chg="addSp modSp add del mod modNotesTx">
        <pc:chgData name="janghoon jun" userId="056a5883350c2f5e" providerId="LiveId" clId="{6DA654A6-03B0-40F7-A259-B276216985A6}" dt="2026-07-07T06:02:32.098" v="3244" actId="47"/>
        <pc:sldMkLst>
          <pc:docMk/>
          <pc:sldMk cId="3674311941" sldId="595"/>
        </pc:sldMkLst>
      </pc:sldChg>
      <pc:sldChg chg="modSp add del mod modNotesTx">
        <pc:chgData name="janghoon jun" userId="056a5883350c2f5e" providerId="LiveId" clId="{6DA654A6-03B0-40F7-A259-B276216985A6}" dt="2026-07-07T06:02:32.801" v="3245" actId="47"/>
        <pc:sldMkLst>
          <pc:docMk/>
          <pc:sldMk cId="1262180545" sldId="596"/>
        </pc:sldMkLst>
      </pc:sldChg>
      <pc:sldChg chg="addSp delSp modSp add mod modNotesTx">
        <pc:chgData name="janghoon jun" userId="056a5883350c2f5e" providerId="LiveId" clId="{6DA654A6-03B0-40F7-A259-B276216985A6}" dt="2026-07-07T06:02:36.272" v="3246" actId="478"/>
        <pc:sldMkLst>
          <pc:docMk/>
          <pc:sldMk cId="2313877190" sldId="597"/>
        </pc:sldMkLst>
        <pc:spChg chg="del mod">
          <ac:chgData name="janghoon jun" userId="056a5883350c2f5e" providerId="LiveId" clId="{6DA654A6-03B0-40F7-A259-B276216985A6}" dt="2026-07-07T06:02:36.272" v="3246" actId="478"/>
          <ac:spMkLst>
            <pc:docMk/>
            <pc:sldMk cId="2313877190" sldId="597"/>
            <ac:spMk id="5" creationId="{47F256C7-7695-EA58-29A7-614CC7465766}"/>
          </ac:spMkLst>
        </pc:spChg>
        <pc:spChg chg="add mod">
          <ac:chgData name="janghoon jun" userId="056a5883350c2f5e" providerId="LiveId" clId="{6DA654A6-03B0-40F7-A259-B276216985A6}" dt="2026-07-07T06:02:36.272" v="3246" actId="478"/>
          <ac:spMkLst>
            <pc:docMk/>
            <pc:sldMk cId="2313877190" sldId="597"/>
            <ac:spMk id="6" creationId="{2277A352-DBDD-00CE-BE2E-4167D2776516}"/>
          </ac:spMkLst>
        </pc:spChg>
      </pc:sldChg>
      <pc:sldChg chg="modSp add del mod modNotesTx">
        <pc:chgData name="janghoon jun" userId="056a5883350c2f5e" providerId="LiveId" clId="{6DA654A6-03B0-40F7-A259-B276216985A6}" dt="2026-07-07T05:52:26.398" v="2919" actId="47"/>
        <pc:sldMkLst>
          <pc:docMk/>
          <pc:sldMk cId="1376043223" sldId="598"/>
        </pc:sldMkLst>
      </pc:sldChg>
      <pc:sldChg chg="addSp modSp add del mod modNotesTx">
        <pc:chgData name="janghoon jun" userId="056a5883350c2f5e" providerId="LiveId" clId="{6DA654A6-03B0-40F7-A259-B276216985A6}" dt="2026-07-07T06:02:25.336" v="3234" actId="47"/>
        <pc:sldMkLst>
          <pc:docMk/>
          <pc:sldMk cId="1647113666" sldId="5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KoPub돋움체 Medium" panose="00000600000000000000" pitchFamily="2" charset="-127"/>
                <a:ea typeface="KoPub돋움체 Medium" panose="00000600000000000000" pitchFamily="2" charset="-127"/>
              </a:defRPr>
            </a:lvl1pPr>
          </a:lstStyle>
          <a:p>
            <a:fld id="{33074436-1BEA-4F09-AD5C-9DF87C96BF5A}" type="datetimeFigureOut">
              <a:rPr lang="ko-KR" altLang="en-US" smtClean="0"/>
              <a:pPr/>
              <a:t>2026-07-21</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KoPub돋움체 Medium" panose="00000600000000000000" pitchFamily="2" charset="-127"/>
                <a:ea typeface="KoPub돋움체 Medium" panose="00000600000000000000" pitchFamily="2" charset="-127"/>
              </a:defRPr>
            </a:lvl1pPr>
          </a:lstStyle>
          <a:p>
            <a:fld id="{433C9518-700F-4811-95BB-24DAF3FA92F2}" type="slidenum">
              <a:rPr lang="ko-KR" altLang="en-US" smtClean="0"/>
              <a:pPr/>
              <a:t>‹#›</a:t>
            </a:fld>
            <a:endParaRPr lang="ko-KR" altLang="en-US" dirty="0"/>
          </a:p>
        </p:txBody>
      </p:sp>
    </p:spTree>
    <p:extLst>
      <p:ext uri="{BB962C8B-B14F-4D97-AF65-F5344CB8AC3E}">
        <p14:creationId xmlns:p14="http://schemas.microsoft.com/office/powerpoint/2010/main" val="25776494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KoPub돋움체 Medium" panose="00000600000000000000" pitchFamily="2" charset="-127"/>
        <a:ea typeface="KoPub돋움체 Medium" panose="00000600000000000000" pitchFamily="2" charset="-127"/>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안녕하십니까, 오늘은 제 연구와 관련된 논문 두 편을 리뷰하겠습니다. 첫 번째 논문은 "Chest X-ray-based opportunistic screening of sarcopenia using deep learning"으로, Journal of Cachexia, Sarcopenia and Muscle 2023년 게재, 임팩트팩터 약 9.89입니다. 세브란스병원 연구팀이 흉부 X-ray 한 장으로 근감소증을 스크리닝하는 딥러닝 모델 SARC-CXR을 개발한 연구로, 영상 하나로 임상 지표를 추정한다는 점에서 제 연구와 맞닿아 선정했습니다.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A7B00-C19C-1A56-AF7A-E8869B32D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79331-97EA-FDF1-E9E5-DB5E9D160CF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45F5061-6E3C-0C06-EEB2-15062D6E409A}"/>
              </a:ext>
            </a:extLst>
          </p:cNvPr>
          <p:cNvSpPr>
            <a:spLocks noGrp="1"/>
          </p:cNvSpPr>
          <p:nvPr>
            <p:ph type="body" sz="quarter" idx="3"/>
          </p:nvPr>
        </p:nvSpPr>
        <p:spPr/>
        <p:txBody>
          <a:bodyPr/>
          <a:lstStyle/>
          <a:p>
            <a:r>
              <a:t>근감소증은 근육량과 근력이 함께 줄어드는 진행성 질환으로, 지역사회 노인 유병률 10~40%, 사망위험은 2배에 이르고 낙상·골절과도 밀접합니다. 기존 SARC-F 설문은 민감도가 낮아 놓치는 환자가 많은 반면, 흉부 X-ray는 이미 흔하게 촬영됩니다. 저자들은 '이미 찍은 영상에서 근감소증을 잡아낼 수 없을까'라는 질문에서 출발해, 흉부 X-ray만으로 근감소증을 예측하고 근거까지 설명 가능한 SARC-CXR을 개발·외부검증했습니다.</a:t>
            </a:r>
          </a:p>
        </p:txBody>
      </p:sp>
      <p:sp>
        <p:nvSpPr>
          <p:cNvPr id="4" name="Slide Number Placeholder 3">
            <a:extLst>
              <a:ext uri="{FF2B5EF4-FFF2-40B4-BE49-F238E27FC236}">
                <a16:creationId xmlns:a16="http://schemas.microsoft.com/office/drawing/2014/main" id="{F7D16D69-81B9-83BB-0516-85DDC38C71BD}"/>
              </a:ext>
            </a:extLst>
          </p:cNvPr>
          <p:cNvSpPr>
            <a:spLocks noGrp="1"/>
          </p:cNvSpPr>
          <p:nvPr>
            <p:ph type="sldNum" sz="quarter" idx="5"/>
          </p:nvPr>
        </p:nvSpPr>
        <p:spPr/>
      </p:sp>
    </p:spTree>
    <p:extLst>
      <p:ext uri="{BB962C8B-B14F-4D97-AF65-F5344CB8AC3E}">
        <p14:creationId xmlns:p14="http://schemas.microsoft.com/office/powerpoint/2010/main" val="3956359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8D699-EAA2-4175-E8AD-1D443EB8A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025D9-388D-D75F-7B4D-EB72A368EF0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E5B4638-3F97-845F-3697-D3F031B3B983}"/>
              </a:ext>
            </a:extLst>
          </p:cNvPr>
          <p:cNvSpPr>
            <a:spLocks noGrp="1"/>
          </p:cNvSpPr>
          <p:nvPr>
            <p:ph type="body" sz="quarter" idx="3"/>
          </p:nvPr>
        </p:nvSpPr>
        <p:spPr/>
        <p:txBody>
          <a:bodyPr/>
          <a:lstStyle/>
          <a:p>
            <a:r>
              <a:t>Datasets입니다. Derivation set은 흉부 X-ray와 체성분·악력·신체기능 검사를 함께 받은 세브란스병원 환자 926명(train 65%·validation 15%·internal test 20%)이고, 외부 검증은 지역사회 노인 코호트 KURE 149명입니다. 병원 환자로 학습한 모델이 지역사회 노인에게도 통하는지를 함께 본 것이 특징입니다.</a:t>
            </a:r>
          </a:p>
        </p:txBody>
      </p:sp>
      <p:sp>
        <p:nvSpPr>
          <p:cNvPr id="4" name="Slide Number Placeholder 3">
            <a:extLst>
              <a:ext uri="{FF2B5EF4-FFF2-40B4-BE49-F238E27FC236}">
                <a16:creationId xmlns:a16="http://schemas.microsoft.com/office/drawing/2014/main" id="{D0CB5E4E-5F40-0CEB-73B2-5284055FC8BB}"/>
              </a:ext>
            </a:extLst>
          </p:cNvPr>
          <p:cNvSpPr>
            <a:spLocks noGrp="1"/>
          </p:cNvSpPr>
          <p:nvPr>
            <p:ph type="sldNum" sz="quarter" idx="5"/>
          </p:nvPr>
        </p:nvSpPr>
        <p:spPr/>
      </p:sp>
    </p:spTree>
    <p:extLst>
      <p:ext uri="{BB962C8B-B14F-4D97-AF65-F5344CB8AC3E}">
        <p14:creationId xmlns:p14="http://schemas.microsoft.com/office/powerpoint/2010/main" val="1492234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B9881-693D-520D-027C-FFA7774F5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34B3D-2635-2568-F2F1-803F46B232D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5C5662A-B1BC-C2F4-65B9-F5F58DE59BED}"/>
              </a:ext>
            </a:extLst>
          </p:cNvPr>
          <p:cNvSpPr>
            <a:spLocks noGrp="1"/>
          </p:cNvSpPr>
          <p:nvPr>
            <p:ph type="body" sz="quarter" idx="3"/>
          </p:nvPr>
        </p:nvSpPr>
        <p:spPr/>
        <p:txBody>
          <a:bodyPr/>
          <a:lstStyle/>
          <a:p>
            <a:r>
              <a:rPr dirty="0" err="1"/>
              <a:t>모델</a:t>
            </a:r>
            <a:r>
              <a:rPr dirty="0"/>
              <a:t> </a:t>
            </a:r>
            <a:r>
              <a:rPr dirty="0" err="1"/>
              <a:t>구조를</a:t>
            </a:r>
            <a:r>
              <a:rPr dirty="0"/>
              <a:t> </a:t>
            </a:r>
            <a:r>
              <a:rPr dirty="0" err="1"/>
              <a:t>자세히</a:t>
            </a:r>
            <a:r>
              <a:rPr dirty="0"/>
              <a:t> </a:t>
            </a:r>
            <a:r>
              <a:rPr dirty="0" err="1"/>
              <a:t>보겠습니다</a:t>
            </a:r>
            <a:r>
              <a:rPr dirty="0"/>
              <a:t>. </a:t>
            </a:r>
            <a:r>
              <a:rPr dirty="0" err="1"/>
              <a:t>먼저</a:t>
            </a:r>
            <a:r>
              <a:rPr dirty="0"/>
              <a:t> </a:t>
            </a:r>
            <a:r>
              <a:rPr dirty="0" err="1"/>
              <a:t>CLAHE로</a:t>
            </a:r>
            <a:r>
              <a:rPr dirty="0"/>
              <a:t> </a:t>
            </a:r>
            <a:r>
              <a:rPr dirty="0" err="1"/>
              <a:t>명암</a:t>
            </a:r>
            <a:r>
              <a:rPr dirty="0"/>
              <a:t> </a:t>
            </a:r>
            <a:r>
              <a:rPr dirty="0" err="1"/>
              <a:t>대비를</a:t>
            </a:r>
            <a:r>
              <a:rPr dirty="0"/>
              <a:t> </a:t>
            </a:r>
            <a:r>
              <a:rPr dirty="0" err="1"/>
              <a:t>보정해</a:t>
            </a:r>
            <a:r>
              <a:rPr dirty="0"/>
              <a:t> </a:t>
            </a:r>
            <a:r>
              <a:rPr dirty="0" err="1"/>
              <a:t>흉부</a:t>
            </a:r>
            <a:r>
              <a:rPr dirty="0"/>
              <a:t> X-</a:t>
            </a:r>
            <a:r>
              <a:rPr dirty="0" err="1"/>
              <a:t>ray의</a:t>
            </a:r>
            <a:r>
              <a:rPr dirty="0"/>
              <a:t> </a:t>
            </a:r>
            <a:r>
              <a:rPr dirty="0" err="1"/>
              <a:t>세부</a:t>
            </a:r>
            <a:r>
              <a:rPr dirty="0"/>
              <a:t> </a:t>
            </a:r>
            <a:r>
              <a:rPr dirty="0" err="1"/>
              <a:t>구조가</a:t>
            </a:r>
            <a:r>
              <a:rPr dirty="0"/>
              <a:t> 더 잘 </a:t>
            </a:r>
            <a:r>
              <a:rPr dirty="0" err="1"/>
              <a:t>드러나도록</a:t>
            </a:r>
            <a:r>
              <a:rPr dirty="0"/>
              <a:t> </a:t>
            </a:r>
            <a:r>
              <a:rPr dirty="0" err="1"/>
              <a:t>전처리한</a:t>
            </a:r>
            <a:r>
              <a:rPr dirty="0"/>
              <a:t> 뒤, </a:t>
            </a:r>
            <a:r>
              <a:rPr dirty="0" err="1"/>
              <a:t>이를</a:t>
            </a:r>
            <a:r>
              <a:rPr dirty="0"/>
              <a:t> Step1의 VGG16 </a:t>
            </a:r>
            <a:r>
              <a:rPr dirty="0" err="1"/>
              <a:t>기반</a:t>
            </a:r>
            <a:r>
              <a:rPr dirty="0"/>
              <a:t> Deep </a:t>
            </a:r>
            <a:r>
              <a:rPr dirty="0" err="1"/>
              <a:t>ensemble에</a:t>
            </a:r>
            <a:r>
              <a:rPr dirty="0"/>
              <a:t> </a:t>
            </a:r>
            <a:r>
              <a:rPr dirty="0" err="1"/>
              <a:t>입력합니다</a:t>
            </a:r>
            <a:r>
              <a:rPr dirty="0"/>
              <a:t>. Deep </a:t>
            </a:r>
            <a:r>
              <a:rPr dirty="0" err="1"/>
              <a:t>ensemble은</a:t>
            </a:r>
            <a:r>
              <a:rPr dirty="0"/>
              <a:t> </a:t>
            </a:r>
            <a:r>
              <a:rPr dirty="0" err="1"/>
              <a:t>여러</a:t>
            </a:r>
            <a:r>
              <a:rPr dirty="0"/>
              <a:t> </a:t>
            </a:r>
            <a:r>
              <a:rPr dirty="0" err="1"/>
              <a:t>개의</a:t>
            </a:r>
            <a:r>
              <a:rPr dirty="0"/>
              <a:t> VGG16 </a:t>
            </a:r>
            <a:r>
              <a:rPr dirty="0" err="1"/>
              <a:t>네트워크를</a:t>
            </a:r>
            <a:r>
              <a:rPr dirty="0"/>
              <a:t> </a:t>
            </a:r>
            <a:r>
              <a:rPr dirty="0" err="1"/>
              <a:t>학습시켜</a:t>
            </a:r>
            <a:r>
              <a:rPr dirty="0"/>
              <a:t> </a:t>
            </a:r>
            <a:r>
              <a:rPr dirty="0" err="1"/>
              <a:t>예측을</a:t>
            </a:r>
            <a:r>
              <a:rPr dirty="0"/>
              <a:t> </a:t>
            </a:r>
            <a:r>
              <a:rPr dirty="0" err="1"/>
              <a:t>평균</a:t>
            </a:r>
            <a:r>
              <a:rPr dirty="0"/>
              <a:t> 내 </a:t>
            </a:r>
            <a:r>
              <a:rPr dirty="0" err="1"/>
              <a:t>점추정치</a:t>
            </a:r>
            <a:r>
              <a:rPr dirty="0"/>
              <a:t>(μ)를 </a:t>
            </a:r>
            <a:r>
              <a:rPr dirty="0" err="1"/>
              <a:t>얻고</a:t>
            </a:r>
            <a:r>
              <a:rPr dirty="0"/>
              <a:t>, </a:t>
            </a:r>
            <a:r>
              <a:rPr dirty="0" err="1"/>
              <a:t>예측값들의</a:t>
            </a:r>
            <a:r>
              <a:rPr dirty="0"/>
              <a:t> </a:t>
            </a:r>
            <a:r>
              <a:rPr dirty="0" err="1"/>
              <a:t>분산으로</a:t>
            </a:r>
            <a:r>
              <a:rPr dirty="0"/>
              <a:t> </a:t>
            </a:r>
            <a:r>
              <a:rPr dirty="0" err="1"/>
              <a:t>불확실성</a:t>
            </a:r>
            <a:r>
              <a:rPr dirty="0"/>
              <a:t>(σ)을 </a:t>
            </a:r>
            <a:r>
              <a:rPr dirty="0" err="1"/>
              <a:t>함께</a:t>
            </a:r>
            <a:r>
              <a:rPr dirty="0"/>
              <a:t> </a:t>
            </a:r>
            <a:r>
              <a:rPr dirty="0" err="1"/>
              <a:t>산출하는</a:t>
            </a:r>
            <a:r>
              <a:rPr dirty="0"/>
              <a:t> </a:t>
            </a:r>
            <a:r>
              <a:rPr dirty="0" err="1"/>
              <a:t>방식입니다</a:t>
            </a:r>
            <a:r>
              <a:rPr dirty="0"/>
              <a:t>. 이 </a:t>
            </a:r>
            <a:r>
              <a:rPr dirty="0" err="1"/>
              <a:t>과정에서</a:t>
            </a:r>
            <a:r>
              <a:rPr dirty="0"/>
              <a:t> ALM·HGS·CRT 세 </a:t>
            </a:r>
            <a:r>
              <a:rPr dirty="0" err="1"/>
              <a:t>지표를</a:t>
            </a:r>
            <a:r>
              <a:rPr dirty="0"/>
              <a:t> </a:t>
            </a:r>
            <a:r>
              <a:rPr dirty="0" err="1"/>
              <a:t>동시에</a:t>
            </a:r>
            <a:r>
              <a:rPr dirty="0"/>
              <a:t> </a:t>
            </a:r>
            <a:r>
              <a:rPr dirty="0" err="1"/>
              <a:t>예측하면서</a:t>
            </a:r>
            <a:r>
              <a:rPr dirty="0"/>
              <a:t> '</a:t>
            </a:r>
            <a:r>
              <a:rPr dirty="0" err="1"/>
              <a:t>얼마나</a:t>
            </a:r>
            <a:r>
              <a:rPr dirty="0"/>
              <a:t> </a:t>
            </a:r>
            <a:r>
              <a:rPr dirty="0" err="1"/>
              <a:t>신뢰할</a:t>
            </a:r>
            <a:r>
              <a:rPr dirty="0"/>
              <a:t> 수 </a:t>
            </a:r>
            <a:r>
              <a:rPr dirty="0" err="1"/>
              <a:t>있는</a:t>
            </a:r>
            <a:r>
              <a:rPr dirty="0"/>
              <a:t> </a:t>
            </a:r>
            <a:r>
              <a:rPr dirty="0" err="1"/>
              <a:t>예측인지'까지</a:t>
            </a:r>
            <a:r>
              <a:rPr dirty="0"/>
              <a:t> </a:t>
            </a:r>
            <a:r>
              <a:rPr dirty="0" err="1"/>
              <a:t>정량화한다는</a:t>
            </a:r>
            <a:r>
              <a:rPr dirty="0"/>
              <a:t> </a:t>
            </a:r>
            <a:r>
              <a:rPr dirty="0" err="1"/>
              <a:t>점이</a:t>
            </a:r>
            <a:r>
              <a:rPr dirty="0"/>
              <a:t> </a:t>
            </a:r>
            <a:r>
              <a:rPr dirty="0" err="1"/>
              <a:t>특징입니다</a:t>
            </a:r>
            <a:r>
              <a:rPr dirty="0"/>
              <a:t>. Step2에서는 </a:t>
            </a:r>
            <a:r>
              <a:rPr dirty="0" err="1"/>
              <a:t>이렇게</a:t>
            </a:r>
            <a:r>
              <a:rPr dirty="0"/>
              <a:t> </a:t>
            </a:r>
            <a:r>
              <a:rPr dirty="0" err="1"/>
              <a:t>얻은</a:t>
            </a:r>
            <a:r>
              <a:rPr dirty="0"/>
              <a:t> 6개 값(3개 </a:t>
            </a:r>
            <a:r>
              <a:rPr dirty="0" err="1"/>
              <a:t>지표의</a:t>
            </a:r>
            <a:r>
              <a:rPr dirty="0"/>
              <a:t> </a:t>
            </a:r>
            <a:r>
              <a:rPr dirty="0" err="1"/>
              <a:t>평균과</a:t>
            </a:r>
            <a:r>
              <a:rPr dirty="0"/>
              <a:t> </a:t>
            </a:r>
            <a:r>
              <a:rPr dirty="0" err="1"/>
              <a:t>불확실성</a:t>
            </a:r>
            <a:r>
              <a:rPr dirty="0"/>
              <a:t>)에 </a:t>
            </a:r>
            <a:r>
              <a:rPr dirty="0" err="1"/>
              <a:t>나이·성별·BMI를</a:t>
            </a:r>
            <a:r>
              <a:rPr dirty="0"/>
              <a:t> </a:t>
            </a:r>
            <a:r>
              <a:rPr dirty="0" err="1"/>
              <a:t>더한</a:t>
            </a:r>
            <a:r>
              <a:rPr dirty="0"/>
              <a:t> 총 9개 </a:t>
            </a:r>
            <a:r>
              <a:rPr dirty="0" err="1"/>
              <a:t>피처로</a:t>
            </a:r>
            <a:r>
              <a:rPr dirty="0"/>
              <a:t> </a:t>
            </a:r>
            <a:r>
              <a:rPr dirty="0" err="1"/>
              <a:t>로지스틱회귀·SVM·XGBoost·랜덤포레스트</a:t>
            </a:r>
            <a:r>
              <a:rPr dirty="0"/>
              <a:t> 네 </a:t>
            </a:r>
            <a:r>
              <a:rPr dirty="0" err="1"/>
              <a:t>가지</a:t>
            </a:r>
            <a:r>
              <a:rPr dirty="0"/>
              <a:t> </a:t>
            </a:r>
            <a:r>
              <a:rPr dirty="0" err="1"/>
              <a:t>모델을</a:t>
            </a:r>
            <a:r>
              <a:rPr dirty="0"/>
              <a:t> </a:t>
            </a:r>
            <a:r>
              <a:rPr dirty="0" err="1"/>
              <a:t>비교했고</a:t>
            </a:r>
            <a:r>
              <a:rPr dirty="0"/>
              <a:t>, 그 중 </a:t>
            </a:r>
            <a:r>
              <a:rPr dirty="0" err="1"/>
              <a:t>성능이</a:t>
            </a:r>
            <a:r>
              <a:rPr dirty="0"/>
              <a:t> </a:t>
            </a:r>
            <a:r>
              <a:rPr dirty="0" err="1"/>
              <a:t>가장</a:t>
            </a:r>
            <a:r>
              <a:rPr dirty="0"/>
              <a:t> </a:t>
            </a:r>
            <a:r>
              <a:rPr dirty="0" err="1"/>
              <a:t>좋았던</a:t>
            </a:r>
            <a:r>
              <a:rPr dirty="0"/>
              <a:t> </a:t>
            </a:r>
            <a:r>
              <a:rPr dirty="0" err="1"/>
              <a:t>랜덤포레스트</a:t>
            </a:r>
            <a:r>
              <a:rPr dirty="0"/>
              <a:t> </a:t>
            </a:r>
            <a:r>
              <a:rPr dirty="0" err="1"/>
              <a:t>기반</a:t>
            </a:r>
            <a:r>
              <a:rPr dirty="0"/>
              <a:t> </a:t>
            </a:r>
            <a:r>
              <a:rPr dirty="0" err="1"/>
              <a:t>모델을</a:t>
            </a:r>
            <a:r>
              <a:rPr dirty="0"/>
              <a:t> </a:t>
            </a:r>
            <a:r>
              <a:rPr dirty="0" err="1"/>
              <a:t>최종</a:t>
            </a:r>
            <a:r>
              <a:rPr dirty="0"/>
              <a:t> SARC-CXR로 </a:t>
            </a:r>
            <a:r>
              <a:rPr dirty="0" err="1"/>
              <a:t>채택했습니다</a:t>
            </a:r>
            <a:r>
              <a:rPr dirty="0"/>
              <a:t>. </a:t>
            </a:r>
            <a:r>
              <a:rPr dirty="0" err="1"/>
              <a:t>판별력은</a:t>
            </a:r>
            <a:r>
              <a:rPr dirty="0"/>
              <a:t> </a:t>
            </a:r>
            <a:r>
              <a:rPr dirty="0" err="1"/>
              <a:t>AUROC로</a:t>
            </a:r>
            <a:r>
              <a:rPr dirty="0"/>
              <a:t>, </a:t>
            </a:r>
            <a:r>
              <a:rPr dirty="0" err="1"/>
              <a:t>기존</a:t>
            </a:r>
            <a:r>
              <a:rPr dirty="0"/>
              <a:t> </a:t>
            </a:r>
            <a:r>
              <a:rPr dirty="0" err="1"/>
              <a:t>도구인</a:t>
            </a:r>
            <a:r>
              <a:rPr dirty="0"/>
              <a:t> SARC-</a:t>
            </a:r>
            <a:r>
              <a:rPr dirty="0" err="1"/>
              <a:t>F와의</a:t>
            </a:r>
            <a:r>
              <a:rPr dirty="0"/>
              <a:t> </a:t>
            </a:r>
            <a:r>
              <a:rPr dirty="0" err="1"/>
              <a:t>비교는</a:t>
            </a:r>
            <a:r>
              <a:rPr dirty="0"/>
              <a:t> DeLong </a:t>
            </a:r>
            <a:r>
              <a:rPr dirty="0" err="1"/>
              <a:t>test로</a:t>
            </a:r>
            <a:r>
              <a:rPr dirty="0"/>
              <a:t> </a:t>
            </a:r>
            <a:r>
              <a:rPr dirty="0" err="1"/>
              <a:t>통계적으로</a:t>
            </a:r>
            <a:r>
              <a:rPr dirty="0"/>
              <a:t> </a:t>
            </a:r>
            <a:r>
              <a:rPr dirty="0" err="1"/>
              <a:t>검정했습니다</a:t>
            </a:r>
            <a:r>
              <a:rPr dirty="0"/>
              <a:t>. </a:t>
            </a:r>
            <a:r>
              <a:rPr dirty="0" err="1"/>
              <a:t>정리하면</a:t>
            </a:r>
            <a:r>
              <a:rPr dirty="0"/>
              <a:t> </a:t>
            </a:r>
            <a:r>
              <a:rPr dirty="0" err="1"/>
              <a:t>영상에서</a:t>
            </a:r>
            <a:r>
              <a:rPr dirty="0"/>
              <a:t> </a:t>
            </a:r>
            <a:r>
              <a:rPr dirty="0" err="1"/>
              <a:t>중간</a:t>
            </a:r>
            <a:r>
              <a:rPr dirty="0"/>
              <a:t> </a:t>
            </a:r>
            <a:r>
              <a:rPr dirty="0" err="1"/>
              <a:t>임상지표를</a:t>
            </a:r>
            <a:r>
              <a:rPr dirty="0"/>
              <a:t> </a:t>
            </a:r>
            <a:r>
              <a:rPr dirty="0" err="1"/>
              <a:t>예측하고</a:t>
            </a:r>
            <a:r>
              <a:rPr dirty="0"/>
              <a:t> 그 </a:t>
            </a:r>
            <a:r>
              <a:rPr dirty="0" err="1"/>
              <a:t>값과</a:t>
            </a:r>
            <a:r>
              <a:rPr dirty="0"/>
              <a:t> </a:t>
            </a:r>
            <a:r>
              <a:rPr dirty="0" err="1"/>
              <a:t>불확실성을</a:t>
            </a:r>
            <a:r>
              <a:rPr dirty="0"/>
              <a:t> </a:t>
            </a:r>
            <a:r>
              <a:rPr dirty="0" err="1"/>
              <a:t>임상정보와</a:t>
            </a:r>
            <a:r>
              <a:rPr dirty="0"/>
              <a:t> </a:t>
            </a:r>
            <a:r>
              <a:rPr dirty="0" err="1"/>
              <a:t>결합해</a:t>
            </a:r>
            <a:r>
              <a:rPr dirty="0"/>
              <a:t> </a:t>
            </a:r>
            <a:r>
              <a:rPr dirty="0" err="1"/>
              <a:t>최종</a:t>
            </a:r>
            <a:r>
              <a:rPr dirty="0"/>
              <a:t> </a:t>
            </a:r>
            <a:r>
              <a:rPr dirty="0" err="1"/>
              <a:t>분류하는</a:t>
            </a:r>
            <a:r>
              <a:rPr dirty="0"/>
              <a:t> 2단계 </a:t>
            </a:r>
            <a:r>
              <a:rPr dirty="0" err="1"/>
              <a:t>구조이며</a:t>
            </a:r>
            <a:r>
              <a:rPr dirty="0"/>
              <a:t>, </a:t>
            </a:r>
            <a:r>
              <a:rPr dirty="0" err="1"/>
              <a:t>예측</a:t>
            </a:r>
            <a:r>
              <a:rPr dirty="0"/>
              <a:t> </a:t>
            </a:r>
            <a:r>
              <a:rPr dirty="0" err="1"/>
              <a:t>근거와</a:t>
            </a:r>
            <a:r>
              <a:rPr dirty="0"/>
              <a:t> </a:t>
            </a:r>
            <a:r>
              <a:rPr dirty="0" err="1"/>
              <a:t>신뢰도를</a:t>
            </a:r>
            <a:r>
              <a:rPr dirty="0"/>
              <a:t> </a:t>
            </a:r>
            <a:r>
              <a:rPr dirty="0" err="1"/>
              <a:t>함께</a:t>
            </a:r>
            <a:r>
              <a:rPr dirty="0"/>
              <a:t> </a:t>
            </a:r>
            <a:r>
              <a:rPr dirty="0" err="1"/>
              <a:t>제공한다는</a:t>
            </a:r>
            <a:r>
              <a:rPr dirty="0"/>
              <a:t> </a:t>
            </a:r>
            <a:r>
              <a:rPr dirty="0" err="1"/>
              <a:t>점이</a:t>
            </a:r>
            <a:r>
              <a:rPr dirty="0"/>
              <a:t> 이 </a:t>
            </a:r>
            <a:r>
              <a:rPr dirty="0" err="1"/>
              <a:t>연구의</a:t>
            </a:r>
            <a:r>
              <a:rPr dirty="0"/>
              <a:t> </a:t>
            </a:r>
            <a:r>
              <a:rPr dirty="0" err="1"/>
              <a:t>핵심</a:t>
            </a:r>
            <a:r>
              <a:rPr dirty="0"/>
              <a:t> </a:t>
            </a:r>
            <a:r>
              <a:rPr dirty="0" err="1"/>
              <a:t>기여입니다</a:t>
            </a:r>
            <a:r>
              <a:rPr dirty="0"/>
              <a:t>.</a:t>
            </a:r>
          </a:p>
        </p:txBody>
      </p:sp>
      <p:sp>
        <p:nvSpPr>
          <p:cNvPr id="4" name="Slide Number Placeholder 3">
            <a:extLst>
              <a:ext uri="{FF2B5EF4-FFF2-40B4-BE49-F238E27FC236}">
                <a16:creationId xmlns:a16="http://schemas.microsoft.com/office/drawing/2014/main" id="{307196A4-0B55-E9A7-0432-4D5390F257A9}"/>
              </a:ext>
            </a:extLst>
          </p:cNvPr>
          <p:cNvSpPr>
            <a:spLocks noGrp="1"/>
          </p:cNvSpPr>
          <p:nvPr>
            <p:ph type="sldNum" sz="quarter" idx="5"/>
          </p:nvPr>
        </p:nvSpPr>
        <p:spPr/>
      </p:sp>
    </p:spTree>
    <p:extLst>
      <p:ext uri="{BB962C8B-B14F-4D97-AF65-F5344CB8AC3E}">
        <p14:creationId xmlns:p14="http://schemas.microsoft.com/office/powerpoint/2010/main" val="3652298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EF80D-B9F0-6139-541C-F06089B2D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4EA9D-D390-467C-C72F-B4C5DEBD2A5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64050C-17D7-8B53-9CE2-DED2E3CE6E45}"/>
              </a:ext>
            </a:extLst>
          </p:cNvPr>
          <p:cNvSpPr>
            <a:spLocks noGrp="1"/>
          </p:cNvSpPr>
          <p:nvPr>
            <p:ph type="body" sz="quarter" idx="3"/>
          </p:nvPr>
        </p:nvSpPr>
        <p:spPr/>
        <p:txBody>
          <a:bodyPr/>
          <a:lstStyle/>
          <a:p>
            <a:r>
              <a:t>대상자 특성표입니다. 근감소증 유병률은 Derivation 코호트에서 15%, External 코호트에서 12%로 나타났습니다. 근감소증군은 비근감소증군에 비해 고령이고 BMI와 근력이 낮은 경향을 보였으며, 골다공증 유병률도 유의하게 더 높아 두 질환이 함께 동반되는 경우가 많다는 임상적 특징을 확인할 수 있었습니다.</a:t>
            </a:r>
          </a:p>
        </p:txBody>
      </p:sp>
      <p:sp>
        <p:nvSpPr>
          <p:cNvPr id="4" name="Slide Number Placeholder 3">
            <a:extLst>
              <a:ext uri="{FF2B5EF4-FFF2-40B4-BE49-F238E27FC236}">
                <a16:creationId xmlns:a16="http://schemas.microsoft.com/office/drawing/2014/main" id="{9E5CB43D-2B6F-84CD-5F27-D008EE880E8A}"/>
              </a:ext>
            </a:extLst>
          </p:cNvPr>
          <p:cNvSpPr>
            <a:spLocks noGrp="1"/>
          </p:cNvSpPr>
          <p:nvPr>
            <p:ph type="sldNum" sz="quarter" idx="5"/>
          </p:nvPr>
        </p:nvSpPr>
        <p:spPr/>
      </p:sp>
    </p:spTree>
    <p:extLst>
      <p:ext uri="{BB962C8B-B14F-4D97-AF65-F5344CB8AC3E}">
        <p14:creationId xmlns:p14="http://schemas.microsoft.com/office/powerpoint/2010/main" val="630502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1B13B-FE1C-C53C-99B8-463FD5482E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86C72-3D02-47F8-0EC7-890855978C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C6AF62F-2E73-EEC0-05EC-BCA426D08CB2}"/>
              </a:ext>
            </a:extLst>
          </p:cNvPr>
          <p:cNvSpPr>
            <a:spLocks noGrp="1"/>
          </p:cNvSpPr>
          <p:nvPr>
            <p:ph type="body" sz="quarter" idx="3"/>
          </p:nvPr>
        </p:nvSpPr>
        <p:spPr/>
        <p:txBody>
          <a:bodyPr/>
          <a:lstStyle/>
          <a:p>
            <a:r>
              <a:rPr dirty="0" err="1"/>
              <a:t>이번</a:t>
            </a:r>
            <a:r>
              <a:rPr dirty="0"/>
              <a:t> </a:t>
            </a:r>
            <a:r>
              <a:rPr dirty="0" err="1"/>
              <a:t>결과는</a:t>
            </a:r>
            <a:r>
              <a:rPr dirty="0"/>
              <a:t> </a:t>
            </a:r>
            <a:r>
              <a:rPr dirty="0" err="1"/>
              <a:t>모델의</a:t>
            </a:r>
            <a:r>
              <a:rPr dirty="0"/>
              <a:t> </a:t>
            </a:r>
            <a:r>
              <a:rPr dirty="0" err="1"/>
              <a:t>해석가능성과</a:t>
            </a:r>
            <a:r>
              <a:rPr dirty="0"/>
              <a:t> Step1 </a:t>
            </a:r>
            <a:r>
              <a:rPr dirty="0" err="1"/>
              <a:t>예측</a:t>
            </a:r>
            <a:r>
              <a:rPr dirty="0"/>
              <a:t> </a:t>
            </a:r>
            <a:r>
              <a:rPr dirty="0" err="1"/>
              <a:t>성능을</a:t>
            </a:r>
            <a:r>
              <a:rPr dirty="0"/>
              <a:t> </a:t>
            </a:r>
            <a:r>
              <a:rPr dirty="0" err="1"/>
              <a:t>함께</a:t>
            </a:r>
            <a:r>
              <a:rPr dirty="0"/>
              <a:t> </a:t>
            </a:r>
            <a:r>
              <a:rPr dirty="0" err="1"/>
              <a:t>보여줍니다</a:t>
            </a:r>
            <a:r>
              <a:rPr dirty="0"/>
              <a:t>. </a:t>
            </a:r>
            <a:r>
              <a:rPr dirty="0" err="1"/>
              <a:t>왼쪽은</a:t>
            </a:r>
            <a:r>
              <a:rPr dirty="0"/>
              <a:t> Grad-</a:t>
            </a:r>
            <a:r>
              <a:rPr dirty="0" err="1"/>
              <a:t>CAM으로</a:t>
            </a:r>
            <a:r>
              <a:rPr dirty="0"/>
              <a:t>, </a:t>
            </a:r>
            <a:r>
              <a:rPr dirty="0" err="1"/>
              <a:t>모델이</a:t>
            </a:r>
            <a:r>
              <a:rPr dirty="0"/>
              <a:t> </a:t>
            </a:r>
            <a:r>
              <a:rPr dirty="0" err="1"/>
              <a:t>영상의</a:t>
            </a:r>
            <a:r>
              <a:rPr dirty="0"/>
              <a:t> </a:t>
            </a:r>
            <a:r>
              <a:rPr dirty="0" err="1"/>
              <a:t>어느</a:t>
            </a:r>
            <a:r>
              <a:rPr dirty="0"/>
              <a:t> </a:t>
            </a:r>
            <a:r>
              <a:rPr dirty="0" err="1"/>
              <a:t>부위를</a:t>
            </a:r>
            <a:r>
              <a:rPr dirty="0"/>
              <a:t> </a:t>
            </a:r>
            <a:r>
              <a:rPr dirty="0" err="1"/>
              <a:t>보고</a:t>
            </a:r>
            <a:r>
              <a:rPr dirty="0"/>
              <a:t> </a:t>
            </a:r>
            <a:r>
              <a:rPr dirty="0" err="1"/>
              <a:t>예측했는지를</a:t>
            </a:r>
            <a:r>
              <a:rPr dirty="0"/>
              <a:t> </a:t>
            </a:r>
            <a:r>
              <a:rPr dirty="0" err="1"/>
              <a:t>시각화한</a:t>
            </a:r>
            <a:r>
              <a:rPr dirty="0"/>
              <a:t> </a:t>
            </a:r>
            <a:r>
              <a:rPr dirty="0" err="1"/>
              <a:t>것입니다</a:t>
            </a:r>
            <a:r>
              <a:rPr dirty="0"/>
              <a:t>. ALM·HGS </a:t>
            </a:r>
            <a:r>
              <a:rPr dirty="0" err="1"/>
              <a:t>예측</a:t>
            </a:r>
            <a:r>
              <a:rPr dirty="0"/>
              <a:t> </a:t>
            </a:r>
            <a:r>
              <a:rPr dirty="0" err="1"/>
              <a:t>시에는</a:t>
            </a:r>
            <a:r>
              <a:rPr dirty="0"/>
              <a:t> </a:t>
            </a:r>
            <a:r>
              <a:rPr dirty="0" err="1"/>
              <a:t>폐·심장</a:t>
            </a:r>
            <a:r>
              <a:rPr dirty="0"/>
              <a:t> </a:t>
            </a:r>
            <a:r>
              <a:rPr dirty="0" err="1"/>
              <a:t>부위에</a:t>
            </a:r>
            <a:r>
              <a:rPr dirty="0"/>
              <a:t>, CRT </a:t>
            </a:r>
            <a:r>
              <a:rPr dirty="0" err="1"/>
              <a:t>예측</a:t>
            </a:r>
            <a:r>
              <a:rPr dirty="0"/>
              <a:t> </a:t>
            </a:r>
            <a:r>
              <a:rPr dirty="0" err="1"/>
              <a:t>시에는</a:t>
            </a:r>
            <a:r>
              <a:rPr dirty="0"/>
              <a:t> </a:t>
            </a:r>
            <a:r>
              <a:rPr dirty="0" err="1"/>
              <a:t>상복부에</a:t>
            </a:r>
            <a:r>
              <a:rPr dirty="0"/>
              <a:t> </a:t>
            </a:r>
            <a:r>
              <a:rPr dirty="0" err="1"/>
              <a:t>모델이</a:t>
            </a:r>
            <a:r>
              <a:rPr dirty="0"/>
              <a:t> </a:t>
            </a:r>
            <a:r>
              <a:rPr dirty="0" err="1"/>
              <a:t>집중했는데</a:t>
            </a:r>
            <a:r>
              <a:rPr dirty="0"/>
              <a:t>, </a:t>
            </a:r>
            <a:r>
              <a:rPr dirty="0" err="1"/>
              <a:t>이는</a:t>
            </a:r>
            <a:r>
              <a:rPr dirty="0"/>
              <a:t> </a:t>
            </a:r>
            <a:r>
              <a:rPr dirty="0" err="1"/>
              <a:t>실제</a:t>
            </a:r>
            <a:r>
              <a:rPr dirty="0"/>
              <a:t> </a:t>
            </a:r>
            <a:r>
              <a:rPr dirty="0" err="1"/>
              <a:t>근육량·근력과</a:t>
            </a:r>
            <a:r>
              <a:rPr dirty="0"/>
              <a:t> </a:t>
            </a:r>
            <a:r>
              <a:rPr dirty="0" err="1"/>
              <a:t>관련된</a:t>
            </a:r>
            <a:r>
              <a:rPr dirty="0"/>
              <a:t> </a:t>
            </a:r>
            <a:r>
              <a:rPr dirty="0" err="1"/>
              <a:t>해부학적</a:t>
            </a:r>
            <a:r>
              <a:rPr dirty="0"/>
              <a:t> </a:t>
            </a:r>
            <a:r>
              <a:rPr dirty="0" err="1"/>
              <a:t>부위와</a:t>
            </a:r>
            <a:r>
              <a:rPr dirty="0"/>
              <a:t> </a:t>
            </a:r>
            <a:r>
              <a:rPr dirty="0" err="1"/>
              <a:t>대체로</a:t>
            </a:r>
            <a:r>
              <a:rPr dirty="0"/>
              <a:t> </a:t>
            </a:r>
            <a:r>
              <a:rPr dirty="0" err="1"/>
              <a:t>일치합니다</a:t>
            </a:r>
            <a:r>
              <a:rPr dirty="0"/>
              <a:t>.</a:t>
            </a:r>
          </a:p>
          <a:p>
            <a:endParaRPr dirty="0"/>
          </a:p>
          <a:p>
            <a:r>
              <a:rPr dirty="0" err="1"/>
              <a:t>오른쪽</a:t>
            </a:r>
            <a:r>
              <a:rPr dirty="0"/>
              <a:t> </a:t>
            </a:r>
            <a:r>
              <a:rPr dirty="0" err="1"/>
              <a:t>위는</a:t>
            </a:r>
            <a:r>
              <a:rPr dirty="0"/>
              <a:t> Step1 </a:t>
            </a:r>
            <a:r>
              <a:rPr dirty="0" err="1"/>
              <a:t>예측</a:t>
            </a:r>
            <a:r>
              <a:rPr dirty="0"/>
              <a:t> </a:t>
            </a:r>
            <a:r>
              <a:rPr dirty="0" err="1"/>
              <a:t>정확도입니다</a:t>
            </a:r>
            <a:r>
              <a:rPr dirty="0"/>
              <a:t>. </a:t>
            </a:r>
            <a:r>
              <a:rPr dirty="0" err="1"/>
              <a:t>ALM은</a:t>
            </a:r>
            <a:r>
              <a:rPr dirty="0"/>
              <a:t> R² 0.70/0.61(internal/external)로 </a:t>
            </a:r>
            <a:r>
              <a:rPr dirty="0" err="1"/>
              <a:t>비교적</a:t>
            </a:r>
            <a:r>
              <a:rPr dirty="0"/>
              <a:t> 잘 </a:t>
            </a:r>
            <a:r>
              <a:rPr dirty="0" err="1"/>
              <a:t>예측됐지만</a:t>
            </a:r>
            <a:r>
              <a:rPr dirty="0"/>
              <a:t>, </a:t>
            </a:r>
            <a:r>
              <a:rPr dirty="0" err="1"/>
              <a:t>HGS는</a:t>
            </a:r>
            <a:r>
              <a:rPr dirty="0"/>
              <a:t> 0.58/0.39, </a:t>
            </a:r>
            <a:r>
              <a:rPr dirty="0" err="1"/>
              <a:t>특히</a:t>
            </a:r>
            <a:r>
              <a:rPr dirty="0"/>
              <a:t> </a:t>
            </a:r>
            <a:r>
              <a:rPr dirty="0" err="1"/>
              <a:t>CRT는</a:t>
            </a:r>
            <a:r>
              <a:rPr dirty="0"/>
              <a:t> 0.22/0.13으로 </a:t>
            </a:r>
            <a:r>
              <a:rPr dirty="0" err="1"/>
              <a:t>예측력이</a:t>
            </a:r>
            <a:r>
              <a:rPr dirty="0"/>
              <a:t> </a:t>
            </a:r>
            <a:r>
              <a:rPr dirty="0" err="1"/>
              <a:t>크게</a:t>
            </a:r>
            <a:r>
              <a:rPr dirty="0"/>
              <a:t> </a:t>
            </a:r>
            <a:r>
              <a:rPr dirty="0" err="1"/>
              <a:t>떨어졌습니다</a:t>
            </a:r>
            <a:r>
              <a:rPr dirty="0"/>
              <a:t>. </a:t>
            </a:r>
            <a:r>
              <a:rPr dirty="0" err="1"/>
              <a:t>이는</a:t>
            </a:r>
            <a:r>
              <a:rPr dirty="0"/>
              <a:t> </a:t>
            </a:r>
            <a:r>
              <a:rPr dirty="0" err="1"/>
              <a:t>흉부</a:t>
            </a:r>
            <a:r>
              <a:rPr dirty="0"/>
              <a:t> X-</a:t>
            </a:r>
            <a:r>
              <a:rPr dirty="0" err="1"/>
              <a:t>ray가</a:t>
            </a:r>
            <a:r>
              <a:rPr dirty="0"/>
              <a:t> </a:t>
            </a:r>
            <a:r>
              <a:rPr dirty="0" err="1"/>
              <a:t>근육량</a:t>
            </a:r>
            <a:r>
              <a:rPr dirty="0"/>
              <a:t> </a:t>
            </a:r>
            <a:r>
              <a:rPr dirty="0" err="1"/>
              <a:t>정보는</a:t>
            </a:r>
            <a:r>
              <a:rPr dirty="0"/>
              <a:t> </a:t>
            </a:r>
            <a:r>
              <a:rPr dirty="0" err="1"/>
              <a:t>비교적</a:t>
            </a:r>
            <a:r>
              <a:rPr dirty="0"/>
              <a:t> 잘 </a:t>
            </a:r>
            <a:r>
              <a:rPr dirty="0" err="1"/>
              <a:t>담고</a:t>
            </a:r>
            <a:r>
              <a:rPr dirty="0"/>
              <a:t> </a:t>
            </a:r>
            <a:r>
              <a:rPr dirty="0" err="1"/>
              <a:t>있지만</a:t>
            </a:r>
            <a:r>
              <a:rPr dirty="0"/>
              <a:t> </a:t>
            </a:r>
            <a:r>
              <a:rPr dirty="0" err="1"/>
              <a:t>근기능이나</a:t>
            </a:r>
            <a:r>
              <a:rPr dirty="0"/>
              <a:t> </a:t>
            </a:r>
            <a:r>
              <a:rPr dirty="0" err="1"/>
              <a:t>신체수행능력</a:t>
            </a:r>
            <a:r>
              <a:rPr dirty="0"/>
              <a:t> </a:t>
            </a:r>
            <a:r>
              <a:rPr dirty="0" err="1"/>
              <a:t>반영에는</a:t>
            </a:r>
            <a:r>
              <a:rPr dirty="0"/>
              <a:t> </a:t>
            </a:r>
            <a:r>
              <a:rPr dirty="0" err="1"/>
              <a:t>한계가</a:t>
            </a:r>
            <a:r>
              <a:rPr dirty="0"/>
              <a:t> </a:t>
            </a:r>
            <a:r>
              <a:rPr dirty="0" err="1"/>
              <a:t>있음을</a:t>
            </a:r>
            <a:r>
              <a:rPr dirty="0"/>
              <a:t> </a:t>
            </a:r>
            <a:r>
              <a:rPr dirty="0" err="1"/>
              <a:t>시사합니다</a:t>
            </a:r>
            <a:r>
              <a:rPr dirty="0"/>
              <a:t>.</a:t>
            </a:r>
          </a:p>
          <a:p>
            <a:endParaRPr dirty="0"/>
          </a:p>
          <a:p>
            <a:r>
              <a:rPr dirty="0" err="1"/>
              <a:t>오른쪽</a:t>
            </a:r>
            <a:r>
              <a:rPr dirty="0"/>
              <a:t> </a:t>
            </a:r>
            <a:r>
              <a:rPr dirty="0" err="1"/>
              <a:t>아래는</a:t>
            </a:r>
            <a:r>
              <a:rPr dirty="0"/>
              <a:t> </a:t>
            </a:r>
            <a:r>
              <a:rPr dirty="0" err="1"/>
              <a:t>예측</a:t>
            </a:r>
            <a:r>
              <a:rPr dirty="0"/>
              <a:t> </a:t>
            </a:r>
            <a:r>
              <a:rPr dirty="0" err="1"/>
              <a:t>불확실성을</a:t>
            </a:r>
            <a:r>
              <a:rPr dirty="0"/>
              <a:t> </a:t>
            </a:r>
            <a:r>
              <a:rPr dirty="0" err="1"/>
              <a:t>실제</a:t>
            </a:r>
            <a:r>
              <a:rPr dirty="0"/>
              <a:t> </a:t>
            </a:r>
            <a:r>
              <a:rPr dirty="0" err="1"/>
              <a:t>관찰값과</a:t>
            </a:r>
            <a:r>
              <a:rPr dirty="0"/>
              <a:t> </a:t>
            </a:r>
            <a:r>
              <a:rPr dirty="0" err="1"/>
              <a:t>비교한</a:t>
            </a:r>
            <a:r>
              <a:rPr dirty="0"/>
              <a:t> </a:t>
            </a:r>
            <a:r>
              <a:rPr dirty="0" err="1"/>
              <a:t>그래프입니다</a:t>
            </a:r>
            <a:r>
              <a:rPr dirty="0"/>
              <a:t>. </a:t>
            </a:r>
            <a:r>
              <a:rPr dirty="0" err="1"/>
              <a:t>ALM·HGS는</a:t>
            </a:r>
            <a:r>
              <a:rPr dirty="0"/>
              <a:t> </a:t>
            </a:r>
            <a:r>
              <a:rPr dirty="0" err="1"/>
              <a:t>실측값</a:t>
            </a:r>
            <a:r>
              <a:rPr dirty="0"/>
              <a:t> </a:t>
            </a:r>
            <a:r>
              <a:rPr dirty="0" err="1"/>
              <a:t>대부분이</a:t>
            </a:r>
            <a:r>
              <a:rPr dirty="0"/>
              <a:t> </a:t>
            </a:r>
            <a:r>
              <a:rPr dirty="0" err="1"/>
              <a:t>예측</a:t>
            </a:r>
            <a:r>
              <a:rPr dirty="0"/>
              <a:t> </a:t>
            </a:r>
            <a:r>
              <a:rPr dirty="0" err="1"/>
              <a:t>불확실성</a:t>
            </a:r>
            <a:r>
              <a:rPr dirty="0"/>
              <a:t> </a:t>
            </a:r>
            <a:r>
              <a:rPr dirty="0" err="1"/>
              <a:t>범위</a:t>
            </a:r>
            <a:r>
              <a:rPr dirty="0"/>
              <a:t> </a:t>
            </a:r>
            <a:r>
              <a:rPr dirty="0" err="1"/>
              <a:t>안에</a:t>
            </a:r>
            <a:r>
              <a:rPr dirty="0"/>
              <a:t> </a:t>
            </a:r>
            <a:r>
              <a:rPr dirty="0" err="1"/>
              <a:t>들어오지만</a:t>
            </a:r>
            <a:r>
              <a:rPr dirty="0"/>
              <a:t>, </a:t>
            </a:r>
            <a:r>
              <a:rPr dirty="0" err="1"/>
              <a:t>CRT는</a:t>
            </a:r>
            <a:r>
              <a:rPr dirty="0"/>
              <a:t> 그 </a:t>
            </a:r>
            <a:r>
              <a:rPr dirty="0" err="1"/>
              <a:t>범위를</a:t>
            </a:r>
            <a:r>
              <a:rPr dirty="0"/>
              <a:t> </a:t>
            </a:r>
            <a:r>
              <a:rPr dirty="0" err="1"/>
              <a:t>크게</a:t>
            </a:r>
            <a:r>
              <a:rPr dirty="0"/>
              <a:t> </a:t>
            </a:r>
            <a:r>
              <a:rPr dirty="0" err="1"/>
              <a:t>벗어나는</a:t>
            </a:r>
            <a:r>
              <a:rPr dirty="0"/>
              <a:t> </a:t>
            </a:r>
            <a:r>
              <a:rPr dirty="0" err="1"/>
              <a:t>경우가</a:t>
            </a:r>
            <a:r>
              <a:rPr dirty="0"/>
              <a:t> </a:t>
            </a:r>
            <a:r>
              <a:rPr dirty="0" err="1"/>
              <a:t>많아</a:t>
            </a:r>
            <a:r>
              <a:rPr dirty="0"/>
              <a:t> </a:t>
            </a:r>
            <a:r>
              <a:rPr dirty="0" err="1"/>
              <a:t>예측력</a:t>
            </a:r>
            <a:r>
              <a:rPr dirty="0"/>
              <a:t> </a:t>
            </a:r>
            <a:r>
              <a:rPr dirty="0" err="1"/>
              <a:t>자체가</a:t>
            </a:r>
            <a:r>
              <a:rPr dirty="0"/>
              <a:t> </a:t>
            </a:r>
            <a:r>
              <a:rPr dirty="0" err="1"/>
              <a:t>약하다는</a:t>
            </a:r>
            <a:r>
              <a:rPr dirty="0"/>
              <a:t> </a:t>
            </a:r>
            <a:r>
              <a:rPr dirty="0" err="1"/>
              <a:t>것을</a:t>
            </a:r>
            <a:r>
              <a:rPr dirty="0"/>
              <a:t> </a:t>
            </a:r>
            <a:r>
              <a:rPr dirty="0" err="1"/>
              <a:t>다시</a:t>
            </a:r>
            <a:r>
              <a:rPr dirty="0"/>
              <a:t> </a:t>
            </a:r>
            <a:r>
              <a:rPr dirty="0" err="1"/>
              <a:t>한번</a:t>
            </a:r>
            <a:r>
              <a:rPr dirty="0"/>
              <a:t> </a:t>
            </a:r>
            <a:r>
              <a:rPr dirty="0" err="1"/>
              <a:t>보여줍니다</a:t>
            </a:r>
            <a:r>
              <a:rPr dirty="0"/>
              <a:t>. 이 </a:t>
            </a:r>
            <a:r>
              <a:rPr dirty="0" err="1"/>
              <a:t>결과는</a:t>
            </a:r>
            <a:r>
              <a:rPr dirty="0"/>
              <a:t> Step2에서 왜 세 </a:t>
            </a:r>
            <a:r>
              <a:rPr dirty="0" err="1"/>
              <a:t>지표를</a:t>
            </a:r>
            <a:r>
              <a:rPr dirty="0"/>
              <a:t> </a:t>
            </a:r>
            <a:r>
              <a:rPr dirty="0" err="1"/>
              <a:t>종합적으로</a:t>
            </a:r>
            <a:r>
              <a:rPr dirty="0"/>
              <a:t> </a:t>
            </a:r>
            <a:r>
              <a:rPr dirty="0" err="1"/>
              <a:t>활용해야</a:t>
            </a:r>
            <a:r>
              <a:rPr dirty="0"/>
              <a:t> </a:t>
            </a:r>
            <a:r>
              <a:rPr dirty="0" err="1"/>
              <a:t>하는지에</a:t>
            </a:r>
            <a:r>
              <a:rPr dirty="0"/>
              <a:t> </a:t>
            </a:r>
            <a:r>
              <a:rPr dirty="0" err="1"/>
              <a:t>대한</a:t>
            </a:r>
            <a:r>
              <a:rPr dirty="0"/>
              <a:t> </a:t>
            </a:r>
            <a:r>
              <a:rPr dirty="0" err="1"/>
              <a:t>근거가</a:t>
            </a:r>
            <a:r>
              <a:rPr dirty="0"/>
              <a:t> </a:t>
            </a:r>
            <a:r>
              <a:rPr dirty="0" err="1"/>
              <a:t>됩니다</a:t>
            </a:r>
            <a:r>
              <a:rPr dirty="0"/>
              <a:t>.</a:t>
            </a:r>
          </a:p>
        </p:txBody>
      </p:sp>
      <p:sp>
        <p:nvSpPr>
          <p:cNvPr id="4" name="Slide Number Placeholder 3">
            <a:extLst>
              <a:ext uri="{FF2B5EF4-FFF2-40B4-BE49-F238E27FC236}">
                <a16:creationId xmlns:a16="http://schemas.microsoft.com/office/drawing/2014/main" id="{A86FB2ED-8D7A-BF38-E703-6ACB3591AEB4}"/>
              </a:ext>
            </a:extLst>
          </p:cNvPr>
          <p:cNvSpPr>
            <a:spLocks noGrp="1"/>
          </p:cNvSpPr>
          <p:nvPr>
            <p:ph type="sldNum" sz="quarter" idx="5"/>
          </p:nvPr>
        </p:nvSpPr>
        <p:spPr/>
      </p:sp>
    </p:spTree>
    <p:extLst>
      <p:ext uri="{BB962C8B-B14F-4D97-AF65-F5344CB8AC3E}">
        <p14:creationId xmlns:p14="http://schemas.microsoft.com/office/powerpoint/2010/main" val="1648056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673C5-FB9F-12AB-2453-B68F32BF7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124BB-FEDD-C029-13D8-4169BF1ABAD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0EBAAB1-461D-7BF2-69D3-243649590EE8}"/>
              </a:ext>
            </a:extLst>
          </p:cNvPr>
          <p:cNvSpPr>
            <a:spLocks noGrp="1"/>
          </p:cNvSpPr>
          <p:nvPr>
            <p:ph type="body" sz="quarter" idx="3"/>
          </p:nvPr>
        </p:nvSpPr>
        <p:spPr/>
        <p:txBody>
          <a:bodyPr/>
          <a:lstStyle/>
          <a:p>
            <a:r>
              <a:t>최종 결과입니다. SARC-CXR의 AUROC는 internal 0.813, external 0.780, NPV는 0.94 이상입니다. SHAP에서는 CXR 예측 ALM이 가장 중요했고, SARC-CXR(0.813)이 기존 SARC-F(0.691)보다 유의하게 우수했습니다(P=0.029). 별도 검사 없이 X-ray 한 장만으로 기존 도구보다 나은 스크리닝이 가능하다는 것이 핵심입니다.</a:t>
            </a:r>
          </a:p>
        </p:txBody>
      </p:sp>
      <p:sp>
        <p:nvSpPr>
          <p:cNvPr id="4" name="Slide Number Placeholder 3">
            <a:extLst>
              <a:ext uri="{FF2B5EF4-FFF2-40B4-BE49-F238E27FC236}">
                <a16:creationId xmlns:a16="http://schemas.microsoft.com/office/drawing/2014/main" id="{4EB01ADD-3031-7B88-F562-7655F7926050}"/>
              </a:ext>
            </a:extLst>
          </p:cNvPr>
          <p:cNvSpPr>
            <a:spLocks noGrp="1"/>
          </p:cNvSpPr>
          <p:nvPr>
            <p:ph type="sldNum" sz="quarter" idx="5"/>
          </p:nvPr>
        </p:nvSpPr>
        <p:spPr/>
      </p:sp>
    </p:spTree>
    <p:extLst>
      <p:ext uri="{BB962C8B-B14F-4D97-AF65-F5344CB8AC3E}">
        <p14:creationId xmlns:p14="http://schemas.microsoft.com/office/powerpoint/2010/main" val="275691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59C5E-27C0-95F8-561D-0FCB2281D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D56F9-D0F3-8D3C-E8CA-210379DF6C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933DD7F-75CD-162D-EAA6-0E325C3DB19D}"/>
              </a:ext>
            </a:extLst>
          </p:cNvPr>
          <p:cNvSpPr>
            <a:spLocks noGrp="1"/>
          </p:cNvSpPr>
          <p:nvPr>
            <p:ph type="body" sz="quarter" idx="3"/>
          </p:nvPr>
        </p:nvSpPr>
        <p:spPr/>
        <p:txBody>
          <a:bodyPr/>
          <a:lstStyle/>
          <a:p>
            <a:r>
              <a:t>정리하면 SARC-CXR은 SARC-F 대비 향상된 판별력으로 흉부 X-ray만의 기회 포착형 스크리닝 가능성을 보였고, Deep ensemble 기반 불확실성 정량화와 Grad-CAM·SHAP 설명가능성까지 함께 확보해 임상에서 신뢰하고 쓸 수 있는 모델을 지향했습니다.</a:t>
            </a:r>
          </a:p>
        </p:txBody>
      </p:sp>
      <p:sp>
        <p:nvSpPr>
          <p:cNvPr id="4" name="Slide Number Placeholder 3">
            <a:extLst>
              <a:ext uri="{FF2B5EF4-FFF2-40B4-BE49-F238E27FC236}">
                <a16:creationId xmlns:a16="http://schemas.microsoft.com/office/drawing/2014/main" id="{2D76F44C-683E-F788-C4D8-977250D841FD}"/>
              </a:ext>
            </a:extLst>
          </p:cNvPr>
          <p:cNvSpPr>
            <a:spLocks noGrp="1"/>
          </p:cNvSpPr>
          <p:nvPr>
            <p:ph type="sldNum" sz="quarter" idx="5"/>
          </p:nvPr>
        </p:nvSpPr>
        <p:spPr/>
      </p:sp>
    </p:spTree>
    <p:extLst>
      <p:ext uri="{BB962C8B-B14F-4D97-AF65-F5344CB8AC3E}">
        <p14:creationId xmlns:p14="http://schemas.microsoft.com/office/powerpoint/2010/main" val="3951529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42D0A-CCE3-DFEE-8688-522118F9A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63308-C54E-D84A-890C-1978FEDF472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424862F-F970-AAA4-FB78-51EBD5AE3520}"/>
              </a:ext>
            </a:extLst>
          </p:cNvPr>
          <p:cNvSpPr>
            <a:spLocks noGrp="1"/>
          </p:cNvSpPr>
          <p:nvPr>
            <p:ph type="body" sz="quarter" idx="3"/>
          </p:nvPr>
        </p:nvSpPr>
        <p:spPr/>
        <p:txBody>
          <a:bodyPr/>
          <a:lstStyle/>
          <a:p>
            <a:r>
              <a:t>한계로는 외부 검증 표본이 149명으로 작고 한국인 단일 코호트라는 점, 급성질환 환자 미포함, BIA 기반 ALM 측정의 고유 한계, 저해상도 자원환경 접근성 문제가 있어 향후 대규모·전향적·다인종 검증이 필요합니다.</a:t>
            </a:r>
          </a:p>
        </p:txBody>
      </p:sp>
      <p:sp>
        <p:nvSpPr>
          <p:cNvPr id="4" name="Slide Number Placeholder 3">
            <a:extLst>
              <a:ext uri="{FF2B5EF4-FFF2-40B4-BE49-F238E27FC236}">
                <a16:creationId xmlns:a16="http://schemas.microsoft.com/office/drawing/2014/main" id="{858B219B-BA94-FF05-7A20-41E2F6742A2D}"/>
              </a:ext>
            </a:extLst>
          </p:cNvPr>
          <p:cNvSpPr>
            <a:spLocks noGrp="1"/>
          </p:cNvSpPr>
          <p:nvPr>
            <p:ph type="sldNum" sz="quarter" idx="5"/>
          </p:nvPr>
        </p:nvSpPr>
        <p:spPr/>
      </p:sp>
    </p:spTree>
    <p:extLst>
      <p:ext uri="{BB962C8B-B14F-4D97-AF65-F5344CB8AC3E}">
        <p14:creationId xmlns:p14="http://schemas.microsoft.com/office/powerpoint/2010/main" val="4233966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B7683-86B1-8748-5932-9D3E0C06C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7A8CA-5469-E37C-FEA7-ED72C82C12A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B57DCC-A298-7503-F6B2-C184538C203D}"/>
              </a:ext>
            </a:extLst>
          </p:cNvPr>
          <p:cNvSpPr>
            <a:spLocks noGrp="1"/>
          </p:cNvSpPr>
          <p:nvPr>
            <p:ph type="body" sz="quarter" idx="3"/>
          </p:nvPr>
        </p:nvSpPr>
        <p:spPr/>
        <p:txBody>
          <a:bodyPr/>
          <a:lstStyle/>
          <a:p>
            <a:r>
              <a:t>두 번째 논문은 "Vascular age assessed from an uncalibrated, noninvasive pressure waveform by using a deep learning approach: the AI-VascularAge model"입니다. Hypertension지 2024년 게재, 임팩트팩터 약 8.2입니다. 이 연구는 혈관이 얼마나 뻣뻣한지, 즉 혈관 나이를 20초 정도의 짧은 비침습 압력파형 신호만으로 추정하는 딥러닝 모델을 개발했습니다. 첫 번째 논문과 달리 심혈관·생리학적 배경지식이 필요한 논문이라, 이번 슬라이드부터는 개념 설명을 조금 더 자세히 곁들이겠습니다.</a:t>
            </a:r>
          </a:p>
        </p:txBody>
      </p:sp>
      <p:sp>
        <p:nvSpPr>
          <p:cNvPr id="4" name="Slide Number Placeholder 3">
            <a:extLst>
              <a:ext uri="{FF2B5EF4-FFF2-40B4-BE49-F238E27FC236}">
                <a16:creationId xmlns:a16="http://schemas.microsoft.com/office/drawing/2014/main" id="{D3F73B3D-6590-4B98-E688-3D7B1B8F9E3B}"/>
              </a:ext>
            </a:extLst>
          </p:cNvPr>
          <p:cNvSpPr>
            <a:spLocks noGrp="1"/>
          </p:cNvSpPr>
          <p:nvPr>
            <p:ph type="sldNum" sz="quarter" idx="5"/>
          </p:nvPr>
        </p:nvSpPr>
        <p:spPr/>
      </p:sp>
    </p:spTree>
    <p:extLst>
      <p:ext uri="{BB962C8B-B14F-4D97-AF65-F5344CB8AC3E}">
        <p14:creationId xmlns:p14="http://schemas.microsoft.com/office/powerpoint/2010/main" val="3022436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415EE-AD7E-FAEC-3EC6-FEFA3A02B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CA45F-C4F7-8277-7D86-3AC7F6C0148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CE9FAAC-43AE-9669-EC81-BF4F8CC688C4}"/>
              </a:ext>
            </a:extLst>
          </p:cNvPr>
          <p:cNvSpPr>
            <a:spLocks noGrp="1"/>
          </p:cNvSpPr>
          <p:nvPr>
            <p:ph type="body" sz="quarter" idx="3"/>
          </p:nvPr>
        </p:nvSpPr>
        <p:spPr/>
        <p:txBody>
          <a:bodyPr/>
          <a:lstStyle/>
          <a:p>
            <a:r>
              <a:t>먼저 배경 개념부터 설명드리겠습니다. 대동맥경직도(aortic stiffness)는 나이가 들거나 고혈압·동맥경화가 진행되면서 혈관벽이 점점 딱딱해지는 정도를 말합니다. 혈관이 굳을수록 심장이 피를 내보낼 때 받는 저항이 커져 심혈관질환 위험이 올라갑니다. 이를 정량화하는 표준 지표가 경동맥-대퇴동맥 맥파속도, 즉 CFPWV입니다. 심장이 뛸 때마다 만들어지는 압력파(pulse wave)가 목의 경동맥에서 사타구니의 대퇴동맥까지 이동하는 속도를 재는 것으로, 혈관이 뻣뻣할수록 이 속도가 빨라집니다. 문제는 CFPWV를 측정하려면 tonometry라는 압력 센서를 두 부위에 정확히 대고 두 지점 간 거리와 압력파 도달 시간차를 함께 측정해야 해서, 특수 장비와 숙련된 술기가 필요하다는 점입니다. 이는 1차 의료기관 같은 실제 임상 현장에서의 적용을 어렵게 만드는 걸림돌이었습니다. 한편 압력파형, 즉 심장 박동마다 동맥에서 측정되는 압력의 시간에 따른 곡선 그 자체의 모양(shape)에 혈관 상태에 대한 정보가 담겨 있다는 것은 알려져 있었지만, 이를 어떻게 최적으로 추출하고 해석할지는 미해결 과제로 남아 있었습니다. 이에 저자들은 '보정(calibration) 없이 정규화한 파형 모양만으로 CFPWV를 예측할 수 있지 않을까'라는 아이디어에서 출발해 CNN 기반 모델인 AI-VascularAge(AI-VA)를 개발하고 외부 검증까지 수행했습니다.</a:t>
            </a:r>
          </a:p>
        </p:txBody>
      </p:sp>
      <p:sp>
        <p:nvSpPr>
          <p:cNvPr id="4" name="Slide Number Placeholder 3">
            <a:extLst>
              <a:ext uri="{FF2B5EF4-FFF2-40B4-BE49-F238E27FC236}">
                <a16:creationId xmlns:a16="http://schemas.microsoft.com/office/drawing/2014/main" id="{076DDC35-D238-12C8-338E-F4197AA754FA}"/>
              </a:ext>
            </a:extLst>
          </p:cNvPr>
          <p:cNvSpPr>
            <a:spLocks noGrp="1"/>
          </p:cNvSpPr>
          <p:nvPr>
            <p:ph type="sldNum" sz="quarter" idx="5"/>
          </p:nvPr>
        </p:nvSpPr>
        <p:spPr/>
      </p:sp>
    </p:spTree>
    <p:extLst>
      <p:ext uri="{BB962C8B-B14F-4D97-AF65-F5344CB8AC3E}">
        <p14:creationId xmlns:p14="http://schemas.microsoft.com/office/powerpoint/2010/main" val="42486491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555AA-94FC-003E-4AAE-EE4DB4061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7D332-8D21-C03D-9847-8628EA5C67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A737D72-6CB9-3D3D-C63F-481D193C1E7B}"/>
              </a:ext>
            </a:extLst>
          </p:cNvPr>
          <p:cNvSpPr>
            <a:spLocks noGrp="1"/>
          </p:cNvSpPr>
          <p:nvPr>
            <p:ph type="body" sz="quarter" idx="3"/>
          </p:nvPr>
        </p:nvSpPr>
        <p:spPr/>
        <p:txBody>
          <a:bodyPr/>
          <a:lstStyle/>
          <a:p>
            <a:r>
              <a:t>AI-VascularAge 모델 구조입니다. 입력은 상완(팔뚝)·요골(손목)·경동맥(목) 세 부위에서 tonometry, 즉 피부 위에 압력 센서를 대는 비침습적 방법으로 측정한 압력파형입니다. 이 파형 자체(P)와 그 1차 미분(dP, 기울기 변화)·2차 미분(d2P, 곡률 변화)까지 함께 입력해 파형의 모양적 특징을 여러 각도에서 포착합니다. 여기서 핵심은 절대 압력값이 아니라 파형의 형태(shape)만 정규화해서 남겼다는 점으로, 이 덕분에 별도의 캘리브레이션 장비 없이도 예측이 가능해 임상 적용성이 크게 높아집니다. 이 3채널 입력을 필터 256개·커널 15·드롭아웃 0.30의 8층 CNN에 통과시켜, 정규화된 예측 맥파속도인 niCFPWV를 얻습니다. 이렇게 얻은 niCFPWV를 건강한 인구집단에서 미리 구해둔 '나이-CFPWV' 관계식에 대입해 역산하면 '이 정도 CFPWV라면 몇 살에 해당하는 혈관 상태인지'가 나오는데, 이것이 바로 혈관나이(AI-VA)입니다. 모델 파라미터가 600만 개를 넘어 과적합 위험이 있는데, 이는 드롭아웃과 홀드아웃 테스트로 완화했습니다. 학습은 아이슬란드 코호트(훈련 64%·검증 20%·테스트 16%)로 진행했고, 인종 구성이 전혀 다른 미국 Framingham 코호트로 외부검증까지 수행해 일반화 가능성을 확인하고자 했습니다. 통계분석에 쓰인 Cox 비례위험회귀는 시간에 따라 심혈관질환 같은 사건이 발생할 위험을 추정하는 생존분석 기법으로, 나이·성별 등 표준 위험인자를 통계적으로 보정한 상태에서 AI-VA가 위험에 미치는 영향을 위험비(Hazard Ratio, HR)로 정량화합니다. 여기에 continuous NRI, 즉 새로운 지표가 추가됐을 때 환자들의 위험군 분류가 얼마나 더 정확해지는지를 보는 지표와, 연령·성별 상호작용 검정도 함께 시행했습니다.</a:t>
            </a:r>
          </a:p>
        </p:txBody>
      </p:sp>
      <p:sp>
        <p:nvSpPr>
          <p:cNvPr id="4" name="Slide Number Placeholder 3">
            <a:extLst>
              <a:ext uri="{FF2B5EF4-FFF2-40B4-BE49-F238E27FC236}">
                <a16:creationId xmlns:a16="http://schemas.microsoft.com/office/drawing/2014/main" id="{E68733C4-AAAE-97D8-015D-AEEDDE3AB384}"/>
              </a:ext>
            </a:extLst>
          </p:cNvPr>
          <p:cNvSpPr>
            <a:spLocks noGrp="1"/>
          </p:cNvSpPr>
          <p:nvPr>
            <p:ph type="sldNum" sz="quarter" idx="5"/>
          </p:nvPr>
        </p:nvSpPr>
        <p:spPr/>
      </p:sp>
    </p:spTree>
    <p:extLst>
      <p:ext uri="{BB962C8B-B14F-4D97-AF65-F5344CB8AC3E}">
        <p14:creationId xmlns:p14="http://schemas.microsoft.com/office/powerpoint/2010/main" val="986244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EF2DD-71BF-E607-1978-4975D3DA1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057D8B-4B87-705E-C145-008993A882A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4B2C8AA-7F80-4483-B456-3C160002183F}"/>
              </a:ext>
            </a:extLst>
          </p:cNvPr>
          <p:cNvSpPr>
            <a:spLocks noGrp="1"/>
          </p:cNvSpPr>
          <p:nvPr>
            <p:ph type="body" sz="quarter" idx="3"/>
          </p:nvPr>
        </p:nvSpPr>
        <p:spPr/>
        <p:txBody>
          <a:bodyPr/>
          <a:lstStyle/>
          <a:p>
            <a:r>
              <a:t>Table 1은 두 코호트 특성으로, 아이슬란드(10,452명)는 상대적으로 고령이고 고혈압 유병률이 높은 반면, Framingham(7,208명)은 더 젊고 인종이 다양합니다. Table 2에서 예측 niCFPWV를 나이-CFPWV 관계식에 대입해 환산한 혈관나이는 실제 평균 나이와 거의 일치해, 모델이 집단 수준에서 합리적인 추정치를 냄을 보여줍니다.</a:t>
            </a:r>
          </a:p>
        </p:txBody>
      </p:sp>
      <p:sp>
        <p:nvSpPr>
          <p:cNvPr id="4" name="Slide Number Placeholder 3">
            <a:extLst>
              <a:ext uri="{FF2B5EF4-FFF2-40B4-BE49-F238E27FC236}">
                <a16:creationId xmlns:a16="http://schemas.microsoft.com/office/drawing/2014/main" id="{BCD1CF8F-7FD0-48F0-606A-E28A07B063A5}"/>
              </a:ext>
            </a:extLst>
          </p:cNvPr>
          <p:cNvSpPr>
            <a:spLocks noGrp="1"/>
          </p:cNvSpPr>
          <p:nvPr>
            <p:ph type="sldNum" sz="quarter" idx="5"/>
          </p:nvPr>
        </p:nvSpPr>
        <p:spPr/>
      </p:sp>
    </p:spTree>
    <p:extLst>
      <p:ext uri="{BB962C8B-B14F-4D97-AF65-F5344CB8AC3E}">
        <p14:creationId xmlns:p14="http://schemas.microsoft.com/office/powerpoint/2010/main" val="2125145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F8D52-01E8-20F2-43D9-A88A820CE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B4E0B-D574-4FCA-00D6-4F7CE2B4DFA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252371-516B-1A13-ED9E-6E59F555AC21}"/>
              </a:ext>
            </a:extLst>
          </p:cNvPr>
          <p:cNvSpPr>
            <a:spLocks noGrp="1"/>
          </p:cNvSpPr>
          <p:nvPr>
            <p:ph type="body" sz="quarter" idx="3"/>
          </p:nvPr>
        </p:nvSpPr>
        <p:spPr/>
        <p:txBody>
          <a:bodyPr/>
          <a:lstStyle/>
          <a:p>
            <a:r>
              <a:t>Figure 1은 측정 부위별 파형과 CNN 필터의 민감도 지도를 보여줍니다. 압력파형은 심장이 수축해 피를 밀어낼 때 급격히 올라갔다가 이완기에 내려오는데, 파형이 시작되는 가장 낮은 지점을 foot이라 하고, 내려오는 구간에서 대동맥판막이 닫히며 생기는 작은 굴곡을 dicrotic notch라고 합니다. 왼쪽 경동맥(B)에서는 foot 부근에서, 가운데·오른쪽 상완·요골동맥(C, D)에서는 dicrotic notch 부근에서 필터 민감도가 높게 나타나, 부위별로 서로 다른 생리학적 지점에서 모델이 정보를 학습하고 있음을 보여줍니다.</a:t>
            </a:r>
          </a:p>
        </p:txBody>
      </p:sp>
      <p:sp>
        <p:nvSpPr>
          <p:cNvPr id="4" name="Slide Number Placeholder 3">
            <a:extLst>
              <a:ext uri="{FF2B5EF4-FFF2-40B4-BE49-F238E27FC236}">
                <a16:creationId xmlns:a16="http://schemas.microsoft.com/office/drawing/2014/main" id="{DB6D555B-1D2B-D3AE-C3C2-ED388B738E43}"/>
              </a:ext>
            </a:extLst>
          </p:cNvPr>
          <p:cNvSpPr>
            <a:spLocks noGrp="1"/>
          </p:cNvSpPr>
          <p:nvPr>
            <p:ph type="sldNum" sz="quarter" idx="5"/>
          </p:nvPr>
        </p:nvSpPr>
        <p:spPr/>
      </p:sp>
    </p:spTree>
    <p:extLst>
      <p:ext uri="{BB962C8B-B14F-4D97-AF65-F5344CB8AC3E}">
        <p14:creationId xmlns:p14="http://schemas.microsoft.com/office/powerpoint/2010/main" val="2084810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30FEB-8E42-7D18-C066-443512B12A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13DBD-B9F3-6355-1B60-07EFDC0E3B5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EAE9AB7-AE0D-46CB-69D5-F7282E643E4C}"/>
              </a:ext>
            </a:extLst>
          </p:cNvPr>
          <p:cNvSpPr>
            <a:spLocks noGrp="1"/>
          </p:cNvSpPr>
          <p:nvPr>
            <p:ph type="body" sz="quarter" idx="3"/>
          </p:nvPr>
        </p:nvSpPr>
        <p:spPr/>
        <p:txBody>
          <a:bodyPr/>
          <a:lstStyle/>
          <a:p>
            <a:r>
              <a:t>Table 3은 AI-VA와 심혈관질환 발생 사이의 연관성입니다. 위험비(Hazard Ratio, HR)는 1보다 클수록 사건 발생 위험이 커진다는 뜻인데, 표준 위험인자를 보정한 후에도 AI-VA는 심혈관질환·관상동맥질환(심장에 혈액을 공급하는 혈관이 좁아지는 질환)·심부전(심장의 펌프 기능이 떨어지는 상태) 발생을 모두 유의하게 예측했습니다. 특히 심부전에서는 실제로 측정한 CFPWV가 보정 후 통계적 유의성을 잃었지만 AI-VA는 유의성을 그대로 유지해, AI-VA가 원본 파형에서 실측값이 놓치는 추가 정보까지 포착하고 있을 가능성을 시사합니다.</a:t>
            </a:r>
          </a:p>
        </p:txBody>
      </p:sp>
      <p:sp>
        <p:nvSpPr>
          <p:cNvPr id="4" name="Slide Number Placeholder 3">
            <a:extLst>
              <a:ext uri="{FF2B5EF4-FFF2-40B4-BE49-F238E27FC236}">
                <a16:creationId xmlns:a16="http://schemas.microsoft.com/office/drawing/2014/main" id="{173380CD-DCAA-C401-0B56-BD52845A09D9}"/>
              </a:ext>
            </a:extLst>
          </p:cNvPr>
          <p:cNvSpPr>
            <a:spLocks noGrp="1"/>
          </p:cNvSpPr>
          <p:nvPr>
            <p:ph type="sldNum" sz="quarter" idx="5"/>
          </p:nvPr>
        </p:nvSpPr>
        <p:spPr/>
      </p:sp>
    </p:spTree>
    <p:extLst>
      <p:ext uri="{BB962C8B-B14F-4D97-AF65-F5344CB8AC3E}">
        <p14:creationId xmlns:p14="http://schemas.microsoft.com/office/powerpoint/2010/main" val="15238907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AD71-3E22-356D-480B-1996493E4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0B182-3D00-9060-5A27-3C1E554475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D57EA6E-AE76-49A4-C85E-D3C69006CFC6}"/>
              </a:ext>
            </a:extLst>
          </p:cNvPr>
          <p:cNvSpPr>
            <a:spLocks noGrp="1"/>
          </p:cNvSpPr>
          <p:nvPr>
            <p:ph type="body" sz="quarter" idx="3"/>
          </p:nvPr>
        </p:nvSpPr>
        <p:spPr/>
        <p:txBody>
          <a:bodyPr/>
          <a:lstStyle/>
          <a:p>
            <a:r>
              <a:t>Figure 2는 AI-VA 값을 크기 순으로 4등분한 사분위군(하위 25%씩 네 그룹)별로 시간에 따른 누적발생곡선을 그린 것입니다. 혈관나이가 높은 군일수록 심혈관질환·관상동맥질환·심부전 발생이 뚜렷하게 증가하는 용량-반응 관계가 확인됩니다.</a:t>
            </a:r>
          </a:p>
        </p:txBody>
      </p:sp>
      <p:sp>
        <p:nvSpPr>
          <p:cNvPr id="4" name="Slide Number Placeholder 3">
            <a:extLst>
              <a:ext uri="{FF2B5EF4-FFF2-40B4-BE49-F238E27FC236}">
                <a16:creationId xmlns:a16="http://schemas.microsoft.com/office/drawing/2014/main" id="{20B657C6-41D4-1263-0744-8AA481191DB7}"/>
              </a:ext>
            </a:extLst>
          </p:cNvPr>
          <p:cNvSpPr>
            <a:spLocks noGrp="1"/>
          </p:cNvSpPr>
          <p:nvPr>
            <p:ph type="sldNum" sz="quarter" idx="5"/>
          </p:nvPr>
        </p:nvSpPr>
        <p:spPr/>
      </p:sp>
    </p:spTree>
    <p:extLst>
      <p:ext uri="{BB962C8B-B14F-4D97-AF65-F5344CB8AC3E}">
        <p14:creationId xmlns:p14="http://schemas.microsoft.com/office/powerpoint/2010/main" val="2266367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08463-8D38-F61E-ABAB-F44D0FBE5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5F6D5-3A0D-8B40-7FB8-0B69BAE98AC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077549-4464-5B82-52DA-64AE09D54C71}"/>
              </a:ext>
            </a:extLst>
          </p:cNvPr>
          <p:cNvSpPr>
            <a:spLocks noGrp="1"/>
          </p:cNvSpPr>
          <p:nvPr>
            <p:ph type="body" sz="quarter" idx="3"/>
          </p:nvPr>
        </p:nvSpPr>
        <p:spPr/>
        <p:txBody>
          <a:bodyPr/>
          <a:lstStyle/>
          <a:p>
            <a:r>
              <a:t>결과를 종합해보겠습니다. niCFPWV 예측 정확도는 아이슬란드 R²=0.64, Framingham R²=0.60으로 두 코호트에서 비슷한 수준을 보였습니다. 흥미로운 점은 예측치와 연령의 상관관계(R²=0.68~0.72)가 실측치와 연령의 상관관계(R²=0.58)보다 오히려 높았다는 것인데, 이는 실제 측정 과정에서 발생하는 오차, 즉 라벨 노이즈를 모델이 걸러내는 효과를 냈을 가능성을 시사합니다. Figure 1에서 본 것처럼 측정 부위마다 필터 민감도가 달라 서로 다른 해부생리학적 특징을 반영했고, 표준 위험인자 보정 후에도 AI-VA는 세 질환 모두 유의하게 예측했습니다(HR 1.37~1.86). 심부전에서는 실측치보다 강한 연관성과 뚜렷한 용량-반응 관계, 대부분 조합에서 유의한 NRI 개선까지 확인됐습니다.</a:t>
            </a:r>
          </a:p>
        </p:txBody>
      </p:sp>
      <p:sp>
        <p:nvSpPr>
          <p:cNvPr id="4" name="Slide Number Placeholder 3">
            <a:extLst>
              <a:ext uri="{FF2B5EF4-FFF2-40B4-BE49-F238E27FC236}">
                <a16:creationId xmlns:a16="http://schemas.microsoft.com/office/drawing/2014/main" id="{84953431-028C-B68B-1DB7-94CF790DB895}"/>
              </a:ext>
            </a:extLst>
          </p:cNvPr>
          <p:cNvSpPr>
            <a:spLocks noGrp="1"/>
          </p:cNvSpPr>
          <p:nvPr>
            <p:ph type="sldNum" sz="quarter" idx="5"/>
          </p:nvPr>
        </p:nvSpPr>
        <p:spPr/>
      </p:sp>
    </p:spTree>
    <p:extLst>
      <p:ext uri="{BB962C8B-B14F-4D97-AF65-F5344CB8AC3E}">
        <p14:creationId xmlns:p14="http://schemas.microsoft.com/office/powerpoint/2010/main" val="412359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F60D2-AB64-6603-748E-E71148C0B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136B4-140D-A43C-9A37-795DE63D442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2D01B5A-B0FA-DE2A-41B3-58A555F45735}"/>
              </a:ext>
            </a:extLst>
          </p:cNvPr>
          <p:cNvSpPr>
            <a:spLocks noGrp="1"/>
          </p:cNvSpPr>
          <p:nvPr>
            <p:ph type="body" sz="quarter" idx="3"/>
          </p:nvPr>
        </p:nvSpPr>
        <p:spPr/>
        <p:txBody>
          <a:bodyPr/>
          <a:lstStyle/>
          <a:p>
            <a:r>
              <a:t>정리하겠습니다. 단일 부위에서 얻은 20초 분량의 비침습 압력파형만으로, 별도 보정 없이 CFPWV에 근접한 값을 예측한 것은 이 연구가 처음 시도한 접근입니다. AI-VA는 표준 위험인자를 보정한 후에도 심혈관질환·관상동맥질환·심부전을 유의하게 예측했고, 특히 심부전에서는 실측 CFPWV보다도 강한 연관성을 보였습니다. 학습에 사용한 아이슬란드 코호트와 인종 구성이 전혀 다른 Framingham 코호트에서 외부검증에 성공했다는 점은 이 모델의 일반화 가능성을 뒷받침하는 중요한 근거입니다. 나아가 짧은 파형 하나로 예측이 가능하다는 특성상 Point-of-care 기기나 웨어러블에 탑재해 자가 모니터링에 활용할 잠재력도 있습니다. 다만 유럽계 백인 성인 위주 코호트로 학습되어 다른 인종이나 소아청소년에 대한 일반화는 아직 검증되지 않았고, 600만 개가 넘는 파라미터로 인한 암기(overfitting) 위험, 그리고 뇌졸중 단독 결과의 넓은 신뢰구간은 한계로 남아 있습니다.</a:t>
            </a:r>
          </a:p>
        </p:txBody>
      </p:sp>
      <p:sp>
        <p:nvSpPr>
          <p:cNvPr id="4" name="Slide Number Placeholder 3">
            <a:extLst>
              <a:ext uri="{FF2B5EF4-FFF2-40B4-BE49-F238E27FC236}">
                <a16:creationId xmlns:a16="http://schemas.microsoft.com/office/drawing/2014/main" id="{28E54715-DE88-7F1D-F618-0DD8CB8F92BA}"/>
              </a:ext>
            </a:extLst>
          </p:cNvPr>
          <p:cNvSpPr>
            <a:spLocks noGrp="1"/>
          </p:cNvSpPr>
          <p:nvPr>
            <p:ph type="sldNum" sz="quarter" idx="5"/>
          </p:nvPr>
        </p:nvSpPr>
        <p:spPr/>
      </p:sp>
    </p:spTree>
    <p:extLst>
      <p:ext uri="{BB962C8B-B14F-4D97-AF65-F5344CB8AC3E}">
        <p14:creationId xmlns:p14="http://schemas.microsoft.com/office/powerpoint/2010/main" val="1175056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D9945-8981-2501-6C5B-42FB36ECE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AAB48-569A-0774-312B-B1AF6D136E9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BC55A13-2240-49C0-6CFD-DECCF22EDE98}"/>
              </a:ext>
            </a:extLst>
          </p:cNvPr>
          <p:cNvSpPr>
            <a:spLocks noGrp="1"/>
          </p:cNvSpPr>
          <p:nvPr>
            <p:ph type="body" sz="quarter" idx="3"/>
          </p:nvPr>
        </p:nvSpPr>
        <p:spPr/>
        <p:txBody>
          <a:bodyPr/>
          <a:lstStyle/>
          <a:p>
            <a:r>
              <a:t>이 두 논문에서 제 연구에 적용해볼 점을 정리했습니다. 첫 번째 논문은 Step 1에서 Deep Learning으로 중간 지표를 예측하고 Step 2에서 Machine Learning으로 최종 판별을 수행하는 워크플로였는데, 저는 이 순서를 반대로 Step 1에서 Machine Learning, Step 2에서 Deep Learning을 진행하는 구조를 고려하고 있습니다. 두 번째 논문의 1D 압력파형 정규화·전처리 방식도 제가 다루는 1차원 신호 데이터에 그대로 적용해볼 수 있는 아이디어입니다.</a:t>
            </a:r>
          </a:p>
        </p:txBody>
      </p:sp>
      <p:sp>
        <p:nvSpPr>
          <p:cNvPr id="4" name="Slide Number Placeholder 3">
            <a:extLst>
              <a:ext uri="{FF2B5EF4-FFF2-40B4-BE49-F238E27FC236}">
                <a16:creationId xmlns:a16="http://schemas.microsoft.com/office/drawing/2014/main" id="{0F6E8838-DF13-C101-41FA-AC0B0F87C1E8}"/>
              </a:ext>
            </a:extLst>
          </p:cNvPr>
          <p:cNvSpPr>
            <a:spLocks noGrp="1"/>
          </p:cNvSpPr>
          <p:nvPr>
            <p:ph type="sldNum" sz="quarter" idx="5"/>
          </p:nvPr>
        </p:nvSpPr>
        <p:spPr/>
      </p:sp>
    </p:spTree>
    <p:extLst>
      <p:ext uri="{BB962C8B-B14F-4D97-AF65-F5344CB8AC3E}">
        <p14:creationId xmlns:p14="http://schemas.microsoft.com/office/powerpoint/2010/main" val="2974046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3d412ffb079_0_61:notes"/>
          <p:cNvSpPr>
            <a:spLocks noGrp="1" noRot="1" noChangeAspect="1"/>
          </p:cNvSpPr>
          <p:nvPr>
            <p:ph type="sldImg" idx="2"/>
          </p:nvPr>
        </p:nvSpPr>
        <p:spPr>
          <a:xfrm>
            <a:off x="4040188" y="857250"/>
            <a:ext cx="4113212"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3d412ffb079_0_61: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r>
              <a:t>이상으로 두 논문 리뷰를 마치겠습니다. 두 연구 모두 흔히 얻을 수 있는 신호인 흉부 X-ray와 압력파형에서 딥러닝으로 새로운 임상적 가치를 뽑아냈다는 공통점이 있습니다. 질문 있으시면 편하게 해주시기 바랍니다. 감사합니다.</a:t>
            </a:r>
          </a:p>
        </p:txBody>
      </p:sp>
      <p:sp>
        <p:nvSpPr>
          <p:cNvPr id="1174" name="Google Shape;1174;g3d412ffb079_0_61: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extLst>
      <p:ext uri="{BB962C8B-B14F-4D97-AF65-F5344CB8AC3E}">
        <p14:creationId xmlns:p14="http://schemas.microsoft.com/office/powerpoint/2010/main" val="2722397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object 2">
            <a:extLst>
              <a:ext uri="{FF2B5EF4-FFF2-40B4-BE49-F238E27FC236}">
                <a16:creationId xmlns:a16="http://schemas.microsoft.com/office/drawing/2014/main" id="{D279837B-A00B-4327-9AB8-97044CBDABA7}"/>
              </a:ext>
            </a:extLst>
          </p:cNvPr>
          <p:cNvPicPr/>
          <p:nvPr userDrawn="1"/>
        </p:nvPicPr>
        <p:blipFill rotWithShape="1">
          <a:blip r:embed="rId2"/>
          <a:stretch>
            <a:fillRect/>
          </a:stretch>
        </p:blipFill>
        <p:spPr>
          <a:xfrm>
            <a:off x="0" y="228731"/>
            <a:ext cx="12192000" cy="6400538"/>
          </a:xfrm>
          <a:prstGeom prst="rect">
            <a:avLst/>
          </a:prstGeom>
        </p:spPr>
      </p:pic>
      <p:pic>
        <p:nvPicPr>
          <p:cNvPr id="3" name="그림 2">
            <a:extLst>
              <a:ext uri="{FF2B5EF4-FFF2-40B4-BE49-F238E27FC236}">
                <a16:creationId xmlns:a16="http://schemas.microsoft.com/office/drawing/2014/main" id="{4B17CE84-3562-483D-8448-6A30899AF09E}"/>
              </a:ext>
            </a:extLst>
          </p:cNvPr>
          <p:cNvPicPr>
            <a:picLocks noChangeAspect="1"/>
          </p:cNvPicPr>
          <p:nvPr userDrawn="1"/>
        </p:nvPicPr>
        <p:blipFill rotWithShape="1">
          <a:blip r:embed="rId3">
            <a:clrChange>
              <a:clrFrom>
                <a:srgbClr val="FFFFFF"/>
              </a:clrFrom>
              <a:clrTo>
                <a:srgbClr val="FFFFFF">
                  <a:alpha val="0"/>
                </a:srgbClr>
              </a:clrTo>
            </a:clrChange>
          </a:blip>
          <a:srcRect t="19699" b="22132"/>
          <a:stretch/>
        </p:blipFill>
        <p:spPr>
          <a:xfrm>
            <a:off x="3461866" y="5273477"/>
            <a:ext cx="4168803" cy="982769"/>
          </a:xfrm>
          <a:prstGeom prst="rect">
            <a:avLst/>
          </a:prstGeom>
        </p:spPr>
      </p:pic>
      <p:pic>
        <p:nvPicPr>
          <p:cNvPr id="8" name="object 4">
            <a:extLst>
              <a:ext uri="{FF2B5EF4-FFF2-40B4-BE49-F238E27FC236}">
                <a16:creationId xmlns:a16="http://schemas.microsoft.com/office/drawing/2014/main" id="{8EF8DD5B-0316-4193-BCC7-D6CFCAE8969D}"/>
              </a:ext>
            </a:extLst>
          </p:cNvPr>
          <p:cNvPicPr/>
          <p:nvPr userDrawn="1"/>
        </p:nvPicPr>
        <p:blipFill rotWithShape="1">
          <a:blip r:embed="rId4"/>
          <a:stretch>
            <a:fillRect/>
          </a:stretch>
        </p:blipFill>
        <p:spPr>
          <a:xfrm>
            <a:off x="-277376" y="5274173"/>
            <a:ext cx="4550839" cy="992767"/>
          </a:xfrm>
          <a:prstGeom prst="rect">
            <a:avLst/>
          </a:prstGeom>
        </p:spPr>
      </p:pic>
    </p:spTree>
    <p:extLst>
      <p:ext uri="{BB962C8B-B14F-4D97-AF65-F5344CB8AC3E}">
        <p14:creationId xmlns:p14="http://schemas.microsoft.com/office/powerpoint/2010/main" val="336857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grpSp>
        <p:nvGrpSpPr>
          <p:cNvPr id="24" name="그룹 23">
            <a:extLst>
              <a:ext uri="{FF2B5EF4-FFF2-40B4-BE49-F238E27FC236}">
                <a16:creationId xmlns:a16="http://schemas.microsoft.com/office/drawing/2014/main" id="{5EC22856-02EF-4559-9B66-BD5C863FF254}"/>
              </a:ext>
            </a:extLst>
          </p:cNvPr>
          <p:cNvGrpSpPr/>
          <p:nvPr userDrawn="1"/>
        </p:nvGrpSpPr>
        <p:grpSpPr>
          <a:xfrm>
            <a:off x="-8467" y="6463089"/>
            <a:ext cx="12200467" cy="403574"/>
            <a:chOff x="-8467" y="6470661"/>
            <a:chExt cx="12200467" cy="390527"/>
          </a:xfrm>
        </p:grpSpPr>
        <p:sp>
          <p:nvSpPr>
            <p:cNvPr id="9" name="직사각형 8">
              <a:extLst>
                <a:ext uri="{FF2B5EF4-FFF2-40B4-BE49-F238E27FC236}">
                  <a16:creationId xmlns:a16="http://schemas.microsoft.com/office/drawing/2014/main" id="{0DFE1C4B-A7EE-47E1-8AAE-3EF4E43D16F6}"/>
                </a:ext>
              </a:extLst>
            </p:cNvPr>
            <p:cNvSpPr/>
            <p:nvPr userDrawn="1"/>
          </p:nvSpPr>
          <p:spPr>
            <a:xfrm>
              <a:off x="0" y="6496062"/>
              <a:ext cx="12192000" cy="365126"/>
            </a:xfrm>
            <a:prstGeom prst="rect">
              <a:avLst/>
            </a:prstGeom>
            <a:solidFill>
              <a:srgbClr val="1F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돋움체 Medium" panose="00000600000000000000" pitchFamily="2" charset="-127"/>
                <a:ea typeface="KoPub돋움체 Medium" panose="00000600000000000000" pitchFamily="2" charset="-127"/>
              </a:endParaRPr>
            </a:p>
          </p:txBody>
        </p:sp>
        <p:cxnSp>
          <p:nvCxnSpPr>
            <p:cNvPr id="15" name="직선 연결선 14">
              <a:extLst>
                <a:ext uri="{FF2B5EF4-FFF2-40B4-BE49-F238E27FC236}">
                  <a16:creationId xmlns:a16="http://schemas.microsoft.com/office/drawing/2014/main" id="{28C131E4-1CD9-49D8-B343-8379436586CB}"/>
                </a:ext>
              </a:extLst>
            </p:cNvPr>
            <p:cNvCxnSpPr>
              <a:cxnSpLocks/>
            </p:cNvCxnSpPr>
            <p:nvPr userDrawn="1"/>
          </p:nvCxnSpPr>
          <p:spPr>
            <a:xfrm>
              <a:off x="-8467" y="6470661"/>
              <a:ext cx="12200467"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제목 1">
            <a:extLst>
              <a:ext uri="{FF2B5EF4-FFF2-40B4-BE49-F238E27FC236}">
                <a16:creationId xmlns:a16="http://schemas.microsoft.com/office/drawing/2014/main" id="{FE4F955D-C3E9-4033-8442-9095377B0662}"/>
              </a:ext>
            </a:extLst>
          </p:cNvPr>
          <p:cNvSpPr>
            <a:spLocks noGrp="1"/>
          </p:cNvSpPr>
          <p:nvPr>
            <p:ph type="title" hasCustomPrompt="1"/>
          </p:nvPr>
        </p:nvSpPr>
        <p:spPr>
          <a:xfrm>
            <a:off x="508000" y="365126"/>
            <a:ext cx="11176000" cy="532342"/>
          </a:xfrm>
        </p:spPr>
        <p:txBody>
          <a:bodyPr>
            <a:normAutofit/>
          </a:bodyPr>
          <a:lstStyle>
            <a:lvl1pPr>
              <a:defRPr sz="2400" b="1">
                <a:solidFill>
                  <a:srgbClr val="023670"/>
                </a:solidFill>
                <a:latin typeface="KoPub돋움체 Bold" panose="02020603020101020101" pitchFamily="18" charset="-127"/>
                <a:ea typeface="KoPub돋움체 Bold" panose="02020603020101020101" pitchFamily="18" charset="-127"/>
                <a:cs typeface="Arial" panose="020B0604020202020204" pitchFamily="34" charset="0"/>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9CA482F1-FC12-443E-892A-B48F9C50AA53}"/>
              </a:ext>
            </a:extLst>
          </p:cNvPr>
          <p:cNvSpPr>
            <a:spLocks noGrp="1"/>
          </p:cNvSpPr>
          <p:nvPr>
            <p:ph idx="1" hasCustomPrompt="1"/>
          </p:nvPr>
        </p:nvSpPr>
        <p:spPr>
          <a:xfrm>
            <a:off x="508000" y="897468"/>
            <a:ext cx="11176000" cy="5063066"/>
          </a:xfrm>
        </p:spPr>
        <p:txBody>
          <a:bodyPr/>
          <a:lstStyle>
            <a:lvl1pPr>
              <a:lnSpc>
                <a:spcPct val="200000"/>
              </a:lnSpc>
              <a:defRPr sz="2000" b="0">
                <a:latin typeface="KoPub돋움체 Bold" panose="02020603020101020101" pitchFamily="18" charset="-127"/>
                <a:ea typeface="KoPub돋움체 Bold" panose="02020603020101020101" pitchFamily="18" charset="-127"/>
              </a:defRPr>
            </a:lvl1pPr>
            <a:lvl2pPr>
              <a:lnSpc>
                <a:spcPct val="150000"/>
              </a:lnSpc>
              <a:defRPr sz="1800">
                <a:latin typeface="KoPub돋움체 Medium" panose="02020603020101020101" pitchFamily="18" charset="-127"/>
                <a:ea typeface="KoPub돋움체 Medium" panose="02020603020101020101" pitchFamily="18" charset="-127"/>
              </a:defRPr>
            </a:lvl2pPr>
            <a:lvl3pPr>
              <a:lnSpc>
                <a:spcPct val="150000"/>
              </a:lnSpc>
              <a:defRPr sz="1600">
                <a:latin typeface="KoPub돋움체 Medium" panose="02020603020101020101" pitchFamily="18" charset="-127"/>
                <a:ea typeface="KoPub돋움체 Medium" panose="02020603020101020101" pitchFamily="18" charset="-127"/>
              </a:defRPr>
            </a:lvl3pPr>
            <a:lvl4pPr>
              <a:lnSpc>
                <a:spcPct val="150000"/>
              </a:lnSpc>
              <a:defRPr sz="1600">
                <a:latin typeface="KoPub돋움체 Medium" panose="02020603020101020101" pitchFamily="18" charset="-127"/>
                <a:ea typeface="KoPub돋움체 Medium" panose="02020603020101020101" pitchFamily="18" charset="-127"/>
              </a:defRPr>
            </a:lvl4pPr>
            <a:lvl5pPr>
              <a:lnSpc>
                <a:spcPct val="150000"/>
              </a:lnSpc>
              <a:defRPr sz="1600">
                <a:latin typeface="KoPub돋움체 Medium" panose="02020603020101020101" pitchFamily="18" charset="-127"/>
                <a:ea typeface="KoPub돋움체 Medium" panose="02020603020101020101" pitchFamily="18" charset="-127"/>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pic>
        <p:nvPicPr>
          <p:cNvPr id="11" name="그림 10">
            <a:extLst>
              <a:ext uri="{FF2B5EF4-FFF2-40B4-BE49-F238E27FC236}">
                <a16:creationId xmlns:a16="http://schemas.microsoft.com/office/drawing/2014/main" id="{95A1225D-0BD8-42FD-A091-144615FF0733}"/>
              </a:ext>
            </a:extLst>
          </p:cNvPr>
          <p:cNvPicPr>
            <a:picLocks noChangeAspect="1"/>
          </p:cNvPicPr>
          <p:nvPr userDrawn="1"/>
        </p:nvPicPr>
        <p:blipFill rotWithShape="1">
          <a:blip r:embed="rId2"/>
          <a:srcRect t="-583" b="3459"/>
          <a:stretch/>
        </p:blipFill>
        <p:spPr>
          <a:xfrm>
            <a:off x="5452198" y="6510701"/>
            <a:ext cx="1279135" cy="355962"/>
          </a:xfrm>
          <a:prstGeom prst="rect">
            <a:avLst/>
          </a:prstGeom>
          <a:solidFill>
            <a:srgbClr val="1F346B"/>
          </a:solidFill>
        </p:spPr>
      </p:pic>
      <p:sp>
        <p:nvSpPr>
          <p:cNvPr id="6" name="슬라이드 번호 개체 틀 5">
            <a:extLst>
              <a:ext uri="{FF2B5EF4-FFF2-40B4-BE49-F238E27FC236}">
                <a16:creationId xmlns:a16="http://schemas.microsoft.com/office/drawing/2014/main" id="{831EFF5A-1B85-42B1-95F5-C4213C5AD98D}"/>
              </a:ext>
            </a:extLst>
          </p:cNvPr>
          <p:cNvSpPr>
            <a:spLocks noGrp="1"/>
          </p:cNvSpPr>
          <p:nvPr>
            <p:ph type="sldNum" sz="quarter" idx="12"/>
          </p:nvPr>
        </p:nvSpPr>
        <p:spPr>
          <a:xfrm>
            <a:off x="11404600" y="6517302"/>
            <a:ext cx="558800" cy="321398"/>
          </a:xfrm>
        </p:spPr>
        <p:txBody>
          <a:bodyPr/>
          <a:lstStyle>
            <a:lvl1pPr>
              <a:defRPr>
                <a:solidFill>
                  <a:schemeClr val="bg1"/>
                </a:solidFill>
              </a:defRPr>
            </a:lvl1pPr>
          </a:lstStyle>
          <a:p>
            <a:fld id="{9F4AF89A-28FA-47FA-B28F-9A9C6913CB7A}" type="slidenum">
              <a:rPr lang="ko-KR" altLang="en-US" smtClean="0"/>
              <a:pPr/>
              <a:t>‹#›</a:t>
            </a:fld>
            <a:endParaRPr lang="ko-KR" altLang="en-US" dirty="0"/>
          </a:p>
        </p:txBody>
      </p:sp>
      <p:pic>
        <p:nvPicPr>
          <p:cNvPr id="13" name="그림 12">
            <a:extLst>
              <a:ext uri="{FF2B5EF4-FFF2-40B4-BE49-F238E27FC236}">
                <a16:creationId xmlns:a16="http://schemas.microsoft.com/office/drawing/2014/main" id="{DAEAB581-7B9E-4552-9BEC-BDB2FB36C0F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6482" b="96122" l="16219" r="85171">
                        <a14:foregroundMark x1="20111" y1="81440" x2="20111" y2="81440"/>
                        <a14:foregroundMark x1="16404" y1="81440" x2="16404" y2="81440"/>
                        <a14:foregroundMark x1="25950" y1="81717" x2="25950" y2="81717"/>
                        <a14:foregroundMark x1="35959" y1="86704" x2="35959" y2="86704"/>
                        <a14:foregroundMark x1="44300" y1="83657" x2="44300" y2="83657"/>
                        <a14:foregroundMark x1="53197" y1="73961" x2="53197" y2="73961"/>
                        <a14:foregroundMark x1="82947" y1="81717" x2="82947" y2="81717"/>
                        <a14:foregroundMark x1="85171" y1="87812" x2="85171" y2="87812"/>
                      </a14:backgroundRemoval>
                    </a14:imgEffect>
                  </a14:imgLayer>
                </a14:imgProps>
              </a:ext>
              <a:ext uri="{28A0092B-C50C-407E-A947-70E740481C1C}">
                <a14:useLocalDpi xmlns:a14="http://schemas.microsoft.com/office/drawing/2010/main" val="0"/>
              </a:ext>
            </a:extLst>
          </a:blip>
          <a:srcRect l="12517" t="63297" r="13176"/>
          <a:stretch/>
        </p:blipFill>
        <p:spPr>
          <a:xfrm>
            <a:off x="112017" y="6545265"/>
            <a:ext cx="1744133" cy="288231"/>
          </a:xfrm>
          <a:prstGeom prst="rect">
            <a:avLst/>
          </a:prstGeom>
        </p:spPr>
      </p:pic>
      <p:sp>
        <p:nvSpPr>
          <p:cNvPr id="16" name="날짜 개체 틀 3">
            <a:extLst>
              <a:ext uri="{FF2B5EF4-FFF2-40B4-BE49-F238E27FC236}">
                <a16:creationId xmlns:a16="http://schemas.microsoft.com/office/drawing/2014/main" id="{3920A115-BF94-4DB0-B759-905F580E6ABC}"/>
              </a:ext>
            </a:extLst>
          </p:cNvPr>
          <p:cNvSpPr>
            <a:spLocks noGrp="1"/>
          </p:cNvSpPr>
          <p:nvPr>
            <p:ph type="dt" sz="half" idx="10"/>
          </p:nvPr>
        </p:nvSpPr>
        <p:spPr>
          <a:xfrm>
            <a:off x="9698025" y="6495439"/>
            <a:ext cx="1258711" cy="365125"/>
          </a:xfrm>
        </p:spPr>
        <p:txBody>
          <a:bodyPr/>
          <a:lstStyle>
            <a:lvl1pPr>
              <a:defRPr>
                <a:solidFill>
                  <a:schemeClr val="bg1"/>
                </a:solidFill>
              </a:defRPr>
            </a:lvl1pPr>
          </a:lstStyle>
          <a:p>
            <a:endParaRPr lang="ko-KR" altLang="en-US" dirty="0"/>
          </a:p>
        </p:txBody>
      </p:sp>
      <p:sp>
        <p:nvSpPr>
          <p:cNvPr id="17" name="바닥글 개체 틀 4">
            <a:extLst>
              <a:ext uri="{FF2B5EF4-FFF2-40B4-BE49-F238E27FC236}">
                <a16:creationId xmlns:a16="http://schemas.microsoft.com/office/drawing/2014/main" id="{CB761E04-ABC5-4F9B-B7F4-0370F3F02EDD}"/>
              </a:ext>
            </a:extLst>
          </p:cNvPr>
          <p:cNvSpPr>
            <a:spLocks noGrp="1"/>
          </p:cNvSpPr>
          <p:nvPr>
            <p:ph type="ftr" sz="quarter" idx="11"/>
          </p:nvPr>
        </p:nvSpPr>
        <p:spPr>
          <a:xfrm>
            <a:off x="7308348" y="6495439"/>
            <a:ext cx="1888067" cy="365125"/>
          </a:xfrm>
        </p:spPr>
        <p:txBody>
          <a:bodyPr/>
          <a:lstStyle>
            <a:lvl1pPr>
              <a:defRPr>
                <a:solidFill>
                  <a:schemeClr val="bg1"/>
                </a:solidFill>
              </a:defRPr>
            </a:lvl1pPr>
          </a:lstStyle>
          <a:p>
            <a:endParaRPr lang="ko-KR" altLang="en-US" dirty="0"/>
          </a:p>
        </p:txBody>
      </p:sp>
    </p:spTree>
    <p:extLst>
      <p:ext uri="{BB962C8B-B14F-4D97-AF65-F5344CB8AC3E}">
        <p14:creationId xmlns:p14="http://schemas.microsoft.com/office/powerpoint/2010/main" val="317648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D0B4DC-8072-4B8E-A822-FE3A08C0D63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D927B99-20C3-4D37-8275-EA6400E5C1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7C6CE84-6AD8-453A-AD6E-FEAF6049C1C5}"/>
              </a:ext>
            </a:extLst>
          </p:cNvPr>
          <p:cNvSpPr>
            <a:spLocks noGrp="1"/>
          </p:cNvSpPr>
          <p:nvPr>
            <p:ph type="dt" sz="half" idx="10"/>
          </p:nvPr>
        </p:nvSpPr>
        <p:spPr>
          <a:xfrm>
            <a:off x="838200" y="6044141"/>
            <a:ext cx="2743200" cy="365125"/>
          </a:xfrm>
        </p:spPr>
        <p:txBody>
          <a:bodyPr/>
          <a:lstStyle/>
          <a:p>
            <a:endParaRPr lang="ko-KR" altLang="en-US"/>
          </a:p>
        </p:txBody>
      </p:sp>
      <p:sp>
        <p:nvSpPr>
          <p:cNvPr id="5" name="바닥글 개체 틀 4">
            <a:extLst>
              <a:ext uri="{FF2B5EF4-FFF2-40B4-BE49-F238E27FC236}">
                <a16:creationId xmlns:a16="http://schemas.microsoft.com/office/drawing/2014/main" id="{549EF105-0337-4580-9111-FD2F527F97D8}"/>
              </a:ext>
            </a:extLst>
          </p:cNvPr>
          <p:cNvSpPr>
            <a:spLocks noGrp="1"/>
          </p:cNvSpPr>
          <p:nvPr>
            <p:ph type="ftr" sz="quarter" idx="11"/>
          </p:nvPr>
        </p:nvSpPr>
        <p:spPr>
          <a:xfrm>
            <a:off x="4038600" y="6044141"/>
            <a:ext cx="4114800" cy="365125"/>
          </a:xfrm>
        </p:spPr>
        <p:txBody>
          <a:bodyPr/>
          <a:lstStyle/>
          <a:p>
            <a:endParaRPr lang="ko-KR" altLang="en-US"/>
          </a:p>
        </p:txBody>
      </p:sp>
      <p:sp>
        <p:nvSpPr>
          <p:cNvPr id="7" name="슬라이드 번호 개체 틀 5">
            <a:extLst>
              <a:ext uri="{FF2B5EF4-FFF2-40B4-BE49-F238E27FC236}">
                <a16:creationId xmlns:a16="http://schemas.microsoft.com/office/drawing/2014/main" id="{AB31AF83-2C46-4BF6-B48E-DD76F99A3E2F}"/>
              </a:ext>
            </a:extLst>
          </p:cNvPr>
          <p:cNvSpPr>
            <a:spLocks noGrp="1"/>
          </p:cNvSpPr>
          <p:nvPr>
            <p:ph type="sldNum" sz="quarter" idx="12"/>
          </p:nvPr>
        </p:nvSpPr>
        <p:spPr>
          <a:xfrm>
            <a:off x="8940800" y="6044141"/>
            <a:ext cx="2743200" cy="365125"/>
          </a:xfrm>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45177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8C8B6C-1DEF-4332-8A14-F6B6981FD99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78B35E-5C7A-4650-863C-461C8592BBB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A0FC85E-DA01-4C94-8312-2EAB20EAB35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ADE796-457C-4E05-BBB8-BC7FD1390133}"/>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65A564A-D398-41C0-BEF2-5D2A53F3709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BD0DB09-1DC7-4816-820B-2EDD19BADB2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212983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073845-DA08-4E02-89E5-279477CDC15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FA0F8E2-8F9C-4936-8D92-FA7FE49702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59C35784-8D42-4310-8640-07C1BEB330B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B31B950-6CB7-42DB-A303-B407EF83D2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0F35007-CA56-4CB7-8C5F-CF3E2924C58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0CD9AE-54AB-44CB-8910-A70F24EB3AAA}"/>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2AFA608-2F47-4FBC-8A45-AC037C64C08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EA635AC-BD3D-4D4A-AB07-EAABF5013766}"/>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307660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D27486-42F6-4B67-8DF8-769971D09AF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BBFFFA3-6C08-4D2B-B714-F2729D0D945F}"/>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001B550E-4A2E-4405-8F29-A9633B7A925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40B985F-0B0F-472E-A18E-72C776E3022C}"/>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69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5995497-1A46-4FDE-B4B1-CA2510A4E863}"/>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66BDDD35-FFDF-4936-8645-AC2A1F2AB0E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A31037F-312F-4D9B-9119-F134F49B2903}"/>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59211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062E35-F23E-4CDC-9C00-11DCB7E970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765F35A-C1B0-4F2A-8536-7C9C4EF9C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6B6DFEF-5929-42A1-B17A-6AD3F1AC5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B8A33CA-A779-4AE7-8BB3-0DF9C81A742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1539BD6-447C-4ABC-97CC-BCC453A3890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6A96239-5406-4F31-95AA-C4BD1AB5053A}"/>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47807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FCC7A7-4C8B-434F-9C38-C6E5AC9E37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7AD0D2C-AE0D-4BDF-B9E8-D91CD7556C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9F58740-6BDA-46A2-A629-765E7E175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92C1AD5-7F55-4125-8A2F-BC07A86DA481}"/>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CAB58409-227F-4B89-B306-5E32E6E4F5A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7C64012-3A7B-4999-BA77-06258A04A4F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4303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4230E-387F-465D-9111-5F8ACFE1D2C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C53B19F-7C90-4073-858B-0BD87654EFB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96123FE-787A-4904-AA9D-8ACC7B307BB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F1EAC67-5F52-452E-9E50-F587C64817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50EEB5A-4207-4ADB-95D4-B87AA305BAB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9007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DACCBB6-C18F-485C-A53E-8683CFFE909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12DC10F-92E5-436B-9D63-2A68B11CB04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5DDDF8-BB20-4C9B-9571-A39BA7D6E91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7354DDF5-9EDE-406E-BFC5-8359CD7084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B989F03-47B6-4B39-B0CA-2A216789CA9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777190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A31B03D-0C42-48E6-948A-722C5EE3FD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495A6E46-0B48-4B44-9DA0-C7C1E05C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B20D4B93-E437-4DCC-9E09-16EA88BBC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5" name="바닥글 개체 틀 4">
            <a:extLst>
              <a:ext uri="{FF2B5EF4-FFF2-40B4-BE49-F238E27FC236}">
                <a16:creationId xmlns:a16="http://schemas.microsoft.com/office/drawing/2014/main" id="{84A7A77E-05D0-4203-B655-9A2A21B58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6" name="슬라이드 번호 개체 틀 5">
            <a:extLst>
              <a:ext uri="{FF2B5EF4-FFF2-40B4-BE49-F238E27FC236}">
                <a16:creationId xmlns:a16="http://schemas.microsoft.com/office/drawing/2014/main" id="{4C09CEAC-52D1-4D7C-99C4-13222A951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fld id="{9F4AF89A-28FA-47FA-B28F-9A9C6913CB7A}" type="slidenum">
              <a:rPr lang="ko-KR" altLang="en-US" smtClean="0"/>
              <a:pPr/>
              <a:t>‹#›</a:t>
            </a:fld>
            <a:endParaRPr lang="ko-KR" altLang="en-US" dirty="0"/>
          </a:p>
        </p:txBody>
      </p:sp>
    </p:spTree>
    <p:extLst>
      <p:ext uri="{BB962C8B-B14F-4D97-AF65-F5344CB8AC3E}">
        <p14:creationId xmlns:p14="http://schemas.microsoft.com/office/powerpoint/2010/main" val="275548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KoPub돋움체 Medium" panose="00000600000000000000" pitchFamily="2" charset="-127"/>
          <a:ea typeface="KoPub돋움체 Medium" panose="00000600000000000000" pitchFamily="2"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KoPub돋움체 Medium" panose="00000600000000000000" pitchFamily="2" charset="-127"/>
          <a:ea typeface="KoPub돋움체 Medium" panose="00000600000000000000" pitchFamily="2"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KoPub돋움체 Medium" panose="00000600000000000000" pitchFamily="2" charset="-127"/>
          <a:ea typeface="KoPub돋움체 Medium" panose="00000600000000000000" pitchFamily="2"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KoPub돋움체 Medium" panose="00000600000000000000" pitchFamily="2" charset="-127"/>
          <a:ea typeface="KoPub돋움체 Medium" panose="00000600000000000000" pitchFamily="2"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7068" y="2062806"/>
            <a:ext cx="11387837" cy="461665"/>
          </a:xfrm>
          <a:prstGeom prst="rect">
            <a:avLst/>
          </a:prstGeom>
          <a:noFill/>
        </p:spPr>
        <p:txBody>
          <a:bodyPr wrap="square">
            <a:spAutoFit/>
          </a:bodyPr>
          <a:lstStyle/>
          <a:p>
            <a:r>
              <a:rPr lang="ko-KR" altLang="ko-KR" sz="2400" dirty="0" err="1">
                <a:solidFill>
                  <a:schemeClr val="bg1"/>
                </a:solidFill>
                <a:latin typeface="KoPub돋움체 Bold" panose="00000800000000000000" pitchFamily="2" charset="-127"/>
                <a:ea typeface="KoPub돋움체 Bold" panose="00000800000000000000" pitchFamily="2" charset="-127"/>
              </a:rPr>
              <a:t>Chest</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X-ray-based</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opportunistic</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screening</a:t>
            </a:r>
            <a:r>
              <a:rPr lang="ko-KR" altLang="ko-KR" sz="2400" dirty="0">
                <a:solidFill>
                  <a:schemeClr val="bg1"/>
                </a:solidFill>
                <a:latin typeface="KoPub돋움체 Bold" panose="00000800000000000000" pitchFamily="2" charset="-127"/>
                <a:ea typeface="KoPub돋움체 Bold" panose="00000800000000000000" pitchFamily="2" charset="-127"/>
              </a:rPr>
              <a:t> of </a:t>
            </a:r>
            <a:r>
              <a:rPr lang="ko-KR" altLang="ko-KR" sz="2400" dirty="0" err="1">
                <a:solidFill>
                  <a:schemeClr val="bg1"/>
                </a:solidFill>
                <a:latin typeface="KoPub돋움체 Bold" panose="00000800000000000000" pitchFamily="2" charset="-127"/>
                <a:ea typeface="KoPub돋움체 Bold" panose="00000800000000000000" pitchFamily="2" charset="-127"/>
              </a:rPr>
              <a:t>sarcopenia</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using</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deep</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learning</a:t>
            </a:r>
            <a:endParaRPr sz="2400" b="1" dirty="0">
              <a:solidFill>
                <a:schemeClr val="bg1"/>
              </a:solidFill>
              <a:latin typeface="KoPub돋움체 Bold" panose="00000800000000000000" pitchFamily="2" charset="-127"/>
              <a:ea typeface="KoPub돋움체 Bold" panose="00000800000000000000" pitchFamily="2" charset="-127"/>
            </a:endParaRPr>
          </a:p>
        </p:txBody>
      </p:sp>
      <p:sp>
        <p:nvSpPr>
          <p:cNvPr id="3" name="TextBox 2"/>
          <p:cNvSpPr txBox="1"/>
          <p:nvPr/>
        </p:nvSpPr>
        <p:spPr>
          <a:xfrm>
            <a:off x="417068" y="3139177"/>
            <a:ext cx="7139940" cy="338554"/>
          </a:xfrm>
          <a:prstGeom prst="rect">
            <a:avLst/>
          </a:prstGeom>
          <a:noFill/>
        </p:spPr>
        <p:txBody>
          <a:bodyPr wrap="square">
            <a:spAutoFit/>
          </a:bodyPr>
          <a:lstStyle/>
          <a:p>
            <a:r>
              <a:rPr sz="1600" dirty="0">
                <a:solidFill>
                  <a:schemeClr val="bg1"/>
                </a:solidFill>
                <a:latin typeface="KoPub돋움체 Medium"/>
              </a:rPr>
              <a:t>2026. 07. </a:t>
            </a:r>
            <a:r>
              <a:rPr lang="en-US" sz="1600" dirty="0">
                <a:solidFill>
                  <a:schemeClr val="bg1"/>
                </a:solidFill>
                <a:latin typeface="KoPub돋움체 Medium"/>
              </a:rPr>
              <a:t>24</a:t>
            </a:r>
            <a:endParaRPr sz="1600" dirty="0">
              <a:solidFill>
                <a:schemeClr val="bg1"/>
              </a:solidFill>
              <a:latin typeface="KoPub돋움체 Medium"/>
            </a:endParaRPr>
          </a:p>
        </p:txBody>
      </p:sp>
      <p:sp>
        <p:nvSpPr>
          <p:cNvPr id="4" name="TextBox 3"/>
          <p:cNvSpPr txBox="1"/>
          <p:nvPr/>
        </p:nvSpPr>
        <p:spPr>
          <a:xfrm>
            <a:off x="417068" y="3564777"/>
            <a:ext cx="7139940" cy="289823"/>
          </a:xfrm>
          <a:prstGeom prst="rect">
            <a:avLst/>
          </a:prstGeom>
          <a:noFill/>
        </p:spPr>
        <p:txBody>
          <a:bodyPr wrap="square">
            <a:spAutoFit/>
          </a:bodyPr>
          <a:lstStyle/>
          <a:p>
            <a:r>
              <a:rPr sz="1800" b="1">
                <a:solidFill>
                  <a:srgbClr val="FFFFFF"/>
                </a:solidFill>
                <a:latin typeface="KoPub돋움체 Medium"/>
              </a:rPr>
              <a:t>JangHoon Chun</a:t>
            </a:r>
          </a:p>
        </p:txBody>
      </p:sp>
      <p:sp>
        <p:nvSpPr>
          <p:cNvPr id="5" name="TextBox 4"/>
          <p:cNvSpPr txBox="1"/>
          <p:nvPr/>
        </p:nvSpPr>
        <p:spPr>
          <a:xfrm>
            <a:off x="417068" y="3978214"/>
            <a:ext cx="7139940" cy="1213153"/>
          </a:xfrm>
          <a:prstGeom prst="rect">
            <a:avLst/>
          </a:prstGeom>
          <a:noFill/>
        </p:spPr>
        <p:txBody>
          <a:bodyPr wrap="square">
            <a:spAutoFit/>
          </a:bodyPr>
          <a:lstStyle/>
          <a:p>
            <a:r>
              <a:rPr sz="1600">
                <a:solidFill>
                  <a:srgbClr val="FFFFFF"/>
                </a:solidFill>
                <a:latin typeface="KoPub돋움체 Medium"/>
              </a:rPr>
              <a:t>Department of, Medical Device Engineering &amp; Management</a:t>
            </a:r>
          </a:p>
          <a:p>
            <a:r>
              <a:rPr sz="1600">
                <a:solidFill>
                  <a:srgbClr val="FFFFFF"/>
                </a:solidFill>
                <a:latin typeface="KoPub돋움체 Medium"/>
              </a:rPr>
              <a:t>Gangnam Severance Hospital,</a:t>
            </a:r>
          </a:p>
          <a:p>
            <a:r>
              <a:rPr sz="1600">
                <a:solidFill>
                  <a:srgbClr val="FFFFFF"/>
                </a:solidFill>
                <a:latin typeface="KoPub돋움체 Medium"/>
              </a:rPr>
              <a:t>Yonsei University College of Medicine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E5534-86AE-D0B3-4F24-E46DC352D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D8618-C7F6-6492-D8C5-855682DEE548}"/>
              </a:ext>
            </a:extLst>
          </p:cNvPr>
          <p:cNvSpPr>
            <a:spLocks noGrp="1"/>
          </p:cNvSpPr>
          <p:nvPr>
            <p:ph type="title"/>
          </p:nvPr>
        </p:nvSpPr>
        <p:spPr/>
        <p:txBody>
          <a:bodyPr/>
          <a:lstStyle/>
          <a:p>
            <a:r>
              <a:rPr lang="en-US" altLang="ko-KR" b="0" dirty="0"/>
              <a:t>Background</a:t>
            </a:r>
            <a:endParaRPr b="0" dirty="0"/>
          </a:p>
        </p:txBody>
      </p:sp>
      <p:grpSp>
        <p:nvGrpSpPr>
          <p:cNvPr id="21" name="그룹 20">
            <a:extLst>
              <a:ext uri="{FF2B5EF4-FFF2-40B4-BE49-F238E27FC236}">
                <a16:creationId xmlns:a16="http://schemas.microsoft.com/office/drawing/2014/main" id="{FBAC6A88-1EC5-C27E-C6BC-452FB163FA9F}"/>
              </a:ext>
            </a:extLst>
          </p:cNvPr>
          <p:cNvGrpSpPr/>
          <p:nvPr/>
        </p:nvGrpSpPr>
        <p:grpSpPr>
          <a:xfrm>
            <a:off x="508000" y="1049743"/>
            <a:ext cx="11176000" cy="4957092"/>
            <a:chOff x="420943" y="1049743"/>
            <a:chExt cx="11603630" cy="5146766"/>
          </a:xfrm>
        </p:grpSpPr>
        <p:pic>
          <p:nvPicPr>
            <p:cNvPr id="10" name="그림 9" descr="130개 이상의 근육퇴행위축 스톡 일러스트, Royalty-Free 벡터 그래픽 및 클립 아트 - iStock">
              <a:extLst>
                <a:ext uri="{FF2B5EF4-FFF2-40B4-BE49-F238E27FC236}">
                  <a16:creationId xmlns:a16="http://schemas.microsoft.com/office/drawing/2014/main" id="{2FEAE795-1729-0D07-E951-178299A3AC0B}"/>
                </a:ext>
              </a:extLst>
            </p:cNvPr>
            <p:cNvPicPr>
              <a:picLocks noChangeAspect="1"/>
            </p:cNvPicPr>
            <p:nvPr/>
          </p:nvPicPr>
          <p:blipFill>
            <a:blip r:embed="rId3"/>
            <a:stretch>
              <a:fillRect/>
            </a:stretch>
          </p:blipFill>
          <p:spPr>
            <a:xfrm>
              <a:off x="420943" y="1049743"/>
              <a:ext cx="4856481" cy="3237654"/>
            </a:xfrm>
            <a:prstGeom prst="rect">
              <a:avLst/>
            </a:prstGeom>
          </p:spPr>
        </p:pic>
        <p:pic>
          <p:nvPicPr>
            <p:cNvPr id="13" name="그림 12" descr="SARC-F Questionnaire">
              <a:extLst>
                <a:ext uri="{FF2B5EF4-FFF2-40B4-BE49-F238E27FC236}">
                  <a16:creationId xmlns:a16="http://schemas.microsoft.com/office/drawing/2014/main" id="{F789D13F-D0F8-8C71-D361-9C405D3A00AB}"/>
                </a:ext>
              </a:extLst>
            </p:cNvPr>
            <p:cNvPicPr>
              <a:picLocks noChangeAspect="1"/>
            </p:cNvPicPr>
            <p:nvPr/>
          </p:nvPicPr>
          <p:blipFill>
            <a:blip r:embed="rId4"/>
            <a:stretch>
              <a:fillRect/>
            </a:stretch>
          </p:blipFill>
          <p:spPr>
            <a:xfrm>
              <a:off x="5186299" y="1049743"/>
              <a:ext cx="3641291" cy="5146766"/>
            </a:xfrm>
            <a:prstGeom prst="rect">
              <a:avLst/>
            </a:prstGeom>
          </p:spPr>
        </p:pic>
        <p:pic>
          <p:nvPicPr>
            <p:cNvPr id="20" name="그림 19" descr="Chest radiograph - Wikipedia">
              <a:extLst>
                <a:ext uri="{FF2B5EF4-FFF2-40B4-BE49-F238E27FC236}">
                  <a16:creationId xmlns:a16="http://schemas.microsoft.com/office/drawing/2014/main" id="{946F4432-9AE1-97E4-3A31-667A903AD5B3}"/>
                </a:ext>
              </a:extLst>
            </p:cNvPr>
            <p:cNvPicPr>
              <a:picLocks noChangeAspect="1"/>
            </p:cNvPicPr>
            <p:nvPr/>
          </p:nvPicPr>
          <p:blipFill>
            <a:blip r:embed="rId5"/>
            <a:stretch>
              <a:fillRect/>
            </a:stretch>
          </p:blipFill>
          <p:spPr>
            <a:xfrm>
              <a:off x="9128353" y="2781377"/>
              <a:ext cx="2896220" cy="3313612"/>
            </a:xfrm>
            <a:prstGeom prst="rect">
              <a:avLst/>
            </a:prstGeom>
          </p:spPr>
        </p:pic>
      </p:grpSp>
      <p:sp>
        <p:nvSpPr>
          <p:cNvPr id="22" name="사각형: 둥근 모서리 21">
            <a:extLst>
              <a:ext uri="{FF2B5EF4-FFF2-40B4-BE49-F238E27FC236}">
                <a16:creationId xmlns:a16="http://schemas.microsoft.com/office/drawing/2014/main" id="{1B79C8C7-BFD1-52E1-5697-F908CBDE9607}"/>
              </a:ext>
            </a:extLst>
          </p:cNvPr>
          <p:cNvSpPr/>
          <p:nvPr/>
        </p:nvSpPr>
        <p:spPr>
          <a:xfrm>
            <a:off x="8894514" y="1051353"/>
            <a:ext cx="2789485" cy="99170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t>Clinic Data</a:t>
            </a:r>
          </a:p>
          <a:p>
            <a:pPr algn="ctr"/>
            <a:r>
              <a:rPr lang="en-US" altLang="ko-KR" dirty="0"/>
              <a:t>[Sex, Age, BMI]</a:t>
            </a:r>
            <a:endParaRPr lang="ko-KR" altLang="en-US" dirty="0"/>
          </a:p>
        </p:txBody>
      </p:sp>
      <p:sp>
        <p:nvSpPr>
          <p:cNvPr id="23" name="십자형 22">
            <a:extLst>
              <a:ext uri="{FF2B5EF4-FFF2-40B4-BE49-F238E27FC236}">
                <a16:creationId xmlns:a16="http://schemas.microsoft.com/office/drawing/2014/main" id="{5FED5CDA-5803-FDB9-6644-4F9DDEED023F}"/>
              </a:ext>
            </a:extLst>
          </p:cNvPr>
          <p:cNvSpPr/>
          <p:nvPr/>
        </p:nvSpPr>
        <p:spPr>
          <a:xfrm>
            <a:off x="10058400" y="2151711"/>
            <a:ext cx="457200" cy="457200"/>
          </a:xfrm>
          <a:prstGeom prst="plus">
            <a:avLst>
              <a:gd name="adj" fmla="val 41279"/>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3380225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A4C23-0060-8DE8-67AB-82345D627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A003B-96AD-9238-04FA-1A51E29CDC52}"/>
              </a:ext>
            </a:extLst>
          </p:cNvPr>
          <p:cNvSpPr>
            <a:spLocks noGrp="1"/>
          </p:cNvSpPr>
          <p:nvPr>
            <p:ph type="title"/>
          </p:nvPr>
        </p:nvSpPr>
        <p:spPr/>
        <p:txBody>
          <a:bodyPr/>
          <a:lstStyle/>
          <a:p>
            <a:r>
              <a:rPr lang="en-US" dirty="0"/>
              <a:t>Datasets</a:t>
            </a:r>
            <a:endParaRPr dirty="0"/>
          </a:p>
        </p:txBody>
      </p:sp>
      <p:pic>
        <p:nvPicPr>
          <p:cNvPr id="7" name="그림 6">
            <a:extLst>
              <a:ext uri="{FF2B5EF4-FFF2-40B4-BE49-F238E27FC236}">
                <a16:creationId xmlns:a16="http://schemas.microsoft.com/office/drawing/2014/main" id="{36D7B137-A504-F471-9533-531D27059CB0}"/>
              </a:ext>
            </a:extLst>
          </p:cNvPr>
          <p:cNvPicPr>
            <a:picLocks noChangeAspect="1"/>
          </p:cNvPicPr>
          <p:nvPr/>
        </p:nvPicPr>
        <p:blipFill>
          <a:blip r:embed="rId3"/>
          <a:stretch>
            <a:fillRect/>
          </a:stretch>
        </p:blipFill>
        <p:spPr>
          <a:xfrm>
            <a:off x="1509072" y="1156970"/>
            <a:ext cx="9173855" cy="4544059"/>
          </a:xfrm>
          <a:prstGeom prst="rect">
            <a:avLst/>
          </a:prstGeom>
        </p:spPr>
      </p:pic>
    </p:spTree>
    <p:extLst>
      <p:ext uri="{BB962C8B-B14F-4D97-AF65-F5344CB8AC3E}">
        <p14:creationId xmlns:p14="http://schemas.microsoft.com/office/powerpoint/2010/main" val="3762766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C0075-5B95-946D-78FE-C34E61CBE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2038A-8F03-B32D-D98F-7C1305C606EB}"/>
              </a:ext>
            </a:extLst>
          </p:cNvPr>
          <p:cNvSpPr>
            <a:spLocks noGrp="1"/>
          </p:cNvSpPr>
          <p:nvPr>
            <p:ph type="title"/>
          </p:nvPr>
        </p:nvSpPr>
        <p:spPr/>
        <p:txBody>
          <a:bodyPr/>
          <a:lstStyle/>
          <a:p>
            <a:r>
              <a:rPr lang="en-US" altLang="ko-KR" dirty="0"/>
              <a:t>Methods</a:t>
            </a:r>
            <a:endParaRPr dirty="0"/>
          </a:p>
        </p:txBody>
      </p:sp>
      <p:grpSp>
        <p:nvGrpSpPr>
          <p:cNvPr id="10" name="그룹 9">
            <a:extLst>
              <a:ext uri="{FF2B5EF4-FFF2-40B4-BE49-F238E27FC236}">
                <a16:creationId xmlns:a16="http://schemas.microsoft.com/office/drawing/2014/main" id="{C2DC3536-54B5-8F71-B442-263799DB4398}"/>
              </a:ext>
            </a:extLst>
          </p:cNvPr>
          <p:cNvGrpSpPr/>
          <p:nvPr/>
        </p:nvGrpSpPr>
        <p:grpSpPr>
          <a:xfrm>
            <a:off x="1235434" y="631297"/>
            <a:ext cx="9721131" cy="5535944"/>
            <a:chOff x="763992" y="365127"/>
            <a:chExt cx="9721131" cy="5535944"/>
          </a:xfrm>
        </p:grpSpPr>
        <p:pic>
          <p:nvPicPr>
            <p:cNvPr id="7" name="그림 6">
              <a:extLst>
                <a:ext uri="{FF2B5EF4-FFF2-40B4-BE49-F238E27FC236}">
                  <a16:creationId xmlns:a16="http://schemas.microsoft.com/office/drawing/2014/main" id="{0CA4EA2A-0AC6-7529-184E-883AF605FAB9}"/>
                </a:ext>
              </a:extLst>
            </p:cNvPr>
            <p:cNvPicPr>
              <a:picLocks noChangeAspect="1"/>
            </p:cNvPicPr>
            <p:nvPr/>
          </p:nvPicPr>
          <p:blipFill>
            <a:blip r:embed="rId3"/>
            <a:srcRect b="6935"/>
            <a:stretch>
              <a:fillRect/>
            </a:stretch>
          </p:blipFill>
          <p:spPr>
            <a:xfrm>
              <a:off x="1706877" y="365127"/>
              <a:ext cx="8778246" cy="5535944"/>
            </a:xfrm>
            <a:prstGeom prst="rect">
              <a:avLst/>
            </a:prstGeom>
          </p:spPr>
        </p:pic>
        <p:pic>
          <p:nvPicPr>
            <p:cNvPr id="9" name="그림 8" descr="NIH CLAHE Enhanced Chest X-rays">
              <a:extLst>
                <a:ext uri="{FF2B5EF4-FFF2-40B4-BE49-F238E27FC236}">
                  <a16:creationId xmlns:a16="http://schemas.microsoft.com/office/drawing/2014/main" id="{F399AA05-90FA-617F-858E-7AAEB12D4EAE}"/>
                </a:ext>
              </a:extLst>
            </p:cNvPr>
            <p:cNvPicPr>
              <a:picLocks noChangeAspect="1"/>
            </p:cNvPicPr>
            <p:nvPr/>
          </p:nvPicPr>
          <p:blipFill>
            <a:blip r:embed="rId4"/>
            <a:stretch>
              <a:fillRect/>
            </a:stretch>
          </p:blipFill>
          <p:spPr>
            <a:xfrm>
              <a:off x="763992" y="2636874"/>
              <a:ext cx="2451769" cy="1235148"/>
            </a:xfrm>
            <a:prstGeom prst="rect">
              <a:avLst/>
            </a:prstGeom>
          </p:spPr>
        </p:pic>
      </p:grpSp>
      <p:sp>
        <p:nvSpPr>
          <p:cNvPr id="11" name="직사각형 10">
            <a:extLst>
              <a:ext uri="{FF2B5EF4-FFF2-40B4-BE49-F238E27FC236}">
                <a16:creationId xmlns:a16="http://schemas.microsoft.com/office/drawing/2014/main" id="{1E25D70D-68C0-DAC9-79CE-698E498A90E4}"/>
              </a:ext>
            </a:extLst>
          </p:cNvPr>
          <p:cNvSpPr/>
          <p:nvPr/>
        </p:nvSpPr>
        <p:spPr>
          <a:xfrm>
            <a:off x="5922335" y="2828261"/>
            <a:ext cx="1275907" cy="132056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92C44986-106A-EABD-8527-76901F2E0E0E}"/>
              </a:ext>
            </a:extLst>
          </p:cNvPr>
          <p:cNvSpPr/>
          <p:nvPr/>
        </p:nvSpPr>
        <p:spPr>
          <a:xfrm>
            <a:off x="7669619" y="4774019"/>
            <a:ext cx="1275907" cy="2821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115871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E937D-6F2B-E271-B97D-CE1B68D00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F392E-C296-E36B-28CF-887B3D2DBB1F}"/>
              </a:ext>
            </a:extLst>
          </p:cNvPr>
          <p:cNvSpPr>
            <a:spLocks noGrp="1"/>
          </p:cNvSpPr>
          <p:nvPr>
            <p:ph type="title"/>
          </p:nvPr>
        </p:nvSpPr>
        <p:spPr/>
        <p:txBody>
          <a:bodyPr/>
          <a:lstStyle/>
          <a:p>
            <a:r>
              <a:rPr lang="en-US" altLang="ko-KR" dirty="0"/>
              <a:t>Results</a:t>
            </a:r>
            <a:endParaRPr dirty="0"/>
          </a:p>
        </p:txBody>
      </p:sp>
      <p:pic>
        <p:nvPicPr>
          <p:cNvPr id="7" name="그림 6">
            <a:extLst>
              <a:ext uri="{FF2B5EF4-FFF2-40B4-BE49-F238E27FC236}">
                <a16:creationId xmlns:a16="http://schemas.microsoft.com/office/drawing/2014/main" id="{F48E3BE0-39B5-19AC-5680-8B653EEEEB7E}"/>
              </a:ext>
            </a:extLst>
          </p:cNvPr>
          <p:cNvPicPr>
            <a:picLocks noChangeAspect="1"/>
          </p:cNvPicPr>
          <p:nvPr/>
        </p:nvPicPr>
        <p:blipFill>
          <a:blip r:embed="rId3"/>
          <a:stretch>
            <a:fillRect/>
          </a:stretch>
        </p:blipFill>
        <p:spPr>
          <a:xfrm>
            <a:off x="608834" y="1037891"/>
            <a:ext cx="10974332" cy="4782217"/>
          </a:xfrm>
          <a:prstGeom prst="rect">
            <a:avLst/>
          </a:prstGeom>
        </p:spPr>
      </p:pic>
    </p:spTree>
    <p:extLst>
      <p:ext uri="{BB962C8B-B14F-4D97-AF65-F5344CB8AC3E}">
        <p14:creationId xmlns:p14="http://schemas.microsoft.com/office/powerpoint/2010/main" val="1720725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6CA79-0A90-D9D6-5140-25AEF1145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F7E1B-05C2-6822-9366-5CE9EE6F2050}"/>
              </a:ext>
            </a:extLst>
          </p:cNvPr>
          <p:cNvSpPr>
            <a:spLocks noGrp="1"/>
          </p:cNvSpPr>
          <p:nvPr>
            <p:ph type="title"/>
          </p:nvPr>
        </p:nvSpPr>
        <p:spPr/>
        <p:txBody>
          <a:bodyPr/>
          <a:lstStyle/>
          <a:p>
            <a:r>
              <a:rPr lang="en-US" altLang="ko-KR" dirty="0"/>
              <a:t>Results</a:t>
            </a:r>
            <a:endParaRPr dirty="0"/>
          </a:p>
        </p:txBody>
      </p:sp>
      <p:grpSp>
        <p:nvGrpSpPr>
          <p:cNvPr id="9" name="그룹 8">
            <a:extLst>
              <a:ext uri="{FF2B5EF4-FFF2-40B4-BE49-F238E27FC236}">
                <a16:creationId xmlns:a16="http://schemas.microsoft.com/office/drawing/2014/main" id="{0DFD7682-9162-41B9-610D-2A6125BA1681}"/>
              </a:ext>
            </a:extLst>
          </p:cNvPr>
          <p:cNvGrpSpPr/>
          <p:nvPr/>
        </p:nvGrpSpPr>
        <p:grpSpPr>
          <a:xfrm>
            <a:off x="6096000" y="3317358"/>
            <a:ext cx="6096000" cy="3058558"/>
            <a:chOff x="1536693" y="971464"/>
            <a:chExt cx="9240540" cy="4913412"/>
          </a:xfrm>
        </p:grpSpPr>
        <p:pic>
          <p:nvPicPr>
            <p:cNvPr id="4" name="그림 3">
              <a:extLst>
                <a:ext uri="{FF2B5EF4-FFF2-40B4-BE49-F238E27FC236}">
                  <a16:creationId xmlns:a16="http://schemas.microsoft.com/office/drawing/2014/main" id="{8383E61B-5C78-DCB3-FF28-5ECEADF743EC}"/>
                </a:ext>
              </a:extLst>
            </p:cNvPr>
            <p:cNvPicPr>
              <a:picLocks noChangeAspect="1"/>
            </p:cNvPicPr>
            <p:nvPr/>
          </p:nvPicPr>
          <p:blipFill>
            <a:blip r:embed="rId3"/>
            <a:stretch>
              <a:fillRect/>
            </a:stretch>
          </p:blipFill>
          <p:spPr>
            <a:xfrm>
              <a:off x="1536693" y="1216975"/>
              <a:ext cx="9240540" cy="4667901"/>
            </a:xfrm>
            <a:prstGeom prst="rect">
              <a:avLst/>
            </a:prstGeom>
          </p:spPr>
        </p:pic>
        <p:pic>
          <p:nvPicPr>
            <p:cNvPr id="6" name="그림 5">
              <a:extLst>
                <a:ext uri="{FF2B5EF4-FFF2-40B4-BE49-F238E27FC236}">
                  <a16:creationId xmlns:a16="http://schemas.microsoft.com/office/drawing/2014/main" id="{AA0052D2-D465-B3AE-B395-9F031F91766D}"/>
                </a:ext>
              </a:extLst>
            </p:cNvPr>
            <p:cNvPicPr>
              <a:picLocks noChangeAspect="1"/>
            </p:cNvPicPr>
            <p:nvPr/>
          </p:nvPicPr>
          <p:blipFill>
            <a:blip r:embed="rId4"/>
            <a:srcRect b="92106"/>
            <a:stretch>
              <a:fillRect/>
            </a:stretch>
          </p:blipFill>
          <p:spPr>
            <a:xfrm>
              <a:off x="1639031" y="971464"/>
              <a:ext cx="9088118" cy="386513"/>
            </a:xfrm>
            <a:prstGeom prst="rect">
              <a:avLst/>
            </a:prstGeom>
          </p:spPr>
        </p:pic>
      </p:grpSp>
      <p:pic>
        <p:nvPicPr>
          <p:cNvPr id="13" name="그림 12">
            <a:extLst>
              <a:ext uri="{FF2B5EF4-FFF2-40B4-BE49-F238E27FC236}">
                <a16:creationId xmlns:a16="http://schemas.microsoft.com/office/drawing/2014/main" id="{8FFC3A37-69EE-BA57-6919-BEE262AEDCEE}"/>
              </a:ext>
            </a:extLst>
          </p:cNvPr>
          <p:cNvPicPr>
            <a:picLocks noChangeAspect="1"/>
          </p:cNvPicPr>
          <p:nvPr/>
        </p:nvPicPr>
        <p:blipFill>
          <a:blip r:embed="rId5"/>
          <a:stretch>
            <a:fillRect/>
          </a:stretch>
        </p:blipFill>
        <p:spPr>
          <a:xfrm>
            <a:off x="658919" y="1131848"/>
            <a:ext cx="4134154" cy="4594304"/>
          </a:xfrm>
          <a:prstGeom prst="rect">
            <a:avLst/>
          </a:prstGeom>
        </p:spPr>
      </p:pic>
      <p:pic>
        <p:nvPicPr>
          <p:cNvPr id="5" name="그림 4">
            <a:extLst>
              <a:ext uri="{FF2B5EF4-FFF2-40B4-BE49-F238E27FC236}">
                <a16:creationId xmlns:a16="http://schemas.microsoft.com/office/drawing/2014/main" id="{9FBE45BC-ABE4-CCA4-4332-4F69F1B48FF3}"/>
              </a:ext>
            </a:extLst>
          </p:cNvPr>
          <p:cNvPicPr>
            <a:picLocks noChangeAspect="1"/>
          </p:cNvPicPr>
          <p:nvPr/>
        </p:nvPicPr>
        <p:blipFill>
          <a:blip r:embed="rId4"/>
          <a:stretch>
            <a:fillRect/>
          </a:stretch>
        </p:blipFill>
        <p:spPr>
          <a:xfrm>
            <a:off x="6047738" y="26518"/>
            <a:ext cx="6107901" cy="3290840"/>
          </a:xfrm>
          <a:prstGeom prst="rect">
            <a:avLst/>
          </a:prstGeom>
        </p:spPr>
      </p:pic>
    </p:spTree>
    <p:extLst>
      <p:ext uri="{BB962C8B-B14F-4D97-AF65-F5344CB8AC3E}">
        <p14:creationId xmlns:p14="http://schemas.microsoft.com/office/powerpoint/2010/main" val="2894534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15E1D-CCDE-B172-5CF1-D77777A9B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69D31-C53A-D7AD-95CA-0BBECB0AAF9F}"/>
              </a:ext>
            </a:extLst>
          </p:cNvPr>
          <p:cNvSpPr>
            <a:spLocks noGrp="1"/>
          </p:cNvSpPr>
          <p:nvPr>
            <p:ph type="title"/>
          </p:nvPr>
        </p:nvSpPr>
        <p:spPr/>
        <p:txBody>
          <a:bodyPr>
            <a:normAutofit/>
          </a:bodyPr>
          <a:lstStyle/>
          <a:p>
            <a:r>
              <a:rPr lang="en-US" altLang="ko-KR" dirty="0"/>
              <a:t>Results</a:t>
            </a:r>
            <a:endParaRPr dirty="0"/>
          </a:p>
        </p:txBody>
      </p:sp>
      <p:pic>
        <p:nvPicPr>
          <p:cNvPr id="9" name="그림 8">
            <a:extLst>
              <a:ext uri="{FF2B5EF4-FFF2-40B4-BE49-F238E27FC236}">
                <a16:creationId xmlns:a16="http://schemas.microsoft.com/office/drawing/2014/main" id="{6316501E-4DFF-6F9B-7AE1-4C32E443F1C5}"/>
              </a:ext>
            </a:extLst>
          </p:cNvPr>
          <p:cNvPicPr>
            <a:picLocks noChangeAspect="1"/>
          </p:cNvPicPr>
          <p:nvPr/>
        </p:nvPicPr>
        <p:blipFill>
          <a:blip r:embed="rId3"/>
          <a:stretch>
            <a:fillRect/>
          </a:stretch>
        </p:blipFill>
        <p:spPr>
          <a:xfrm>
            <a:off x="662789" y="1867075"/>
            <a:ext cx="4556617" cy="2729403"/>
          </a:xfrm>
          <a:prstGeom prst="rect">
            <a:avLst/>
          </a:prstGeom>
        </p:spPr>
      </p:pic>
      <p:pic>
        <p:nvPicPr>
          <p:cNvPr id="11" name="그림 10">
            <a:extLst>
              <a:ext uri="{FF2B5EF4-FFF2-40B4-BE49-F238E27FC236}">
                <a16:creationId xmlns:a16="http://schemas.microsoft.com/office/drawing/2014/main" id="{7FF5AB3F-CB1E-3FAD-2868-44FEB1178124}"/>
              </a:ext>
            </a:extLst>
          </p:cNvPr>
          <p:cNvPicPr>
            <a:picLocks noChangeAspect="1"/>
          </p:cNvPicPr>
          <p:nvPr/>
        </p:nvPicPr>
        <p:blipFill>
          <a:blip r:embed="rId4"/>
          <a:stretch>
            <a:fillRect/>
          </a:stretch>
        </p:blipFill>
        <p:spPr>
          <a:xfrm>
            <a:off x="6096001" y="652902"/>
            <a:ext cx="4887180" cy="2578875"/>
          </a:xfrm>
          <a:prstGeom prst="rect">
            <a:avLst/>
          </a:prstGeom>
        </p:spPr>
      </p:pic>
      <p:pic>
        <p:nvPicPr>
          <p:cNvPr id="13" name="그림 12">
            <a:extLst>
              <a:ext uri="{FF2B5EF4-FFF2-40B4-BE49-F238E27FC236}">
                <a16:creationId xmlns:a16="http://schemas.microsoft.com/office/drawing/2014/main" id="{8940EF61-4A1F-E959-8749-BE2BB966D9E2}"/>
              </a:ext>
            </a:extLst>
          </p:cNvPr>
          <p:cNvPicPr>
            <a:picLocks noChangeAspect="1"/>
          </p:cNvPicPr>
          <p:nvPr/>
        </p:nvPicPr>
        <p:blipFill>
          <a:blip r:embed="rId5"/>
          <a:stretch>
            <a:fillRect/>
          </a:stretch>
        </p:blipFill>
        <p:spPr>
          <a:xfrm>
            <a:off x="6426563" y="3259176"/>
            <a:ext cx="4556617" cy="3062999"/>
          </a:xfrm>
          <a:prstGeom prst="rect">
            <a:avLst/>
          </a:prstGeom>
        </p:spPr>
      </p:pic>
    </p:spTree>
    <p:extLst>
      <p:ext uri="{BB962C8B-B14F-4D97-AF65-F5344CB8AC3E}">
        <p14:creationId xmlns:p14="http://schemas.microsoft.com/office/powerpoint/2010/main" val="1407855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572C7-1F73-D527-41F9-038003ABF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152C3-2171-A347-5161-58C8B4C516D4}"/>
              </a:ext>
            </a:extLst>
          </p:cNvPr>
          <p:cNvSpPr>
            <a:spLocks noGrp="1"/>
          </p:cNvSpPr>
          <p:nvPr>
            <p:ph type="title"/>
          </p:nvPr>
        </p:nvSpPr>
        <p:spPr/>
        <p:txBody>
          <a:bodyPr/>
          <a:lstStyle/>
          <a:p>
            <a:r>
              <a:rPr lang="en-US" altLang="ko-KR" dirty="0"/>
              <a:t>Conclusions</a:t>
            </a:r>
            <a:endParaRPr dirty="0"/>
          </a:p>
        </p:txBody>
      </p:sp>
      <p:sp>
        <p:nvSpPr>
          <p:cNvPr id="3" name="내용 개체 틀 2">
            <a:extLst>
              <a:ext uri="{FF2B5EF4-FFF2-40B4-BE49-F238E27FC236}">
                <a16:creationId xmlns:a16="http://schemas.microsoft.com/office/drawing/2014/main" id="{0B893894-249B-BAFF-E4FF-A97CC1A38B62}"/>
              </a:ext>
            </a:extLst>
          </p:cNvPr>
          <p:cNvSpPr>
            <a:spLocks noGrp="1"/>
          </p:cNvSpPr>
          <p:nvPr>
            <p:ph idx="1"/>
          </p:nvPr>
        </p:nvSpPr>
        <p:spPr>
          <a:xfrm>
            <a:off x="508000" y="897468"/>
            <a:ext cx="11176000" cy="5063066"/>
          </a:xfrm>
        </p:spPr>
        <p:txBody>
          <a:bodyPr>
            <a:normAutofit/>
          </a:bodyPr>
          <a:lstStyle/>
          <a:p>
            <a:r>
              <a:rPr sz="1600"/>
              <a:t>SARC-CXR = 흉부 X-ray 한 장, SARC-F 뛰어넘는 근감소증 판별력</a:t>
            </a:r>
          </a:p>
          <a:p>
            <a:r>
              <a:rPr sz="1600"/>
              <a:t>추가 검사 없는 기회 포착형(Opportunistic) 스크리닝</a:t>
            </a:r>
          </a:p>
          <a:p>
            <a:r>
              <a:rPr sz="1600"/>
              <a:t>Deep Ensemble = 예측값 + 불확실성, 신뢰도까지 한 번에</a:t>
            </a:r>
          </a:p>
        </p:txBody>
      </p:sp>
    </p:spTree>
    <p:extLst>
      <p:ext uri="{BB962C8B-B14F-4D97-AF65-F5344CB8AC3E}">
        <p14:creationId xmlns:p14="http://schemas.microsoft.com/office/powerpoint/2010/main" val="3812503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489DE-35F8-DB1F-0C69-661E1F691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5F91A3-0D70-9661-D917-F58F47D2CA0B}"/>
              </a:ext>
            </a:extLst>
          </p:cNvPr>
          <p:cNvSpPr>
            <a:spLocks noGrp="1"/>
          </p:cNvSpPr>
          <p:nvPr>
            <p:ph type="title"/>
          </p:nvPr>
        </p:nvSpPr>
        <p:spPr/>
        <p:txBody>
          <a:bodyPr/>
          <a:lstStyle/>
          <a:p>
            <a:r>
              <a:rPr lang="en-US" dirty="0"/>
              <a:t>Limitations</a:t>
            </a:r>
            <a:endParaRPr dirty="0"/>
          </a:p>
        </p:txBody>
      </p:sp>
      <p:sp>
        <p:nvSpPr>
          <p:cNvPr id="3" name="내용 개체 틀 2">
            <a:extLst>
              <a:ext uri="{FF2B5EF4-FFF2-40B4-BE49-F238E27FC236}">
                <a16:creationId xmlns:a16="http://schemas.microsoft.com/office/drawing/2014/main" id="{E8F60418-8307-2D44-2FC7-4C196EC57E80}"/>
              </a:ext>
            </a:extLst>
          </p:cNvPr>
          <p:cNvSpPr>
            <a:spLocks noGrp="1"/>
          </p:cNvSpPr>
          <p:nvPr>
            <p:ph idx="1"/>
          </p:nvPr>
        </p:nvSpPr>
        <p:spPr>
          <a:xfrm>
            <a:off x="508000" y="897468"/>
            <a:ext cx="11176000" cy="5063066"/>
          </a:xfrm>
        </p:spPr>
        <p:txBody>
          <a:bodyPr>
            <a:normAutofit/>
          </a:bodyPr>
          <a:lstStyle/>
          <a:p>
            <a:r>
              <a:rPr sz="1600"/>
              <a:t>작은 외부 검증(n=149) · 단일 민족 코호트 → 일반화의 한계</a:t>
            </a:r>
          </a:p>
          <a:p>
            <a:r>
              <a:rPr sz="1600"/>
              <a:t>급성질환자(폐렴·흉수 등) 미포함 → 실제 임상과의 간극</a:t>
            </a:r>
          </a:p>
          <a:p>
            <a:r>
              <a:rPr sz="1600"/>
              <a:t>BIA 기반 ALM 측정의 태생적 한계, 저자원 환경 접근성 문제</a:t>
            </a:r>
          </a:p>
          <a:p>
            <a:r>
              <a:rPr sz="1600"/>
              <a:t>Next Step: 대규모·전향적·다인종 검증</a:t>
            </a:r>
          </a:p>
        </p:txBody>
      </p:sp>
    </p:spTree>
    <p:extLst>
      <p:ext uri="{BB962C8B-B14F-4D97-AF65-F5344CB8AC3E}">
        <p14:creationId xmlns:p14="http://schemas.microsoft.com/office/powerpoint/2010/main" val="1770119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10EC2-B42B-19DC-BD27-8759FD1516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FABB5A-E9D3-9E95-6C1C-4BB2A8613444}"/>
              </a:ext>
            </a:extLst>
          </p:cNvPr>
          <p:cNvSpPr txBox="1"/>
          <p:nvPr/>
        </p:nvSpPr>
        <p:spPr>
          <a:xfrm>
            <a:off x="417068" y="2062806"/>
            <a:ext cx="11387837" cy="830997"/>
          </a:xfrm>
          <a:prstGeom prst="rect">
            <a:avLst/>
          </a:prstGeom>
          <a:noFill/>
        </p:spPr>
        <p:txBody>
          <a:bodyPr wrap="square">
            <a:spAutoFit/>
          </a:bodyPr>
          <a:lstStyle/>
          <a:p>
            <a:r>
              <a:rPr lang="ko-KR" altLang="ko-KR" sz="2400" dirty="0" err="1">
                <a:solidFill>
                  <a:schemeClr val="bg1"/>
                </a:solidFill>
                <a:latin typeface="KoPub돋움체 Bold" panose="00000800000000000000" pitchFamily="2" charset="-127"/>
                <a:ea typeface="KoPub돋움체 Bold" panose="00000800000000000000" pitchFamily="2" charset="-127"/>
              </a:rPr>
              <a:t>Vascular</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age</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assessed</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from</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an</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uncalibrated</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noninvasive</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pressure</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waveform</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by</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using</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a</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deep</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learning</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approach</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the</a:t>
            </a:r>
            <a:r>
              <a:rPr lang="ko-KR" altLang="ko-KR" sz="2400" dirty="0">
                <a:solidFill>
                  <a:schemeClr val="bg1"/>
                </a:solidFill>
                <a:latin typeface="KoPub돋움체 Bold" panose="00000800000000000000" pitchFamily="2" charset="-127"/>
                <a:ea typeface="KoPub돋움체 Bold" panose="00000800000000000000" pitchFamily="2" charset="-127"/>
              </a:rPr>
              <a:t> AI</a:t>
            </a:r>
            <a:r>
              <a:rPr lang="en-US"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VascularAge</a:t>
            </a:r>
            <a:r>
              <a:rPr lang="ko-KR" altLang="ko-KR" sz="2400" dirty="0">
                <a:solidFill>
                  <a:schemeClr val="bg1"/>
                </a:solidFill>
                <a:latin typeface="KoPub돋움체 Bold" panose="00000800000000000000" pitchFamily="2" charset="-127"/>
                <a:ea typeface="KoPub돋움체 Bold" panose="00000800000000000000" pitchFamily="2" charset="-127"/>
              </a:rPr>
              <a:t> </a:t>
            </a:r>
            <a:r>
              <a:rPr lang="ko-KR" altLang="ko-KR" sz="2400" dirty="0" err="1">
                <a:solidFill>
                  <a:schemeClr val="bg1"/>
                </a:solidFill>
                <a:latin typeface="KoPub돋움체 Bold" panose="00000800000000000000" pitchFamily="2" charset="-127"/>
                <a:ea typeface="KoPub돋움체 Bold" panose="00000800000000000000" pitchFamily="2" charset="-127"/>
              </a:rPr>
              <a:t>model</a:t>
            </a:r>
            <a:endParaRPr sz="2400" b="1" dirty="0">
              <a:solidFill>
                <a:schemeClr val="bg1"/>
              </a:solidFill>
              <a:latin typeface="KoPub돋움체 Bold" panose="00000800000000000000" pitchFamily="2" charset="-127"/>
              <a:ea typeface="KoPub돋움체 Bold" panose="00000800000000000000" pitchFamily="2" charset="-127"/>
            </a:endParaRPr>
          </a:p>
        </p:txBody>
      </p:sp>
      <p:sp>
        <p:nvSpPr>
          <p:cNvPr id="3" name="TextBox 2">
            <a:extLst>
              <a:ext uri="{FF2B5EF4-FFF2-40B4-BE49-F238E27FC236}">
                <a16:creationId xmlns:a16="http://schemas.microsoft.com/office/drawing/2014/main" id="{AB1358E5-808A-680A-B76D-6BE9911B919D}"/>
              </a:ext>
            </a:extLst>
          </p:cNvPr>
          <p:cNvSpPr txBox="1"/>
          <p:nvPr/>
        </p:nvSpPr>
        <p:spPr>
          <a:xfrm>
            <a:off x="417068" y="3139177"/>
            <a:ext cx="7139940" cy="338554"/>
          </a:xfrm>
          <a:prstGeom prst="rect">
            <a:avLst/>
          </a:prstGeom>
          <a:noFill/>
        </p:spPr>
        <p:txBody>
          <a:bodyPr wrap="square">
            <a:spAutoFit/>
          </a:bodyPr>
          <a:lstStyle/>
          <a:p>
            <a:r>
              <a:rPr sz="1600" dirty="0">
                <a:solidFill>
                  <a:schemeClr val="bg1"/>
                </a:solidFill>
                <a:latin typeface="KoPub돋움체 Medium"/>
              </a:rPr>
              <a:t>2026. 07. </a:t>
            </a:r>
            <a:r>
              <a:rPr lang="en-US" sz="1600" dirty="0">
                <a:solidFill>
                  <a:schemeClr val="bg1"/>
                </a:solidFill>
                <a:latin typeface="KoPub돋움체 Medium"/>
              </a:rPr>
              <a:t>24</a:t>
            </a:r>
            <a:endParaRPr sz="1600" dirty="0">
              <a:solidFill>
                <a:schemeClr val="bg1"/>
              </a:solidFill>
              <a:latin typeface="KoPub돋움체 Medium"/>
            </a:endParaRPr>
          </a:p>
        </p:txBody>
      </p:sp>
      <p:sp>
        <p:nvSpPr>
          <p:cNvPr id="4" name="TextBox 3">
            <a:extLst>
              <a:ext uri="{FF2B5EF4-FFF2-40B4-BE49-F238E27FC236}">
                <a16:creationId xmlns:a16="http://schemas.microsoft.com/office/drawing/2014/main" id="{324DC4BB-762B-10F3-040C-EC8DFA954EF4}"/>
              </a:ext>
            </a:extLst>
          </p:cNvPr>
          <p:cNvSpPr txBox="1"/>
          <p:nvPr/>
        </p:nvSpPr>
        <p:spPr>
          <a:xfrm>
            <a:off x="417068" y="3564777"/>
            <a:ext cx="7139940" cy="289823"/>
          </a:xfrm>
          <a:prstGeom prst="rect">
            <a:avLst/>
          </a:prstGeom>
          <a:noFill/>
        </p:spPr>
        <p:txBody>
          <a:bodyPr wrap="square">
            <a:spAutoFit/>
          </a:bodyPr>
          <a:lstStyle/>
          <a:p>
            <a:r>
              <a:rPr sz="1800" b="1">
                <a:solidFill>
                  <a:srgbClr val="FFFFFF"/>
                </a:solidFill>
                <a:latin typeface="KoPub돋움체 Medium"/>
              </a:rPr>
              <a:t>JangHoon Chun</a:t>
            </a:r>
          </a:p>
        </p:txBody>
      </p:sp>
      <p:sp>
        <p:nvSpPr>
          <p:cNvPr id="5" name="TextBox 4">
            <a:extLst>
              <a:ext uri="{FF2B5EF4-FFF2-40B4-BE49-F238E27FC236}">
                <a16:creationId xmlns:a16="http://schemas.microsoft.com/office/drawing/2014/main" id="{D2BDCAD3-7341-EB7E-1700-018EFBE60E6A}"/>
              </a:ext>
            </a:extLst>
          </p:cNvPr>
          <p:cNvSpPr txBox="1"/>
          <p:nvPr/>
        </p:nvSpPr>
        <p:spPr>
          <a:xfrm>
            <a:off x="417068" y="3978214"/>
            <a:ext cx="7139940" cy="1213153"/>
          </a:xfrm>
          <a:prstGeom prst="rect">
            <a:avLst/>
          </a:prstGeom>
          <a:noFill/>
        </p:spPr>
        <p:txBody>
          <a:bodyPr wrap="square">
            <a:spAutoFit/>
          </a:bodyPr>
          <a:lstStyle/>
          <a:p>
            <a:r>
              <a:rPr sz="1600">
                <a:solidFill>
                  <a:srgbClr val="FFFFFF"/>
                </a:solidFill>
                <a:latin typeface="KoPub돋움체 Medium"/>
              </a:rPr>
              <a:t>Department of, Medical Device Engineering &amp; Management</a:t>
            </a:r>
          </a:p>
          <a:p>
            <a:r>
              <a:rPr sz="1600">
                <a:solidFill>
                  <a:srgbClr val="FFFFFF"/>
                </a:solidFill>
                <a:latin typeface="KoPub돋움체 Medium"/>
              </a:rPr>
              <a:t>Gangnam Severance Hospital,</a:t>
            </a:r>
          </a:p>
          <a:p>
            <a:r>
              <a:rPr sz="1600">
                <a:solidFill>
                  <a:srgbClr val="FFFFFF"/>
                </a:solidFill>
                <a:latin typeface="KoPub돋움체 Medium"/>
              </a:rPr>
              <a:t>Yonsei University College of Medicine</a:t>
            </a:r>
          </a:p>
        </p:txBody>
      </p:sp>
    </p:spTree>
    <p:extLst>
      <p:ext uri="{BB962C8B-B14F-4D97-AF65-F5344CB8AC3E}">
        <p14:creationId xmlns:p14="http://schemas.microsoft.com/office/powerpoint/2010/main" val="4080230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F1B8A-1541-7E5E-9936-424672C11F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8116A-9DE7-0AFE-12CF-7A176B1D834F}"/>
              </a:ext>
            </a:extLst>
          </p:cNvPr>
          <p:cNvSpPr>
            <a:spLocks noGrp="1"/>
          </p:cNvSpPr>
          <p:nvPr>
            <p:ph type="title"/>
          </p:nvPr>
        </p:nvSpPr>
        <p:spPr/>
        <p:txBody>
          <a:bodyPr/>
          <a:lstStyle/>
          <a:p>
            <a:r>
              <a:rPr lang="en-US" altLang="ko-KR" b="0" dirty="0"/>
              <a:t>Background</a:t>
            </a:r>
            <a:endParaRPr b="0" dirty="0"/>
          </a:p>
        </p:txBody>
      </p:sp>
      <p:sp>
        <p:nvSpPr>
          <p:cNvPr id="3" name="내용 개체 틀 2">
            <a:extLst>
              <a:ext uri="{FF2B5EF4-FFF2-40B4-BE49-F238E27FC236}">
                <a16:creationId xmlns:a16="http://schemas.microsoft.com/office/drawing/2014/main" id="{6BC42BE3-7C04-5E69-93E4-DB1AB6CAE12D}"/>
              </a:ext>
            </a:extLst>
          </p:cNvPr>
          <p:cNvSpPr>
            <a:spLocks noGrp="1"/>
          </p:cNvSpPr>
          <p:nvPr>
            <p:ph idx="1"/>
          </p:nvPr>
        </p:nvSpPr>
        <p:spPr/>
        <p:txBody>
          <a:bodyPr>
            <a:normAutofit/>
          </a:bodyPr>
          <a:lstStyle/>
          <a:p>
            <a:r>
              <a:rPr sz="1600" dirty="0" err="1"/>
              <a:t>대동맥경직도(Aortic Stiffness)</a:t>
            </a:r>
            <a:endParaRPr lang="en-US" sz="1600" dirty="0"/>
          </a:p>
          <a:p>
            <a:pPr lvl="1"/>
            <a:r>
              <a:rPr lang="ko-KR" altLang="en-US" sz="1400" dirty="0"/>
              <a:t>CFPWV(경동맥-대퇴동맥 맥파속도)로 측정 → CVD 위험 재분류·핵심 위험인자</a:t>
            </a:r>
            <a:endParaRPr sz="1400" dirty="0"/>
          </a:p>
          <a:p>
            <a:r>
              <a:rPr sz="1600" dirty="0"/>
              <a:t>CFPWV 측정 = 특수 장비·숙련 술기 필요 → 임상 현장 적용의 걸림돌</a:t>
            </a:r>
          </a:p>
          <a:p>
            <a:r>
              <a:rPr sz="1600" dirty="0" err="1"/>
              <a:t>파형의 모양(Shape) 속 숨은 정보 → 최적 추출·해석법은 미해결 과제</a:t>
            </a:r>
            <a:endParaRPr sz="1600" dirty="0"/>
          </a:p>
          <a:p>
            <a:r>
              <a:rPr sz="1600" dirty="0"/>
              <a:t>Idea: 보정(Calibration) 없는 정규화 파형 + CNN → AI-VascularAge(AI-VA)</a:t>
            </a:r>
          </a:p>
        </p:txBody>
      </p:sp>
    </p:spTree>
    <p:extLst>
      <p:ext uri="{BB962C8B-B14F-4D97-AF65-F5344CB8AC3E}">
        <p14:creationId xmlns:p14="http://schemas.microsoft.com/office/powerpoint/2010/main" val="2460248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CDCE2-78A7-D6E8-9603-3C0F2325B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35C62-2483-74DC-74FC-2B1EE2D1990D}"/>
              </a:ext>
            </a:extLst>
          </p:cNvPr>
          <p:cNvSpPr>
            <a:spLocks noGrp="1"/>
          </p:cNvSpPr>
          <p:nvPr>
            <p:ph type="title"/>
          </p:nvPr>
        </p:nvSpPr>
        <p:spPr/>
        <p:txBody>
          <a:bodyPr/>
          <a:lstStyle/>
          <a:p>
            <a:r>
              <a:rPr lang="en-US" altLang="ko-KR" dirty="0"/>
              <a:t>Methods</a:t>
            </a:r>
            <a:endParaRPr dirty="0"/>
          </a:p>
        </p:txBody>
      </p:sp>
      <p:sp>
        <p:nvSpPr>
          <p:cNvPr id="3" name="Rounded Rectangle 2"/>
          <p:cNvSpPr/>
          <p:nvPr/>
        </p:nvSpPr>
        <p:spPr>
          <a:xfrm>
            <a:off x="508000" y="1494548"/>
            <a:ext cx="1900000" cy="1500000"/>
          </a:xfrm>
          <a:prstGeom prst="roundRect">
            <a:avLst/>
          </a:prstGeom>
          <a:solidFill>
            <a:srgbClr val="F2F2F2"/>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dirty="0" err="1">
                <a:solidFill>
                  <a:srgbClr val="1F3864"/>
                </a:solidFill>
                <a:latin typeface="맑은 고딕"/>
              </a:rPr>
              <a:t>압력파형</a:t>
            </a:r>
            <a:r>
              <a:rPr sz="1200" b="0" dirty="0">
                <a:solidFill>
                  <a:srgbClr val="1F3864"/>
                </a:solidFill>
                <a:latin typeface="맑은 고딕"/>
              </a:rPr>
              <a:t> </a:t>
            </a:r>
            <a:r>
              <a:rPr sz="1200" b="0" dirty="0" err="1">
                <a:solidFill>
                  <a:srgbClr val="1F3864"/>
                </a:solidFill>
                <a:latin typeface="맑은 고딕"/>
              </a:rPr>
              <a:t>입력</a:t>
            </a:r>
            <a:endParaRPr sz="1200" b="0" dirty="0">
              <a:solidFill>
                <a:srgbClr val="1F3864"/>
              </a:solidFill>
              <a:latin typeface="맑은 고딕"/>
            </a:endParaRPr>
          </a:p>
          <a:p>
            <a:pPr algn="ctr"/>
            <a:r>
              <a:rPr sz="1200" b="0" dirty="0">
                <a:solidFill>
                  <a:srgbClr val="1F3864"/>
                </a:solidFill>
                <a:latin typeface="맑은 고딕"/>
              </a:rPr>
              <a:t>(</a:t>
            </a:r>
            <a:r>
              <a:rPr sz="1200" b="0" dirty="0" err="1">
                <a:solidFill>
                  <a:srgbClr val="1F3864"/>
                </a:solidFill>
                <a:latin typeface="맑은 고딕"/>
              </a:rPr>
              <a:t>상완·요골·경동맥</a:t>
            </a:r>
            <a:endParaRPr sz="1200" b="0" dirty="0">
              <a:solidFill>
                <a:srgbClr val="1F3864"/>
              </a:solidFill>
              <a:latin typeface="맑은 고딕"/>
            </a:endParaRPr>
          </a:p>
          <a:p>
            <a:pPr algn="ctr"/>
            <a:r>
              <a:rPr sz="1200" b="0" dirty="0">
                <a:solidFill>
                  <a:srgbClr val="1F3864"/>
                </a:solidFill>
                <a:latin typeface="맑은 고딕"/>
              </a:rPr>
              <a:t>tonometry)</a:t>
            </a:r>
          </a:p>
          <a:p>
            <a:pPr algn="ctr"/>
            <a:r>
              <a:rPr sz="1200" b="0" dirty="0">
                <a:solidFill>
                  <a:srgbClr val="1F3864"/>
                </a:solidFill>
                <a:latin typeface="맑은 고딕"/>
              </a:rPr>
              <a:t>P / </a:t>
            </a:r>
            <a:r>
              <a:rPr sz="1200" b="0" dirty="0" err="1">
                <a:solidFill>
                  <a:srgbClr val="1F3864"/>
                </a:solidFill>
                <a:latin typeface="맑은 고딕"/>
              </a:rPr>
              <a:t>dP</a:t>
            </a:r>
            <a:r>
              <a:rPr sz="1200" b="0" dirty="0">
                <a:solidFill>
                  <a:srgbClr val="1F3864"/>
                </a:solidFill>
                <a:latin typeface="맑은 고딕"/>
              </a:rPr>
              <a:t> / d2P</a:t>
            </a:r>
          </a:p>
        </p:txBody>
      </p:sp>
      <p:sp>
        <p:nvSpPr>
          <p:cNvPr id="4" name="Right Arrow 3"/>
          <p:cNvSpPr/>
          <p:nvPr/>
        </p:nvSpPr>
        <p:spPr>
          <a:xfrm>
            <a:off x="2408000" y="2114548"/>
            <a:ext cx="350000" cy="2600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Rectangle 4"/>
          <p:cNvSpPr/>
          <p:nvPr/>
        </p:nvSpPr>
        <p:spPr>
          <a:xfrm>
            <a:off x="2758000" y="1374548"/>
            <a:ext cx="2600000" cy="1740000"/>
          </a:xfrm>
          <a:prstGeom prst="rect">
            <a:avLst/>
          </a:prstGeom>
          <a:solidFill>
            <a:srgbClr val="DCE6F2"/>
          </a:solidFill>
          <a:ln w="15875">
            <a:solidFill>
              <a:srgbClr val="4472C4"/>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a:solidFill>
                  <a:srgbClr val="1F3864"/>
                </a:solidFill>
                <a:latin typeface="맑은 고딕"/>
              </a:rPr>
              <a:t>8-layer CNN</a:t>
            </a:r>
          </a:p>
          <a:p>
            <a:pPr algn="ctr"/>
            <a:r>
              <a:rPr sz="1200" b="0">
                <a:solidFill>
                  <a:srgbClr val="1F3864"/>
                </a:solidFill>
                <a:latin typeface="맑은 고딕"/>
              </a:rPr>
              <a:t>(필터 256 · 커널 15</a:t>
            </a:r>
          </a:p>
          <a:p>
            <a:pPr algn="ctr"/>
            <a:r>
              <a:rPr sz="1200" b="0">
                <a:solidFill>
                  <a:srgbClr val="1F3864"/>
                </a:solidFill>
                <a:latin typeface="맑은 고딕"/>
              </a:rPr>
              <a:t>· 드롭아웃 0.30)</a:t>
            </a:r>
          </a:p>
          <a:p>
            <a:pPr algn="ctr"/>
            <a:endParaRPr sz="1200" b="0">
              <a:solidFill>
                <a:srgbClr val="1F3864"/>
              </a:solidFill>
              <a:latin typeface="맑은 고딕"/>
            </a:endParaRPr>
          </a:p>
          <a:p>
            <a:pPr algn="ctr"/>
            <a:r>
              <a:rPr sz="1200" b="0">
                <a:solidFill>
                  <a:srgbClr val="1F3864"/>
                </a:solidFill>
                <a:latin typeface="맑은 고딕"/>
              </a:rPr>
              <a:t>보정 없이 파형 형태만</a:t>
            </a:r>
          </a:p>
          <a:p>
            <a:pPr algn="ctr"/>
            <a:r>
              <a:rPr sz="1200" b="0">
                <a:solidFill>
                  <a:srgbClr val="1F3864"/>
                </a:solidFill>
                <a:latin typeface="맑은 고딕"/>
              </a:rPr>
              <a:t>학습</a:t>
            </a:r>
          </a:p>
        </p:txBody>
      </p:sp>
      <p:sp>
        <p:nvSpPr>
          <p:cNvPr id="6" name="Right Arrow 5"/>
          <p:cNvSpPr/>
          <p:nvPr/>
        </p:nvSpPr>
        <p:spPr>
          <a:xfrm>
            <a:off x="5358000" y="2114548"/>
            <a:ext cx="350000" cy="2600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Rounded Rectangle 6"/>
          <p:cNvSpPr/>
          <p:nvPr/>
        </p:nvSpPr>
        <p:spPr>
          <a:xfrm>
            <a:off x="5708000" y="1494548"/>
            <a:ext cx="1900000" cy="1500000"/>
          </a:xfrm>
          <a:prstGeom prst="roundRect">
            <a:avLst/>
          </a:prstGeom>
          <a:solidFill>
            <a:srgbClr val="F2F2F2"/>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a:solidFill>
                  <a:srgbClr val="1F3864"/>
                </a:solidFill>
                <a:latin typeface="맑은 고딕"/>
              </a:rPr>
              <a:t>niCFPWV 예측</a:t>
            </a:r>
          </a:p>
          <a:p>
            <a:pPr algn="ctr"/>
            <a:r>
              <a:rPr sz="1200" b="0">
                <a:solidFill>
                  <a:srgbClr val="1F3864"/>
                </a:solidFill>
                <a:latin typeface="맑은 고딕"/>
              </a:rPr>
              <a:t>(정규화 예측</a:t>
            </a:r>
          </a:p>
          <a:p>
            <a:pPr algn="ctr"/>
            <a:r>
              <a:rPr sz="1200" b="0">
                <a:solidFill>
                  <a:srgbClr val="1F3864"/>
                </a:solidFill>
                <a:latin typeface="맑은 고딕"/>
              </a:rPr>
              <a:t>맥파속도)</a:t>
            </a:r>
          </a:p>
        </p:txBody>
      </p:sp>
      <p:sp>
        <p:nvSpPr>
          <p:cNvPr id="8" name="Right Arrow 7"/>
          <p:cNvSpPr/>
          <p:nvPr/>
        </p:nvSpPr>
        <p:spPr>
          <a:xfrm>
            <a:off x="7608000" y="2114548"/>
            <a:ext cx="350000" cy="2600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Rounded Rectangle 8"/>
          <p:cNvSpPr/>
          <p:nvPr/>
        </p:nvSpPr>
        <p:spPr>
          <a:xfrm>
            <a:off x="7958000" y="1494548"/>
            <a:ext cx="1700000" cy="1500000"/>
          </a:xfrm>
          <a:prstGeom prst="roundRect">
            <a:avLst/>
          </a:prstGeom>
          <a:solidFill>
            <a:srgbClr val="F2F2F2"/>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a:solidFill>
                  <a:srgbClr val="1F3864"/>
                </a:solidFill>
                <a:latin typeface="맑은 고딕"/>
              </a:rPr>
              <a:t>나이–CFPWV</a:t>
            </a:r>
          </a:p>
          <a:p>
            <a:pPr algn="ctr"/>
            <a:r>
              <a:rPr sz="1200" b="0">
                <a:solidFill>
                  <a:srgbClr val="1F3864"/>
                </a:solidFill>
                <a:latin typeface="맑은 고딕"/>
              </a:rPr>
              <a:t>회귀식 환산</a:t>
            </a:r>
          </a:p>
        </p:txBody>
      </p:sp>
      <p:sp>
        <p:nvSpPr>
          <p:cNvPr id="10" name="Right Arrow 9"/>
          <p:cNvSpPr/>
          <p:nvPr/>
        </p:nvSpPr>
        <p:spPr>
          <a:xfrm>
            <a:off x="9658000" y="2114548"/>
            <a:ext cx="350000" cy="2600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ounded Rectangle 10"/>
          <p:cNvSpPr/>
          <p:nvPr/>
        </p:nvSpPr>
        <p:spPr>
          <a:xfrm>
            <a:off x="10008000" y="1494548"/>
            <a:ext cx="1668000" cy="1500000"/>
          </a:xfrm>
          <a:prstGeom prst="roundRect">
            <a:avLst/>
          </a:prstGeom>
          <a:solidFill>
            <a:srgbClr val="FFFFFF"/>
          </a:solid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F3864"/>
                </a:solidFill>
                <a:latin typeface="맑은 고딕"/>
              </a:rPr>
              <a:t>혈관나이</a:t>
            </a:r>
          </a:p>
          <a:p>
            <a:pPr algn="ctr"/>
            <a:r>
              <a:rPr sz="1400" b="0">
                <a:solidFill>
                  <a:srgbClr val="1F3864"/>
                </a:solidFill>
                <a:latin typeface="맑은 고딕"/>
              </a:rPr>
              <a:t>(AI-VA)</a:t>
            </a:r>
          </a:p>
        </p:txBody>
      </p:sp>
      <p:sp>
        <p:nvSpPr>
          <p:cNvPr id="12" name="TextBox 11"/>
          <p:cNvSpPr txBox="1"/>
          <p:nvPr/>
        </p:nvSpPr>
        <p:spPr>
          <a:xfrm>
            <a:off x="508000" y="3429000"/>
            <a:ext cx="11176000" cy="307777"/>
          </a:xfrm>
          <a:prstGeom prst="rect">
            <a:avLst/>
          </a:prstGeom>
          <a:noFill/>
        </p:spPr>
        <p:txBody>
          <a:bodyPr wrap="square">
            <a:spAutoFit/>
          </a:bodyPr>
          <a:lstStyle/>
          <a:p>
            <a:pPr algn="l"/>
            <a:r>
              <a:rPr sz="1400" b="1">
                <a:solidFill>
                  <a:srgbClr val="1F3864"/>
                </a:solidFill>
                <a:latin typeface="맑은 고딕"/>
              </a:rPr>
              <a:t>학습 · 외부검증 · 통계분석 설계</a:t>
            </a:r>
          </a:p>
        </p:txBody>
      </p:sp>
      <p:sp>
        <p:nvSpPr>
          <p:cNvPr id="13" name="Rectangle 12"/>
          <p:cNvSpPr/>
          <p:nvPr/>
        </p:nvSpPr>
        <p:spPr>
          <a:xfrm>
            <a:off x="508000" y="3829000"/>
            <a:ext cx="3600000" cy="1900000"/>
          </a:xfrm>
          <a:prstGeom prst="rect">
            <a:avLst/>
          </a:prstGeom>
          <a:solidFill>
            <a:srgbClr val="DCE6F2"/>
          </a:solidFill>
          <a:ln w="15875">
            <a:solidFill>
              <a:srgbClr val="4472C4"/>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a:solidFill>
                  <a:srgbClr val="1F3864"/>
                </a:solidFill>
                <a:latin typeface="맑은 고딕"/>
              </a:rPr>
              <a:t>Derivation set</a:t>
            </a:r>
          </a:p>
          <a:p>
            <a:pPr algn="ctr"/>
            <a:r>
              <a:rPr sz="1200" b="0">
                <a:solidFill>
                  <a:srgbClr val="1F3864"/>
                </a:solidFill>
                <a:latin typeface="맑은 고딕"/>
              </a:rPr>
              <a:t>아이슬란드 코호트 n=10,452</a:t>
            </a:r>
          </a:p>
          <a:p>
            <a:pPr algn="ctr"/>
            <a:r>
              <a:rPr sz="1200" b="0">
                <a:solidFill>
                  <a:srgbClr val="1F3864"/>
                </a:solidFill>
                <a:latin typeface="맑은 고딕"/>
              </a:rPr>
              <a:t>(파형 31,126개)</a:t>
            </a:r>
          </a:p>
          <a:p>
            <a:pPr algn="ctr"/>
            <a:r>
              <a:rPr sz="1200" b="0">
                <a:solidFill>
                  <a:srgbClr val="1F3864"/>
                </a:solidFill>
                <a:latin typeface="맑은 고딕"/>
              </a:rPr>
              <a:t>훈련 64% · 검증 20% · 테스트 16%</a:t>
            </a:r>
          </a:p>
        </p:txBody>
      </p:sp>
      <p:sp>
        <p:nvSpPr>
          <p:cNvPr id="14" name="Rectangle 13"/>
          <p:cNvSpPr/>
          <p:nvPr/>
        </p:nvSpPr>
        <p:spPr>
          <a:xfrm>
            <a:off x="4296000" y="3829000"/>
            <a:ext cx="3600000" cy="1900000"/>
          </a:xfrm>
          <a:prstGeom prst="rect">
            <a:avLst/>
          </a:prstGeom>
          <a:solidFill>
            <a:srgbClr val="DCE6F2"/>
          </a:solidFill>
          <a:ln w="15875">
            <a:solidFill>
              <a:srgbClr val="4472C4"/>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a:solidFill>
                  <a:srgbClr val="1F3864"/>
                </a:solidFill>
                <a:latin typeface="맑은 고딕"/>
              </a:rPr>
              <a:t>External validation</a:t>
            </a:r>
          </a:p>
          <a:p>
            <a:pPr algn="ctr"/>
            <a:r>
              <a:rPr sz="1200" b="0">
                <a:solidFill>
                  <a:srgbClr val="1F3864"/>
                </a:solidFill>
                <a:latin typeface="맑은 고딕"/>
              </a:rPr>
              <a:t>Framingham 코호트 n=7,208</a:t>
            </a:r>
          </a:p>
          <a:p>
            <a:pPr algn="ctr"/>
            <a:r>
              <a:rPr sz="1200" b="0">
                <a:solidFill>
                  <a:srgbClr val="1F3864"/>
                </a:solidFill>
                <a:latin typeface="맑은 고딕"/>
              </a:rPr>
              <a:t>(다양한 인종 구성)</a:t>
            </a:r>
          </a:p>
          <a:p>
            <a:pPr algn="ctr"/>
            <a:r>
              <a:rPr sz="1200" b="0">
                <a:solidFill>
                  <a:srgbClr val="1F3864"/>
                </a:solidFill>
                <a:latin typeface="맑은 고딕"/>
              </a:rPr>
              <a:t>2019년까지 주요 CVD 사건 추적</a:t>
            </a:r>
          </a:p>
        </p:txBody>
      </p:sp>
      <p:sp>
        <p:nvSpPr>
          <p:cNvPr id="15" name="Rectangle 14"/>
          <p:cNvSpPr/>
          <p:nvPr/>
        </p:nvSpPr>
        <p:spPr>
          <a:xfrm>
            <a:off x="8084000" y="3829000"/>
            <a:ext cx="3600000" cy="1900000"/>
          </a:xfrm>
          <a:prstGeom prst="rect">
            <a:avLst/>
          </a:prstGeom>
          <a:solidFill>
            <a:srgbClr val="DCE6F2"/>
          </a:solidFill>
          <a:ln w="15875">
            <a:solidFill>
              <a:srgbClr val="4472C4"/>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a:solidFill>
                  <a:srgbClr val="1F3864"/>
                </a:solidFill>
                <a:latin typeface="맑은 고딕"/>
              </a:rPr>
              <a:t>통계분석</a:t>
            </a:r>
          </a:p>
          <a:p>
            <a:pPr algn="ctr"/>
            <a:r>
              <a:rPr sz="1200" b="0">
                <a:solidFill>
                  <a:srgbClr val="1F3864"/>
                </a:solidFill>
                <a:latin typeface="맑은 고딕"/>
              </a:rPr>
              <a:t>Cox 비례위험회귀</a:t>
            </a:r>
          </a:p>
          <a:p>
            <a:pPr algn="ctr"/>
            <a:r>
              <a:rPr sz="1200" b="0">
                <a:solidFill>
                  <a:srgbClr val="1F3864"/>
                </a:solidFill>
                <a:latin typeface="맑은 고딕"/>
              </a:rPr>
              <a:t>(표준 위험인자 보정)</a:t>
            </a:r>
          </a:p>
          <a:p>
            <a:pPr algn="ctr"/>
            <a:r>
              <a:rPr sz="1200" b="0">
                <a:solidFill>
                  <a:srgbClr val="1F3864"/>
                </a:solidFill>
                <a:latin typeface="맑은 고딕"/>
              </a:rPr>
              <a:t>+ continuous NRI</a:t>
            </a:r>
          </a:p>
          <a:p>
            <a:pPr algn="ctr"/>
            <a:r>
              <a:rPr sz="1200" b="0">
                <a:solidFill>
                  <a:srgbClr val="1F3864"/>
                </a:solidFill>
                <a:latin typeface="맑은 고딕"/>
              </a:rPr>
              <a:t>+ 연령·성별 상호작용 검정</a:t>
            </a:r>
          </a:p>
        </p:txBody>
      </p:sp>
    </p:spTree>
    <p:extLst>
      <p:ext uri="{BB962C8B-B14F-4D97-AF65-F5344CB8AC3E}">
        <p14:creationId xmlns:p14="http://schemas.microsoft.com/office/powerpoint/2010/main" val="61788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7F91F-1D9F-7E52-CE84-2965472BC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D39E8-475C-C63B-868E-EC2D2D065C95}"/>
              </a:ext>
            </a:extLst>
          </p:cNvPr>
          <p:cNvSpPr>
            <a:spLocks noGrp="1"/>
          </p:cNvSpPr>
          <p:nvPr>
            <p:ph type="title"/>
          </p:nvPr>
        </p:nvSpPr>
        <p:spPr/>
        <p:txBody>
          <a:bodyPr/>
          <a:lstStyle/>
          <a:p>
            <a:r>
              <a:rPr lang="en-US" altLang="ko-KR" dirty="0"/>
              <a:t>Results</a:t>
            </a:r>
            <a:endParaRPr dirty="0"/>
          </a:p>
        </p:txBody>
      </p:sp>
      <p:pic>
        <p:nvPicPr>
          <p:cNvPr id="5" name="그림 4">
            <a:extLst>
              <a:ext uri="{FF2B5EF4-FFF2-40B4-BE49-F238E27FC236}">
                <a16:creationId xmlns:a16="http://schemas.microsoft.com/office/drawing/2014/main" id="{E4BEDCD3-C198-E48A-83F1-FA86A2158BD4}"/>
              </a:ext>
            </a:extLst>
          </p:cNvPr>
          <p:cNvPicPr>
            <a:picLocks noChangeAspect="1"/>
          </p:cNvPicPr>
          <p:nvPr/>
        </p:nvPicPr>
        <p:blipFill>
          <a:blip r:embed="rId3"/>
          <a:stretch>
            <a:fillRect/>
          </a:stretch>
        </p:blipFill>
        <p:spPr>
          <a:xfrm>
            <a:off x="1592521" y="1313908"/>
            <a:ext cx="4201111" cy="4591691"/>
          </a:xfrm>
          <a:prstGeom prst="rect">
            <a:avLst/>
          </a:prstGeom>
        </p:spPr>
      </p:pic>
      <p:pic>
        <p:nvPicPr>
          <p:cNvPr id="7" name="그림 6">
            <a:extLst>
              <a:ext uri="{FF2B5EF4-FFF2-40B4-BE49-F238E27FC236}">
                <a16:creationId xmlns:a16="http://schemas.microsoft.com/office/drawing/2014/main" id="{AAD922F3-A5E6-E080-FAA8-2AA2BE238DF6}"/>
              </a:ext>
            </a:extLst>
          </p:cNvPr>
          <p:cNvPicPr>
            <a:picLocks noChangeAspect="1"/>
          </p:cNvPicPr>
          <p:nvPr/>
        </p:nvPicPr>
        <p:blipFill>
          <a:blip r:embed="rId4"/>
          <a:stretch>
            <a:fillRect/>
          </a:stretch>
        </p:blipFill>
        <p:spPr>
          <a:xfrm>
            <a:off x="6797987" y="1313908"/>
            <a:ext cx="2934109" cy="3848637"/>
          </a:xfrm>
          <a:prstGeom prst="rect">
            <a:avLst/>
          </a:prstGeom>
        </p:spPr>
      </p:pic>
    </p:spTree>
    <p:extLst>
      <p:ext uri="{BB962C8B-B14F-4D97-AF65-F5344CB8AC3E}">
        <p14:creationId xmlns:p14="http://schemas.microsoft.com/office/powerpoint/2010/main" val="1273958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55CD0-6066-0A13-E6AD-F291121ED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9203A-AFDD-AC76-E424-DEA1EBA5AAA2}"/>
              </a:ext>
            </a:extLst>
          </p:cNvPr>
          <p:cNvSpPr>
            <a:spLocks noGrp="1"/>
          </p:cNvSpPr>
          <p:nvPr>
            <p:ph type="title"/>
          </p:nvPr>
        </p:nvSpPr>
        <p:spPr/>
        <p:txBody>
          <a:bodyPr/>
          <a:lstStyle/>
          <a:p>
            <a:r>
              <a:rPr lang="en-US" altLang="ko-KR" dirty="0"/>
              <a:t>Results</a:t>
            </a:r>
            <a:endParaRPr dirty="0"/>
          </a:p>
        </p:txBody>
      </p:sp>
      <p:grpSp>
        <p:nvGrpSpPr>
          <p:cNvPr id="28" name="그룹 27">
            <a:extLst>
              <a:ext uri="{FF2B5EF4-FFF2-40B4-BE49-F238E27FC236}">
                <a16:creationId xmlns:a16="http://schemas.microsoft.com/office/drawing/2014/main" id="{752CE488-8546-6CE5-48D6-57D99C4E19D6}"/>
              </a:ext>
            </a:extLst>
          </p:cNvPr>
          <p:cNvGrpSpPr/>
          <p:nvPr/>
        </p:nvGrpSpPr>
        <p:grpSpPr>
          <a:xfrm>
            <a:off x="658305" y="1275905"/>
            <a:ext cx="10875390" cy="4603415"/>
            <a:chOff x="658305" y="1275905"/>
            <a:chExt cx="10875390" cy="4603415"/>
          </a:xfrm>
        </p:grpSpPr>
        <p:pic>
          <p:nvPicPr>
            <p:cNvPr id="12" name="그림 11">
              <a:extLst>
                <a:ext uri="{FF2B5EF4-FFF2-40B4-BE49-F238E27FC236}">
                  <a16:creationId xmlns:a16="http://schemas.microsoft.com/office/drawing/2014/main" id="{B5744AA1-ADD3-1319-C46E-0377772729A4}"/>
                </a:ext>
              </a:extLst>
            </p:cNvPr>
            <p:cNvPicPr>
              <a:picLocks noChangeAspect="1"/>
            </p:cNvPicPr>
            <p:nvPr/>
          </p:nvPicPr>
          <p:blipFill>
            <a:blip r:embed="rId3"/>
            <a:srcRect b="46667"/>
            <a:stretch>
              <a:fillRect/>
            </a:stretch>
          </p:blipFill>
          <p:spPr>
            <a:xfrm>
              <a:off x="658305" y="1275907"/>
              <a:ext cx="3234124" cy="4603413"/>
            </a:xfrm>
            <a:prstGeom prst="rect">
              <a:avLst/>
            </a:prstGeom>
          </p:spPr>
        </p:pic>
        <p:grpSp>
          <p:nvGrpSpPr>
            <p:cNvPr id="26" name="그룹 25">
              <a:extLst>
                <a:ext uri="{FF2B5EF4-FFF2-40B4-BE49-F238E27FC236}">
                  <a16:creationId xmlns:a16="http://schemas.microsoft.com/office/drawing/2014/main" id="{6D2DBA36-8A52-0174-E00D-C1ADFE33510F}"/>
                </a:ext>
              </a:extLst>
            </p:cNvPr>
            <p:cNvGrpSpPr/>
            <p:nvPr/>
          </p:nvGrpSpPr>
          <p:grpSpPr>
            <a:xfrm>
              <a:off x="4478938" y="1275906"/>
              <a:ext cx="3234124" cy="4603413"/>
              <a:chOff x="4478938" y="1275906"/>
              <a:chExt cx="3234124" cy="4603413"/>
            </a:xfrm>
          </p:grpSpPr>
          <p:grpSp>
            <p:nvGrpSpPr>
              <p:cNvPr id="19" name="그룹 18">
                <a:extLst>
                  <a:ext uri="{FF2B5EF4-FFF2-40B4-BE49-F238E27FC236}">
                    <a16:creationId xmlns:a16="http://schemas.microsoft.com/office/drawing/2014/main" id="{FEE03530-D504-0DF2-1B88-45540AC33BBE}"/>
                  </a:ext>
                </a:extLst>
              </p:cNvPr>
              <p:cNvGrpSpPr/>
              <p:nvPr/>
            </p:nvGrpSpPr>
            <p:grpSpPr>
              <a:xfrm>
                <a:off x="4478938" y="1275906"/>
                <a:ext cx="3234124" cy="4603413"/>
                <a:chOff x="6654155" y="0"/>
                <a:chExt cx="2569643" cy="3657599"/>
              </a:xfrm>
            </p:grpSpPr>
            <p:pic>
              <p:nvPicPr>
                <p:cNvPr id="16" name="그림 15">
                  <a:extLst>
                    <a:ext uri="{FF2B5EF4-FFF2-40B4-BE49-F238E27FC236}">
                      <a16:creationId xmlns:a16="http://schemas.microsoft.com/office/drawing/2014/main" id="{71D17120-AD34-FD3F-45BF-C33CF5DB1269}"/>
                    </a:ext>
                  </a:extLst>
                </p:cNvPr>
                <p:cNvPicPr>
                  <a:picLocks noChangeAspect="1"/>
                </p:cNvPicPr>
                <p:nvPr/>
              </p:nvPicPr>
              <p:blipFill>
                <a:blip r:embed="rId3"/>
                <a:srcRect b="70233"/>
                <a:stretch>
                  <a:fillRect/>
                </a:stretch>
              </p:blipFill>
              <p:spPr>
                <a:xfrm>
                  <a:off x="6654155" y="0"/>
                  <a:ext cx="2569643" cy="2041451"/>
                </a:xfrm>
                <a:prstGeom prst="rect">
                  <a:avLst/>
                </a:prstGeom>
              </p:spPr>
            </p:pic>
            <p:pic>
              <p:nvPicPr>
                <p:cNvPr id="18" name="그림 17">
                  <a:extLst>
                    <a:ext uri="{FF2B5EF4-FFF2-40B4-BE49-F238E27FC236}">
                      <a16:creationId xmlns:a16="http://schemas.microsoft.com/office/drawing/2014/main" id="{38704788-B1C8-9601-6FD2-0B60035943C4}"/>
                    </a:ext>
                  </a:extLst>
                </p:cNvPr>
                <p:cNvPicPr>
                  <a:picLocks noChangeAspect="1"/>
                </p:cNvPicPr>
                <p:nvPr/>
              </p:nvPicPr>
              <p:blipFill>
                <a:blip r:embed="rId3"/>
                <a:srcRect t="52868" b="23566"/>
                <a:stretch>
                  <a:fillRect/>
                </a:stretch>
              </p:blipFill>
              <p:spPr>
                <a:xfrm>
                  <a:off x="6654155" y="2041451"/>
                  <a:ext cx="2569643" cy="1616148"/>
                </a:xfrm>
                <a:prstGeom prst="rect">
                  <a:avLst/>
                </a:prstGeom>
              </p:spPr>
            </p:pic>
          </p:grpSp>
          <p:sp>
            <p:nvSpPr>
              <p:cNvPr id="24" name="직사각형 23">
                <a:extLst>
                  <a:ext uri="{FF2B5EF4-FFF2-40B4-BE49-F238E27FC236}">
                    <a16:creationId xmlns:a16="http://schemas.microsoft.com/office/drawing/2014/main" id="{0C986EFC-B9C6-90CC-74AE-E29AFDDCC1B3}"/>
                  </a:ext>
                </a:extLst>
              </p:cNvPr>
              <p:cNvSpPr/>
              <p:nvPr/>
            </p:nvSpPr>
            <p:spPr>
              <a:xfrm>
                <a:off x="4603898" y="1286540"/>
                <a:ext cx="276446" cy="2232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3E8ECE7A-82F5-AB96-B1F8-D4B4BA081D3B}"/>
                </a:ext>
              </a:extLst>
            </p:cNvPr>
            <p:cNvGrpSpPr/>
            <p:nvPr/>
          </p:nvGrpSpPr>
          <p:grpSpPr>
            <a:xfrm>
              <a:off x="8299571" y="1275905"/>
              <a:ext cx="3234124" cy="4603415"/>
              <a:chOff x="8299571" y="1275905"/>
              <a:chExt cx="3234124" cy="4603415"/>
            </a:xfrm>
          </p:grpSpPr>
          <p:grpSp>
            <p:nvGrpSpPr>
              <p:cNvPr id="20" name="그룹 19">
                <a:extLst>
                  <a:ext uri="{FF2B5EF4-FFF2-40B4-BE49-F238E27FC236}">
                    <a16:creationId xmlns:a16="http://schemas.microsoft.com/office/drawing/2014/main" id="{62D84C80-D041-B5CF-B766-277EE1336258}"/>
                  </a:ext>
                </a:extLst>
              </p:cNvPr>
              <p:cNvGrpSpPr/>
              <p:nvPr/>
            </p:nvGrpSpPr>
            <p:grpSpPr>
              <a:xfrm>
                <a:off x="8299571" y="1275905"/>
                <a:ext cx="3234124" cy="4603415"/>
                <a:chOff x="6654155" y="0"/>
                <a:chExt cx="2569643" cy="3657600"/>
              </a:xfrm>
            </p:grpSpPr>
            <p:pic>
              <p:nvPicPr>
                <p:cNvPr id="21" name="그림 20">
                  <a:extLst>
                    <a:ext uri="{FF2B5EF4-FFF2-40B4-BE49-F238E27FC236}">
                      <a16:creationId xmlns:a16="http://schemas.microsoft.com/office/drawing/2014/main" id="{FDA82DCE-0269-3AA7-53C8-0281EB356BC2}"/>
                    </a:ext>
                  </a:extLst>
                </p:cNvPr>
                <p:cNvPicPr>
                  <a:picLocks noChangeAspect="1"/>
                </p:cNvPicPr>
                <p:nvPr/>
              </p:nvPicPr>
              <p:blipFill>
                <a:blip r:embed="rId3"/>
                <a:srcRect b="70233"/>
                <a:stretch>
                  <a:fillRect/>
                </a:stretch>
              </p:blipFill>
              <p:spPr>
                <a:xfrm>
                  <a:off x="6654155" y="0"/>
                  <a:ext cx="2569643" cy="2041451"/>
                </a:xfrm>
                <a:prstGeom prst="rect">
                  <a:avLst/>
                </a:prstGeom>
              </p:spPr>
            </p:pic>
            <p:pic>
              <p:nvPicPr>
                <p:cNvPr id="22" name="그림 21">
                  <a:extLst>
                    <a:ext uri="{FF2B5EF4-FFF2-40B4-BE49-F238E27FC236}">
                      <a16:creationId xmlns:a16="http://schemas.microsoft.com/office/drawing/2014/main" id="{5184E46D-5008-FB02-DEE5-C5C61EC5015F}"/>
                    </a:ext>
                  </a:extLst>
                </p:cNvPr>
                <p:cNvPicPr>
                  <a:picLocks noChangeAspect="1"/>
                </p:cNvPicPr>
                <p:nvPr/>
              </p:nvPicPr>
              <p:blipFill>
                <a:blip r:embed="rId3"/>
                <a:srcRect t="76434"/>
                <a:stretch>
                  <a:fillRect/>
                </a:stretch>
              </p:blipFill>
              <p:spPr>
                <a:xfrm>
                  <a:off x="6654155" y="2041452"/>
                  <a:ext cx="2569643" cy="1616148"/>
                </a:xfrm>
                <a:prstGeom prst="rect">
                  <a:avLst/>
                </a:prstGeom>
              </p:spPr>
            </p:pic>
          </p:grpSp>
          <p:sp>
            <p:nvSpPr>
              <p:cNvPr id="25" name="직사각형 24">
                <a:extLst>
                  <a:ext uri="{FF2B5EF4-FFF2-40B4-BE49-F238E27FC236}">
                    <a16:creationId xmlns:a16="http://schemas.microsoft.com/office/drawing/2014/main" id="{FA5096F5-6F85-BCEA-C69A-11B7956954C1}"/>
                  </a:ext>
                </a:extLst>
              </p:cNvPr>
              <p:cNvSpPr/>
              <p:nvPr/>
            </p:nvSpPr>
            <p:spPr>
              <a:xfrm>
                <a:off x="8452884" y="1286540"/>
                <a:ext cx="276446" cy="2232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1827940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DB1FB-E4F9-345D-4A93-D6D9B78EF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CC7DF-71EA-67EB-2638-19BA43ED0535}"/>
              </a:ext>
            </a:extLst>
          </p:cNvPr>
          <p:cNvSpPr>
            <a:spLocks noGrp="1"/>
          </p:cNvSpPr>
          <p:nvPr>
            <p:ph type="title"/>
          </p:nvPr>
        </p:nvSpPr>
        <p:spPr/>
        <p:txBody>
          <a:bodyPr/>
          <a:lstStyle/>
          <a:p>
            <a:r>
              <a:rPr lang="en-US" altLang="ko-KR" dirty="0"/>
              <a:t>Results</a:t>
            </a:r>
            <a:endParaRPr dirty="0"/>
          </a:p>
        </p:txBody>
      </p:sp>
      <p:pic>
        <p:nvPicPr>
          <p:cNvPr id="3" name="Picture 2" descr="table3_crop.png"/>
          <p:cNvPicPr>
            <a:picLocks noChangeAspect="1"/>
          </p:cNvPicPr>
          <p:nvPr/>
        </p:nvPicPr>
        <p:blipFill>
          <a:blip r:embed="rId3"/>
          <a:stretch>
            <a:fillRect/>
          </a:stretch>
        </p:blipFill>
        <p:spPr>
          <a:xfrm>
            <a:off x="2991196" y="1234440"/>
            <a:ext cx="6209607" cy="4114800"/>
          </a:xfrm>
          <a:prstGeom prst="rect">
            <a:avLst/>
          </a:prstGeom>
        </p:spPr>
      </p:pic>
    </p:spTree>
    <p:extLst>
      <p:ext uri="{BB962C8B-B14F-4D97-AF65-F5344CB8AC3E}">
        <p14:creationId xmlns:p14="http://schemas.microsoft.com/office/powerpoint/2010/main" val="297100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5627C-EFF5-F85A-87A0-9AC7222D2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71A3C-32CC-8D49-54CE-3A59F8BD0EB9}"/>
              </a:ext>
            </a:extLst>
          </p:cNvPr>
          <p:cNvSpPr>
            <a:spLocks noGrp="1"/>
          </p:cNvSpPr>
          <p:nvPr>
            <p:ph type="title"/>
          </p:nvPr>
        </p:nvSpPr>
        <p:spPr/>
        <p:txBody>
          <a:bodyPr/>
          <a:lstStyle/>
          <a:p>
            <a:r>
              <a:rPr lang="en-US" altLang="ko-KR" dirty="0"/>
              <a:t>Results</a:t>
            </a:r>
            <a:endParaRPr dirty="0"/>
          </a:p>
        </p:txBody>
      </p:sp>
      <p:grpSp>
        <p:nvGrpSpPr>
          <p:cNvPr id="10" name="그룹 9">
            <a:extLst>
              <a:ext uri="{FF2B5EF4-FFF2-40B4-BE49-F238E27FC236}">
                <a16:creationId xmlns:a16="http://schemas.microsoft.com/office/drawing/2014/main" id="{DDAE3C21-8154-88E8-59C2-096B976FA470}"/>
              </a:ext>
            </a:extLst>
          </p:cNvPr>
          <p:cNvGrpSpPr/>
          <p:nvPr/>
        </p:nvGrpSpPr>
        <p:grpSpPr>
          <a:xfrm>
            <a:off x="753596" y="1594962"/>
            <a:ext cx="10684807" cy="3668075"/>
            <a:chOff x="658950" y="1548285"/>
            <a:chExt cx="10684807" cy="3668075"/>
          </a:xfrm>
        </p:grpSpPr>
        <p:pic>
          <p:nvPicPr>
            <p:cNvPr id="4" name="그림 3">
              <a:extLst>
                <a:ext uri="{FF2B5EF4-FFF2-40B4-BE49-F238E27FC236}">
                  <a16:creationId xmlns:a16="http://schemas.microsoft.com/office/drawing/2014/main" id="{596C580D-87F6-F377-905C-8CEE1DCCE8B1}"/>
                </a:ext>
              </a:extLst>
            </p:cNvPr>
            <p:cNvPicPr>
              <a:picLocks noChangeAspect="1"/>
            </p:cNvPicPr>
            <p:nvPr/>
          </p:nvPicPr>
          <p:blipFill>
            <a:blip r:embed="rId3"/>
            <a:srcRect t="66201" b="840"/>
            <a:stretch>
              <a:fillRect/>
            </a:stretch>
          </p:blipFill>
          <p:spPr>
            <a:xfrm>
              <a:off x="7972564" y="1548285"/>
              <a:ext cx="3371193" cy="3668075"/>
            </a:xfrm>
            <a:prstGeom prst="rect">
              <a:avLst/>
            </a:prstGeom>
          </p:spPr>
        </p:pic>
        <p:pic>
          <p:nvPicPr>
            <p:cNvPr id="7" name="그림 6">
              <a:extLst>
                <a:ext uri="{FF2B5EF4-FFF2-40B4-BE49-F238E27FC236}">
                  <a16:creationId xmlns:a16="http://schemas.microsoft.com/office/drawing/2014/main" id="{46B76BE0-3225-8902-58D4-E50182C4C816}"/>
                </a:ext>
              </a:extLst>
            </p:cNvPr>
            <p:cNvPicPr>
              <a:picLocks noChangeAspect="1"/>
            </p:cNvPicPr>
            <p:nvPr/>
          </p:nvPicPr>
          <p:blipFill>
            <a:blip r:embed="rId3"/>
            <a:srcRect t="33100" b="33940"/>
            <a:stretch>
              <a:fillRect/>
            </a:stretch>
          </p:blipFill>
          <p:spPr>
            <a:xfrm>
              <a:off x="4315757" y="1548285"/>
              <a:ext cx="3371193" cy="3668075"/>
            </a:xfrm>
            <a:prstGeom prst="rect">
              <a:avLst/>
            </a:prstGeom>
          </p:spPr>
        </p:pic>
        <p:pic>
          <p:nvPicPr>
            <p:cNvPr id="9" name="그림 8">
              <a:extLst>
                <a:ext uri="{FF2B5EF4-FFF2-40B4-BE49-F238E27FC236}">
                  <a16:creationId xmlns:a16="http://schemas.microsoft.com/office/drawing/2014/main" id="{B84D6140-45BF-FEE1-6E24-D6033C3AD1B0}"/>
                </a:ext>
              </a:extLst>
            </p:cNvPr>
            <p:cNvPicPr>
              <a:picLocks noChangeAspect="1"/>
            </p:cNvPicPr>
            <p:nvPr/>
          </p:nvPicPr>
          <p:blipFill>
            <a:blip r:embed="rId3"/>
            <a:srcRect b="67184"/>
            <a:stretch>
              <a:fillRect/>
            </a:stretch>
          </p:blipFill>
          <p:spPr>
            <a:xfrm>
              <a:off x="658950" y="1564207"/>
              <a:ext cx="3371193" cy="3652153"/>
            </a:xfrm>
            <a:prstGeom prst="rect">
              <a:avLst/>
            </a:prstGeom>
          </p:spPr>
        </p:pic>
      </p:grpSp>
    </p:spTree>
    <p:extLst>
      <p:ext uri="{BB962C8B-B14F-4D97-AF65-F5344CB8AC3E}">
        <p14:creationId xmlns:p14="http://schemas.microsoft.com/office/powerpoint/2010/main" val="1513502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01218-A2E7-FD42-7074-53C9FBF1E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2EFF70-89C6-352F-017A-0BB5D95EB64E}"/>
              </a:ext>
            </a:extLst>
          </p:cNvPr>
          <p:cNvSpPr>
            <a:spLocks noGrp="1"/>
          </p:cNvSpPr>
          <p:nvPr>
            <p:ph type="title"/>
          </p:nvPr>
        </p:nvSpPr>
        <p:spPr/>
        <p:txBody>
          <a:bodyPr/>
          <a:lstStyle/>
          <a:p>
            <a:r>
              <a:rPr lang="en-US" altLang="ko-KR" dirty="0"/>
              <a:t>Results</a:t>
            </a:r>
            <a:endParaRPr dirty="0"/>
          </a:p>
        </p:txBody>
      </p:sp>
      <p:sp>
        <p:nvSpPr>
          <p:cNvPr id="3" name="내용 개체 틀 2">
            <a:extLst>
              <a:ext uri="{FF2B5EF4-FFF2-40B4-BE49-F238E27FC236}">
                <a16:creationId xmlns:a16="http://schemas.microsoft.com/office/drawing/2014/main" id="{5E1A0E0E-43C2-C7DE-92F7-F54DA515C0CE}"/>
              </a:ext>
            </a:extLst>
          </p:cNvPr>
          <p:cNvSpPr>
            <a:spLocks noGrp="1"/>
          </p:cNvSpPr>
          <p:nvPr>
            <p:ph idx="1"/>
          </p:nvPr>
        </p:nvSpPr>
        <p:spPr>
          <a:xfrm>
            <a:off x="508000" y="897468"/>
            <a:ext cx="11176000" cy="5063066"/>
          </a:xfrm>
        </p:spPr>
        <p:txBody>
          <a:bodyPr>
            <a:normAutofit/>
          </a:bodyPr>
          <a:lstStyle/>
          <a:p>
            <a:r>
              <a:rPr sz="1600"/>
              <a:t>niCFPWV 예측력: 아이슬란드 R²=0.64 · Framingham R²=0.60</a:t>
            </a:r>
          </a:p>
          <a:p>
            <a:r>
              <a:rPr sz="1600"/>
              <a:t>예측치-연령 상관관계 &gt; 실측치-연령 상관관계 → 라벨 노이즈 필터링 효과</a:t>
            </a:r>
          </a:p>
          <a:p>
            <a:r>
              <a:rPr sz="1600"/>
              <a:t>Figure 1 — 부위마다 다른 필터 민감도, 서로 다른 생리 정보 포착</a:t>
            </a:r>
          </a:p>
          <a:p>
            <a:r>
              <a:rPr sz="1600"/>
              <a:t>Table 3 — AI-VA → CVD·관상동맥질환·심부전 유의 예측(HR 1.37~1.86)</a:t>
            </a:r>
          </a:p>
          <a:p>
            <a:r>
              <a:rPr sz="1600"/>
              <a:t>Figure 2 — 사분위군이 오를수록 뚜렷해지는 용량-반응 관계</a:t>
            </a:r>
          </a:p>
        </p:txBody>
      </p:sp>
    </p:spTree>
    <p:extLst>
      <p:ext uri="{BB962C8B-B14F-4D97-AF65-F5344CB8AC3E}">
        <p14:creationId xmlns:p14="http://schemas.microsoft.com/office/powerpoint/2010/main" val="556082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FB11E-DD38-D957-0A29-F793FD0AA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C5933-D5C1-C519-CABF-13EAE5333C03}"/>
              </a:ext>
            </a:extLst>
          </p:cNvPr>
          <p:cNvSpPr>
            <a:spLocks noGrp="1"/>
          </p:cNvSpPr>
          <p:nvPr>
            <p:ph type="title"/>
          </p:nvPr>
        </p:nvSpPr>
        <p:spPr/>
        <p:txBody>
          <a:bodyPr/>
          <a:lstStyle/>
          <a:p>
            <a:r>
              <a:rPr lang="en-US" altLang="ko-KR" dirty="0"/>
              <a:t>Conclusions</a:t>
            </a:r>
            <a:endParaRPr dirty="0"/>
          </a:p>
        </p:txBody>
      </p:sp>
      <p:sp>
        <p:nvSpPr>
          <p:cNvPr id="3" name="내용 개체 틀 2">
            <a:extLst>
              <a:ext uri="{FF2B5EF4-FFF2-40B4-BE49-F238E27FC236}">
                <a16:creationId xmlns:a16="http://schemas.microsoft.com/office/drawing/2014/main" id="{BFC3C0BE-7B6B-7D0A-01DE-36BE9493DA50}"/>
              </a:ext>
            </a:extLst>
          </p:cNvPr>
          <p:cNvSpPr>
            <a:spLocks noGrp="1"/>
          </p:cNvSpPr>
          <p:nvPr>
            <p:ph idx="1"/>
          </p:nvPr>
        </p:nvSpPr>
        <p:spPr>
          <a:xfrm>
            <a:off x="508000" y="897468"/>
            <a:ext cx="11176000" cy="5063066"/>
          </a:xfrm>
        </p:spPr>
        <p:txBody>
          <a:bodyPr>
            <a:normAutofit/>
          </a:bodyPr>
          <a:lstStyle/>
          <a:p>
            <a:r>
              <a:rPr sz="1600"/>
              <a:t>20초 비침습 파형 · 보정 불필요 → CNN 기반 CFPWV 예측(첫 시도)</a:t>
            </a:r>
          </a:p>
          <a:p>
            <a:r>
              <a:rPr sz="1600"/>
              <a:t>표준 위험인자 보정 후에도 CVD·관상동맥질환·심부전 유의 예측</a:t>
            </a:r>
          </a:p>
          <a:p>
            <a:r>
              <a:rPr sz="1600"/>
              <a:t>유럽계 코호트 학습 → 다인종 Framingham 외부 검증 성공</a:t>
            </a:r>
          </a:p>
          <a:p>
            <a:r>
              <a:rPr sz="1600"/>
              <a:t>Point-of-care·웨어러블 탑재, 자가 모니터링의 잠재력</a:t>
            </a:r>
          </a:p>
          <a:p>
            <a:r>
              <a:rPr sz="1600"/>
              <a:t>한계: 인종·연령 일반화 미검증, 대규모 파라미터의 암기 위험</a:t>
            </a:r>
          </a:p>
        </p:txBody>
      </p:sp>
    </p:spTree>
    <p:extLst>
      <p:ext uri="{BB962C8B-B14F-4D97-AF65-F5344CB8AC3E}">
        <p14:creationId xmlns:p14="http://schemas.microsoft.com/office/powerpoint/2010/main" val="1927681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62A51-25AF-2855-1C1C-08489EDFE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5E61C-4180-1149-BDE8-41B8AD6BA763}"/>
              </a:ext>
            </a:extLst>
          </p:cNvPr>
          <p:cNvSpPr>
            <a:spLocks noGrp="1"/>
          </p:cNvSpPr>
          <p:nvPr>
            <p:ph type="title"/>
          </p:nvPr>
        </p:nvSpPr>
        <p:spPr/>
        <p:txBody>
          <a:bodyPr/>
          <a:lstStyle/>
          <a:p>
            <a:r>
              <a:rPr lang="ko-KR" altLang="en-US" dirty="0"/>
              <a:t>두 논문을 통한 현재 </a:t>
            </a:r>
            <a:r>
              <a:rPr lang="en-US" altLang="ko-KR" dirty="0"/>
              <a:t>Study </a:t>
            </a:r>
            <a:r>
              <a:rPr lang="ko-KR" altLang="en-US" dirty="0"/>
              <a:t>적용할 점</a:t>
            </a:r>
            <a:endParaRPr dirty="0"/>
          </a:p>
        </p:txBody>
      </p:sp>
      <p:sp>
        <p:nvSpPr>
          <p:cNvPr id="3" name="내용 개체 틀 2">
            <a:extLst>
              <a:ext uri="{FF2B5EF4-FFF2-40B4-BE49-F238E27FC236}">
                <a16:creationId xmlns:a16="http://schemas.microsoft.com/office/drawing/2014/main" id="{7A71EEB5-137C-E521-4781-80730A554855}"/>
              </a:ext>
            </a:extLst>
          </p:cNvPr>
          <p:cNvSpPr>
            <a:spLocks noGrp="1"/>
          </p:cNvSpPr>
          <p:nvPr>
            <p:ph idx="1"/>
          </p:nvPr>
        </p:nvSpPr>
        <p:spPr>
          <a:xfrm>
            <a:off x="508000" y="897468"/>
            <a:ext cx="11176000" cy="5063066"/>
          </a:xfrm>
        </p:spPr>
        <p:txBody>
          <a:bodyPr>
            <a:normAutofit/>
          </a:bodyPr>
          <a:lstStyle/>
          <a:p>
            <a:r>
              <a:rPr lang="ko-KR" altLang="en-US" sz="1600" dirty="0"/>
              <a:t>논문 1 — Step1(Deep Learning) → Step2(Machine Learning) 워크플로 착안</a:t>
            </a:r>
            <a:endParaRPr lang="en-US" altLang="ko-KR" sz="1600" dirty="0"/>
          </a:p>
          <a:p>
            <a:r>
              <a:rPr lang="en-US" sz="1600" dirty="0"/>
              <a:t>내 연구는 순서를 역전: Step1(Machine Learning) → Step2(Deep Learning)</a:t>
            </a:r>
            <a:endParaRPr lang="en-US" altLang="ko-KR" sz="1600" dirty="0"/>
          </a:p>
          <a:p>
            <a:r>
              <a:rPr lang="ko-KR" altLang="en-US" sz="1600" dirty="0"/>
              <a:t>논문 2 — 1D Signal 전처리(정규화·파형화) 기법, 우리 신호에도 적용 가능</a:t>
            </a:r>
            <a:endParaRPr lang="en-US" altLang="ko-KR" sz="1600" dirty="0"/>
          </a:p>
          <a:p>
            <a:endParaRPr sz="1600" dirty="0"/>
          </a:p>
        </p:txBody>
      </p:sp>
    </p:spTree>
    <p:extLst>
      <p:ext uri="{BB962C8B-B14F-4D97-AF65-F5344CB8AC3E}">
        <p14:creationId xmlns:p14="http://schemas.microsoft.com/office/powerpoint/2010/main" val="2931853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pic>
        <p:nvPicPr>
          <p:cNvPr id="1176" name="Google Shape;1176;g3d412ffb079_0_61"/>
          <p:cNvPicPr preferRelativeResize="0"/>
          <p:nvPr/>
        </p:nvPicPr>
        <p:blipFill>
          <a:blip r:embed="rId3">
            <a:alphaModFix/>
          </a:blip>
          <a:stretch>
            <a:fill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369281387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5048</TotalTime>
  <Words>2010</Words>
  <Application>Microsoft Office PowerPoint</Application>
  <PresentationFormat>와이드스크린</PresentationFormat>
  <Paragraphs>112</Paragraphs>
  <Slides>20</Slides>
  <Notes>20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20</vt:i4>
      </vt:variant>
    </vt:vector>
  </HeadingPairs>
  <TitlesOfParts>
    <vt:vector size="25" baseType="lpstr">
      <vt:lpstr>맑은 고딕</vt:lpstr>
      <vt:lpstr>Arial</vt:lpstr>
      <vt:lpstr>KoPub돋움체 Medium</vt:lpstr>
      <vt:lpstr>KoPub돋움체 Bold</vt:lpstr>
      <vt:lpstr>Office 테마</vt:lpstr>
      <vt:lpstr>PowerPoint 프레젠테이션</vt:lpstr>
      <vt:lpstr>Background</vt:lpstr>
      <vt:lpstr>Datasets</vt:lpstr>
      <vt:lpstr>Methods</vt:lpstr>
      <vt:lpstr>Results</vt:lpstr>
      <vt:lpstr>Results</vt:lpstr>
      <vt:lpstr>Results</vt:lpstr>
      <vt:lpstr>Conclusions</vt:lpstr>
      <vt:lpstr>Limitations</vt:lpstr>
      <vt:lpstr>PowerPoint 프레젠테이션</vt:lpstr>
      <vt:lpstr>Background</vt:lpstr>
      <vt:lpstr>Methods</vt:lpstr>
      <vt:lpstr>Results</vt:lpstr>
      <vt:lpstr>Results</vt:lpstr>
      <vt:lpstr>Results</vt:lpstr>
      <vt:lpstr>Results</vt:lpstr>
      <vt:lpstr>Results</vt:lpstr>
      <vt:lpstr>Conclusions</vt:lpstr>
      <vt:lpstr>두 논문을 통한 현재 Study 적용할 점</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전장훈</dc:creator>
  <cp:lastModifiedBy>전장훈</cp:lastModifiedBy>
  <cp:revision>418</cp:revision>
  <dcterms:created xsi:type="dcterms:W3CDTF">2026-04-09T07:05:16Z</dcterms:created>
  <dcterms:modified xsi:type="dcterms:W3CDTF">2026-07-21T07:11:48Z</dcterms:modified>
</cp:coreProperties>
</file>