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524" r:id="rId4"/>
    <p:sldId id="346" r:id="rId5"/>
    <p:sldId id="350" r:id="rId6"/>
    <p:sldId id="351" r:id="rId7"/>
    <p:sldId id="352" r:id="rId8"/>
    <p:sldId id="469" r:id="rId9"/>
    <p:sldId id="470" r:id="rId10"/>
    <p:sldId id="488" r:id="rId11"/>
    <p:sldId id="528" r:id="rId12"/>
    <p:sldId id="529" r:id="rId13"/>
    <p:sldId id="530" r:id="rId14"/>
    <p:sldId id="542" r:id="rId15"/>
    <p:sldId id="525" r:id="rId16"/>
    <p:sldId id="404" r:id="rId17"/>
    <p:sldId id="543" r:id="rId18"/>
    <p:sldId id="526" r:id="rId19"/>
    <p:sldId id="531" r:id="rId20"/>
    <p:sldId id="532" r:id="rId21"/>
    <p:sldId id="533" r:id="rId22"/>
    <p:sldId id="534" r:id="rId23"/>
    <p:sldId id="535" r:id="rId24"/>
    <p:sldId id="539" r:id="rId25"/>
    <p:sldId id="540" r:id="rId26"/>
    <p:sldId id="541" r:id="rId27"/>
    <p:sldId id="536" r:id="rId28"/>
    <p:sldId id="537" r:id="rId29"/>
    <p:sldId id="538" r:id="rId30"/>
    <p:sldId id="479" r:id="rId31"/>
  </p:sldIdLst>
  <p:sldSz cx="12192000" cy="6858000"/>
  <p:notesSz cx="6858000" cy="9144000"/>
  <p:embeddedFontLst>
    <p:embeddedFont>
      <p:font typeface="KoPub돋움체 Bold" panose="00000800000000000000" pitchFamily="2" charset="-127"/>
      <p:bold r:id="rId33"/>
    </p:embeddedFont>
    <p:embeddedFont>
      <p:font typeface="KoPub돋움체 Medium" panose="00000600000000000000" pitchFamily="2" charset="-127"/>
      <p:regular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8"/>
            <p14:sldId id="524"/>
            <p14:sldId id="346"/>
            <p14:sldId id="350"/>
            <p14:sldId id="351"/>
            <p14:sldId id="352"/>
            <p14:sldId id="469"/>
            <p14:sldId id="470"/>
            <p14:sldId id="488"/>
            <p14:sldId id="528"/>
            <p14:sldId id="529"/>
            <p14:sldId id="530"/>
            <p14:sldId id="542"/>
            <p14:sldId id="525"/>
            <p14:sldId id="404"/>
            <p14:sldId id="543"/>
            <p14:sldId id="526"/>
            <p14:sldId id="531"/>
            <p14:sldId id="532"/>
            <p14:sldId id="533"/>
            <p14:sldId id="534"/>
            <p14:sldId id="535"/>
            <p14:sldId id="539"/>
            <p14:sldId id="540"/>
            <p14:sldId id="541"/>
            <p14:sldId id="536"/>
            <p14:sldId id="537"/>
            <p14:sldId id="53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2185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  <pc:docChgLst>
    <pc:chgData name="janghoon jun" userId="056a5883350c2f5e" providerId="LiveId" clId="{74AFAB52-6487-4651-9B79-2F181DBD8D0A}"/>
    <pc:docChg chg="undo redo custSel addSld delSld modSld sldOrd modSection">
      <pc:chgData name="janghoon jun" userId="056a5883350c2f5e" providerId="LiveId" clId="{74AFAB52-6487-4651-9B79-2F181DBD8D0A}" dt="2026-04-30T01:49:05.467" v="3131" actId="20577"/>
      <pc:docMkLst>
        <pc:docMk/>
      </pc:docMkLst>
      <pc:sldChg chg="modSp mod">
        <pc:chgData name="janghoon jun" userId="056a5883350c2f5e" providerId="LiveId" clId="{74AFAB52-6487-4651-9B79-2F181DBD8D0A}" dt="2026-04-29T00:52:38.595" v="540" actId="20577"/>
        <pc:sldMkLst>
          <pc:docMk/>
          <pc:sldMk cId="3808511553" sldId="258"/>
        </pc:sldMkLst>
        <pc:spChg chg="mod">
          <ac:chgData name="janghoon jun" userId="056a5883350c2f5e" providerId="LiveId" clId="{74AFAB52-6487-4651-9B79-2F181DBD8D0A}" dt="2026-04-29T00:52:38.595" v="540" actId="20577"/>
          <ac:spMkLst>
            <pc:docMk/>
            <pc:sldMk cId="3808511553" sldId="258"/>
            <ac:spMk id="3" creationId="{A84C152F-6AC6-4EBB-8679-327588602FD5}"/>
          </ac:spMkLst>
        </pc:spChg>
      </pc:sldChg>
      <pc:sldChg chg="addSp delSp modSp mod">
        <pc:chgData name="janghoon jun" userId="056a5883350c2f5e" providerId="LiveId" clId="{74AFAB52-6487-4651-9B79-2F181DBD8D0A}" dt="2026-04-29T05:06:16.836" v="1272" actId="14100"/>
        <pc:sldMkLst>
          <pc:docMk/>
          <pc:sldMk cId="3042847678" sldId="355"/>
        </pc:sldMkLst>
        <pc:graphicFrameChg chg="del mod">
          <ac:chgData name="janghoon jun" userId="056a5883350c2f5e" providerId="LiveId" clId="{74AFAB52-6487-4651-9B79-2F181DBD8D0A}" dt="2026-04-29T05:06:02.806" v="1268" actId="478"/>
          <ac:graphicFrameMkLst>
            <pc:docMk/>
            <pc:sldMk cId="3042847678" sldId="355"/>
            <ac:graphicFrameMk id="8" creationId="{3649AB2B-068A-41A4-9569-D888FFBE35F3}"/>
          </ac:graphicFrameMkLst>
        </pc:graphicFrame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3" creationId="{151481C9-9D84-912C-1C87-DD8B1F5AD3B8}"/>
          </ac:picMkLst>
        </pc:picChg>
        <pc:picChg chg="del">
          <ac:chgData name="janghoon jun" userId="056a5883350c2f5e" providerId="LiveId" clId="{74AFAB52-6487-4651-9B79-2F181DBD8D0A}" dt="2026-04-29T05:06:03.484" v="1269" actId="478"/>
          <ac:picMkLst>
            <pc:docMk/>
            <pc:sldMk cId="3042847678" sldId="355"/>
            <ac:picMk id="5" creationId="{3069512A-1034-4976-1550-EAA8B67F6E5E}"/>
          </ac:picMkLst>
        </pc:pic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6" creationId="{E1D79CFF-0E3C-0AB0-818C-4B26ABBF9E26}"/>
          </ac:picMkLst>
        </pc:picChg>
      </pc:sldChg>
      <pc:sldChg chg="addSp delSp modSp mod">
        <pc:chgData name="janghoon jun" userId="056a5883350c2f5e" providerId="LiveId" clId="{74AFAB52-6487-4651-9B79-2F181DBD8D0A}" dt="2026-04-30T00:42:07.497" v="1851" actId="2711"/>
        <pc:sldMkLst>
          <pc:docMk/>
          <pc:sldMk cId="566521264" sldId="383"/>
        </pc:sldMkLst>
        <pc:spChg chg="mod">
          <ac:chgData name="janghoon jun" userId="056a5883350c2f5e" providerId="LiveId" clId="{74AFAB52-6487-4651-9B79-2F181DBD8D0A}" dt="2026-04-29T04:53:02.743" v="1143" actId="6549"/>
          <ac:spMkLst>
            <pc:docMk/>
            <pc:sldMk cId="566521264" sldId="383"/>
            <ac:spMk id="11" creationId="{2F49DB3D-7569-41CE-98E6-0D040C938EC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39" creationId="{BE12C57E-DDA6-448D-86BC-F1DC21EC5D54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0" creationId="{9341836B-E0D9-4AAE-A183-22EFDBEB5A9F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1" creationId="{FA0E5E16-BED6-4786-BA12-4B9DA00E5C6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2" creationId="{2BDD2FD2-D736-4432-A9D6-16A0A1C7E0A0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3" creationId="{393F3D5B-8095-49E6-98D3-E24267C25B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4" creationId="{43CA52CD-5E1B-4300-A6A1-8E0FB8D87ABE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5" creationId="{20A8A9A3-5B0C-4B19-B70F-63963F3E6E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6" creationId="{40535323-FE78-4A6C-BA8C-0B802F73AE17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7" creationId="{DD5D9754-A87E-43AF-A4C5-5CF4B1571F89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8" creationId="{7A62C207-1358-4540-BAF7-886B262642A4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9" creationId="{D247224A-B980-4279-B627-9DE525993057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0" creationId="{3DF80006-189B-46B5-B51D-3D8BBBB8A175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1" creationId="{4B6BE63E-0123-4F18-8E59-967505038D69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2" creationId="{0BA79CE8-F960-47A9-AC4D-67BD17CA8306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3" creationId="{124F43EC-9CF1-44BF-9E3E-4BF33DCA13C3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4" creationId="{1DC6C060-CEA6-4E72-A09E-83151C02FBFB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5" creationId="{0173FB4F-2768-4C0B-9D08-4D1348DEB512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6" creationId="{0EBFA46C-0E8B-4078-B998-CFCF1C15E333}"/>
          </ac:spMkLst>
        </pc:spChg>
        <pc:spChg chg="mod">
          <ac:chgData name="janghoon jun" userId="056a5883350c2f5e" providerId="LiveId" clId="{74AFAB52-6487-4651-9B79-2F181DBD8D0A}" dt="2026-04-29T01:29:47.884" v="1057" actId="20577"/>
          <ac:spMkLst>
            <pc:docMk/>
            <pc:sldMk cId="566521264" sldId="383"/>
            <ac:spMk id="61" creationId="{F8B5CF73-5AD1-47BB-9047-4C29B1832002}"/>
          </ac:spMkLst>
        </pc:spChg>
        <pc:grpChg chg="add mod">
          <ac:chgData name="janghoon jun" userId="056a5883350c2f5e" providerId="LiveId" clId="{74AFAB52-6487-4651-9B79-2F181DBD8D0A}" dt="2026-04-29T04:53:10.821" v="1144" actId="1076"/>
          <ac:grpSpMkLst>
            <pc:docMk/>
            <pc:sldMk cId="566521264" sldId="383"/>
            <ac:grpSpMk id="6" creationId="{134B4283-B221-6F97-DFAF-C89D8539DEF5}"/>
          </ac:grpSpMkLst>
        </pc:grpChg>
        <pc:graphicFrameChg chg="mod modGraphic">
          <ac:chgData name="janghoon jun" userId="056a5883350c2f5e" providerId="LiveId" clId="{74AFAB52-6487-4651-9B79-2F181DBD8D0A}" dt="2026-04-30T00:42:07.497" v="1851" actId="2711"/>
          <ac:graphicFrameMkLst>
            <pc:docMk/>
            <pc:sldMk cId="566521264" sldId="383"/>
            <ac:graphicFrameMk id="58" creationId="{482DE016-3F1C-4650-8969-98555872D4F0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53:43.308" v="2083" actId="20577"/>
        <pc:sldMkLst>
          <pc:docMk/>
          <pc:sldMk cId="1785302506" sldId="384"/>
        </pc:sldMkLst>
        <pc:spChg chg="mod">
          <ac:chgData name="janghoon jun" userId="056a5883350c2f5e" providerId="LiveId" clId="{74AFAB52-6487-4651-9B79-2F181DBD8D0A}" dt="2026-04-30T00:53:43.308" v="2083" actId="20577"/>
          <ac:spMkLst>
            <pc:docMk/>
            <pc:sldMk cId="1785302506" sldId="384"/>
            <ac:spMk id="3" creationId="{A84C152F-6AC6-4EBB-8679-327588602FD5}"/>
          </ac:spMkLst>
        </pc:spChg>
        <pc:spChg chg="mod">
          <ac:chgData name="janghoon jun" userId="056a5883350c2f5e" providerId="LiveId" clId="{74AFAB52-6487-4651-9B79-2F181DBD8D0A}" dt="2026-04-30T00:21:05.964" v="1750" actId="255"/>
          <ac:spMkLst>
            <pc:docMk/>
            <pc:sldMk cId="1785302506" sldId="384"/>
            <ac:spMk id="7" creationId="{D618DD6A-655F-02B1-E450-20C581D2F763}"/>
          </ac:spMkLst>
        </pc:spChg>
        <pc:graphicFrameChg chg="del">
          <ac:chgData name="janghoon jun" userId="056a5883350c2f5e" providerId="LiveId" clId="{74AFAB52-6487-4651-9B79-2F181DBD8D0A}" dt="2026-04-30T00:17:18.354" v="1698" actId="47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17:21.902" v="1699" actId="14734"/>
          <ac:graphicFrameMkLst>
            <pc:docMk/>
            <pc:sldMk cId="1785302506" sldId="384"/>
            <ac:graphicFrameMk id="6" creationId="{94DCFC33-C28C-2700-774F-9A442D3EB2B6}"/>
          </ac:graphicFrameMkLst>
        </pc:graphicFrameChg>
      </pc:sldChg>
      <pc:sldChg chg="del">
        <pc:chgData name="janghoon jun" userId="056a5883350c2f5e" providerId="LiveId" clId="{74AFAB52-6487-4651-9B79-2F181DBD8D0A}" dt="2026-04-29T05:12:52.217" v="1425" actId="47"/>
        <pc:sldMkLst>
          <pc:docMk/>
          <pc:sldMk cId="351167328" sldId="390"/>
        </pc:sldMkLst>
      </pc:sldChg>
      <pc:sldChg chg="addSp modSp del">
        <pc:chgData name="janghoon jun" userId="056a5883350c2f5e" providerId="LiveId" clId="{74AFAB52-6487-4651-9B79-2F181DBD8D0A}" dt="2026-04-29T05:12:55.518" v="1426" actId="47"/>
        <pc:sldMkLst>
          <pc:docMk/>
          <pc:sldMk cId="1047168083" sldId="391"/>
        </pc:sldMkLst>
      </pc:sldChg>
      <pc:sldChg chg="addSp modSp mod ord">
        <pc:chgData name="janghoon jun" userId="056a5883350c2f5e" providerId="LiveId" clId="{74AFAB52-6487-4651-9B79-2F181DBD8D0A}" dt="2026-04-30T01:12:41.137" v="2624"/>
        <pc:sldMkLst>
          <pc:docMk/>
          <pc:sldMk cId="433290991" sldId="397"/>
        </pc:sldMkLst>
        <pc:spChg chg="add mod">
          <ac:chgData name="janghoon jun" userId="056a5883350c2f5e" providerId="LiveId" clId="{74AFAB52-6487-4651-9B79-2F181DBD8D0A}" dt="2026-04-23T05:32:00.228" v="85"/>
          <ac:spMkLst>
            <pc:docMk/>
            <pc:sldMk cId="433290991" sldId="397"/>
            <ac:spMk id="7" creationId="{E7E0ACB4-8F9E-E8EE-4C62-427B6EC3AE55}"/>
          </ac:spMkLst>
        </pc:spChg>
        <pc:spChg chg="mod">
          <ac:chgData name="janghoon jun" userId="056a5883350c2f5e" providerId="LiveId" clId="{74AFAB52-6487-4651-9B79-2F181DBD8D0A}" dt="2026-04-29T05:08:03.869" v="1302" actId="20577"/>
          <ac:spMkLst>
            <pc:docMk/>
            <pc:sldMk cId="433290991" sldId="397"/>
            <ac:spMk id="11" creationId="{2F49DB3D-7569-41CE-98E6-0D040C938EC9}"/>
          </ac:spMkLst>
        </pc:spChg>
        <pc:graphicFrameChg chg="add mod">
          <ac:chgData name="janghoon jun" userId="056a5883350c2f5e" providerId="LiveId" clId="{74AFAB52-6487-4651-9B79-2F181DBD8D0A}" dt="2026-04-23T05:32:00.228" v="85"/>
          <ac:graphicFrameMkLst>
            <pc:docMk/>
            <pc:sldMk cId="433290991" sldId="397"/>
            <ac:graphicFrameMk id="8" creationId="{28DA11E0-4E3C-811C-B8A9-9CD0FDFDB9D9}"/>
          </ac:graphicFrameMkLst>
        </pc:graphicFrameChg>
        <pc:graphicFrameChg chg="mod">
          <ac:chgData name="janghoon jun" userId="056a5883350c2f5e" providerId="LiveId" clId="{74AFAB52-6487-4651-9B79-2F181DBD8D0A}" dt="2026-04-23T04:34:00.740" v="2"/>
          <ac:graphicFrameMkLst>
            <pc:docMk/>
            <pc:sldMk cId="433290991" sldId="397"/>
            <ac:graphicFrameMk id="9" creationId="{C580C458-2EE5-4689-8617-EE9C75945DE5}"/>
          </ac:graphicFrameMkLst>
        </pc:graphicFrameChg>
      </pc:sldChg>
      <pc:sldChg chg="modSp mod">
        <pc:chgData name="janghoon jun" userId="056a5883350c2f5e" providerId="LiveId" clId="{74AFAB52-6487-4651-9B79-2F181DBD8D0A}" dt="2026-04-30T01:49:05.467" v="3131" actId="20577"/>
        <pc:sldMkLst>
          <pc:docMk/>
          <pc:sldMk cId="422661794" sldId="399"/>
        </pc:sldMkLst>
        <pc:spChg chg="mod">
          <ac:chgData name="janghoon jun" userId="056a5883350c2f5e" providerId="LiveId" clId="{74AFAB52-6487-4651-9B79-2F181DBD8D0A}" dt="2026-04-30T01:32:41.761" v="2733" actId="20577"/>
          <ac:spMkLst>
            <pc:docMk/>
            <pc:sldMk cId="422661794" sldId="399"/>
            <ac:spMk id="2" creationId="{9AF0C8C8-C4B1-4336-9468-E6803A595282}"/>
          </ac:spMkLst>
        </pc:spChg>
        <pc:spChg chg="mod">
          <ac:chgData name="janghoon jun" userId="056a5883350c2f5e" providerId="LiveId" clId="{74AFAB52-6487-4651-9B79-2F181DBD8D0A}" dt="2026-04-30T01:49:05.467" v="3131" actId="20577"/>
          <ac:spMkLst>
            <pc:docMk/>
            <pc:sldMk cId="422661794" sldId="399"/>
            <ac:spMk id="3" creationId="{A84C152F-6AC6-4EBB-8679-327588602FD5}"/>
          </ac:spMkLst>
        </pc:spChg>
      </pc:sldChg>
      <pc:sldChg chg="modSp del mod ord">
        <pc:chgData name="janghoon jun" userId="056a5883350c2f5e" providerId="LiveId" clId="{74AFAB52-6487-4651-9B79-2F181DBD8D0A}" dt="2026-04-29T04:53:12.821" v="1145" actId="47"/>
        <pc:sldMkLst>
          <pc:docMk/>
          <pc:sldMk cId="1327445754" sldId="403"/>
        </pc:sldMkLst>
        <pc:spChg chg="mod">
          <ac:chgData name="janghoon jun" userId="056a5883350c2f5e" providerId="LiveId" clId="{74AFAB52-6487-4651-9B79-2F181DBD8D0A}" dt="2026-04-29T04:52:38.493" v="1134" actId="21"/>
          <ac:spMkLst>
            <pc:docMk/>
            <pc:sldMk cId="1327445754" sldId="403"/>
            <ac:spMk id="11" creationId="{2F49DB3D-7569-41CE-98E6-0D040C938EC9}"/>
          </ac:spMkLst>
        </pc:spChg>
      </pc:sldChg>
      <pc:sldChg chg="addSp delSp modSp mod ord">
        <pc:chgData name="janghoon jun" userId="056a5883350c2f5e" providerId="LiveId" clId="{74AFAB52-6487-4651-9B79-2F181DBD8D0A}" dt="2026-04-29T04:57:34.087" v="1197" actId="1035"/>
        <pc:sldMkLst>
          <pc:docMk/>
          <pc:sldMk cId="79559792" sldId="404"/>
        </pc:sldMkLst>
        <pc:picChg chg="add mod ord">
          <ac:chgData name="janghoon jun" userId="056a5883350c2f5e" providerId="LiveId" clId="{74AFAB52-6487-4651-9B79-2F181DBD8D0A}" dt="2026-04-29T04:53:55.259" v="1151" actId="167"/>
          <ac:picMkLst>
            <pc:docMk/>
            <pc:sldMk cId="79559792" sldId="404"/>
            <ac:picMk id="3" creationId="{D80867D5-EA38-95C1-DE7E-5B101673B098}"/>
          </ac:picMkLst>
        </pc:picChg>
        <pc:picChg chg="add del">
          <ac:chgData name="janghoon jun" userId="056a5883350c2f5e" providerId="LiveId" clId="{74AFAB52-6487-4651-9B79-2F181DBD8D0A}" dt="2026-04-29T01:39:14.961" v="1124" actId="478"/>
          <ac:picMkLst>
            <pc:docMk/>
            <pc:sldMk cId="79559792" sldId="404"/>
            <ac:picMk id="5" creationId="{0D09B646-F084-4AEA-BEEF-1A6E6900AD82}"/>
          </ac:picMkLst>
        </pc:picChg>
        <pc:picChg chg="add mod ord">
          <ac:chgData name="janghoon jun" userId="056a5883350c2f5e" providerId="LiveId" clId="{74AFAB52-6487-4651-9B79-2F181DBD8D0A}" dt="2026-04-29T04:57:34.087" v="1197" actId="1035"/>
          <ac:picMkLst>
            <pc:docMk/>
            <pc:sldMk cId="79559792" sldId="404"/>
            <ac:picMk id="5" creationId="{832C7808-8D4F-C5F2-EA44-1E8125FD959A}"/>
          </ac:picMkLst>
        </pc:picChg>
        <pc:picChg chg="add del">
          <ac:chgData name="janghoon jun" userId="056a5883350c2f5e" providerId="LiveId" clId="{74AFAB52-6487-4651-9B79-2F181DBD8D0A}" dt="2026-04-29T01:39:15.555" v="1125" actId="478"/>
          <ac:picMkLst>
            <pc:docMk/>
            <pc:sldMk cId="79559792" sldId="404"/>
            <ac:picMk id="6" creationId="{E0F76B1F-ACFD-F8B9-7EB7-7F91F47F3EB9}"/>
          </ac:picMkLst>
        </pc:picChg>
        <pc:picChg chg="add del mod ord">
          <ac:chgData name="janghoon jun" userId="056a5883350c2f5e" providerId="LiveId" clId="{74AFAB52-6487-4651-9B79-2F181DBD8D0A}" dt="2026-04-29T04:53:58.868" v="1152" actId="478"/>
          <ac:picMkLst>
            <pc:docMk/>
            <pc:sldMk cId="79559792" sldId="404"/>
            <ac:picMk id="7" creationId="{589A79D3-6C6E-4C9C-5192-74A2A746330D}"/>
          </ac:picMkLst>
        </pc:picChg>
        <pc:picChg chg="del">
          <ac:chgData name="janghoon jun" userId="056a5883350c2f5e" providerId="LiveId" clId="{74AFAB52-6487-4651-9B79-2F181DBD8D0A}" dt="2026-04-29T04:54:39.904" v="1160" actId="478"/>
          <ac:picMkLst>
            <pc:docMk/>
            <pc:sldMk cId="79559792" sldId="404"/>
            <ac:picMk id="8" creationId="{BFB89FDA-A353-493A-B9D5-D8613A24BF28}"/>
          </ac:picMkLst>
        </pc:picChg>
        <pc:picChg chg="add del mod">
          <ac:chgData name="janghoon jun" userId="056a5883350c2f5e" providerId="LiveId" clId="{74AFAB52-6487-4651-9B79-2F181DBD8D0A}" dt="2026-04-29T01:39:44.323" v="1131" actId="478"/>
          <ac:picMkLst>
            <pc:docMk/>
            <pc:sldMk cId="79559792" sldId="404"/>
            <ac:picMk id="10" creationId="{7DA4E8E9-B57F-6CE5-8D2E-7AAD5ABC9D0E}"/>
          </ac:picMkLst>
        </pc:picChg>
      </pc:sldChg>
      <pc:sldChg chg="addSp modSp add del">
        <pc:chgData name="janghoon jun" userId="056a5883350c2f5e" providerId="LiveId" clId="{74AFAB52-6487-4651-9B79-2F181DBD8D0A}" dt="2026-04-29T05:06:36.258" v="1273" actId="47"/>
        <pc:sldMkLst>
          <pc:docMk/>
          <pc:sldMk cId="3676489374" sldId="417"/>
        </pc:sldMkLst>
      </pc:sldChg>
      <pc:sldChg chg="addSp modSp add del">
        <pc:chgData name="janghoon jun" userId="056a5883350c2f5e" providerId="LiveId" clId="{74AFAB52-6487-4651-9B79-2F181DBD8D0A}" dt="2026-04-29T05:12:59.134" v="1427" actId="47"/>
        <pc:sldMkLst>
          <pc:docMk/>
          <pc:sldMk cId="547293721" sldId="419"/>
        </pc:sldMkLst>
      </pc:sldChg>
      <pc:sldChg chg="modSp add mod">
        <pc:chgData name="janghoon jun" userId="056a5883350c2f5e" providerId="LiveId" clId="{74AFAB52-6487-4651-9B79-2F181DBD8D0A}" dt="2026-04-30T00:10:26.920" v="1547" actId="20577"/>
        <pc:sldMkLst>
          <pc:docMk/>
          <pc:sldMk cId="3365920944" sldId="420"/>
        </pc:sldMkLst>
        <pc:spChg chg="mod">
          <ac:chgData name="janghoon jun" userId="056a5883350c2f5e" providerId="LiveId" clId="{74AFAB52-6487-4651-9B79-2F181DBD8D0A}" dt="2026-04-30T00:10:26.920" v="1547" actId="20577"/>
          <ac:spMkLst>
            <pc:docMk/>
            <pc:sldMk cId="3365920944" sldId="420"/>
            <ac:spMk id="2" creationId="{0AA2DBD3-62E5-96A7-3E5F-73205B97DF97}"/>
          </ac:spMkLst>
        </pc:spChg>
      </pc:sldChg>
      <pc:sldChg chg="addSp delSp modSp add mod">
        <pc:chgData name="janghoon jun" userId="056a5883350c2f5e" providerId="LiveId" clId="{74AFAB52-6487-4651-9B79-2F181DBD8D0A}" dt="2026-04-30T00:42:55.542" v="1857" actId="2062"/>
        <pc:sldMkLst>
          <pc:docMk/>
          <pc:sldMk cId="1183344318" sldId="424"/>
        </pc:sldMkLst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8" creationId="{B2C6FAFE-5A2E-DCD4-F728-0A160BF938E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9" creationId="{86C24931-875C-3989-300F-D88BEF4035F5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0" creationId="{82A01A6E-863E-4AFF-F49A-B40630B6E2BD}"/>
          </ac:spMkLst>
        </pc:spChg>
        <pc:spChg chg="mod">
          <ac:chgData name="janghoon jun" userId="056a5883350c2f5e" providerId="LiveId" clId="{74AFAB52-6487-4651-9B79-2F181DBD8D0A}" dt="2026-04-29T04:55:03.874" v="1164"/>
          <ac:spMkLst>
            <pc:docMk/>
            <pc:sldMk cId="1183344318" sldId="424"/>
            <ac:spMk id="11" creationId="{594F712F-1DB0-B5A0-BE58-7BFD2221BF1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2" creationId="{C6320AB4-C620-3751-F94E-1A5B13A211D9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3" creationId="{57E5F73A-6064-1474-6695-8D4D33781130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4" creationId="{F774B30F-91B8-335E-45E3-29769878AD7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5" creationId="{9FC8664F-C3C0-43E3-A023-1597F0919F2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6" creationId="{C724235D-C6ED-C88A-511C-4D5DAF759BAA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7" creationId="{0BC4B2E7-0901-F577-D184-231021AFF4F7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39" creationId="{74709CDB-3511-EB3A-EB8B-DF963D2B515F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0" creationId="{29DAD80C-8BB0-BD76-4CD8-1E2A19475F0A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1" creationId="{513777AE-C7E1-CE07-B746-19A75A1A8EE1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2" creationId="{9CDA1897-BED6-81E9-B864-D37489699BA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3" creationId="{778CDC44-B827-AE00-4D82-C5AAAF0929B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4" creationId="{D400DB57-6635-6B94-9E8D-6E2BDBEFAFFC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5" creationId="{32141635-C4C2-7A98-989A-2541DBB4E694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6" creationId="{6C4F65FA-0C59-AD1B-0695-D13B08091D29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7" creationId="{5732E968-2554-EB9D-16F9-8131E5A09DCB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8" creationId="{FA7CA55E-15DC-9D15-13B8-8A14AAC56E54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9" creationId="{11880D5B-0F7C-4470-AA10-C6A33AA4198D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0" creationId="{05208522-6278-D741-9B2F-262FBDEFC690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1" creationId="{7FA5140B-7E90-34EC-DBE2-FFF673BDF000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2" creationId="{3AEEF341-5712-B06D-4E32-C100545D2439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3" creationId="{4D59BBC4-D670-C230-0E3D-6E9A8CC1071C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4" creationId="{7EC843AF-ADFB-C9DF-BB2F-72BE02FB9E0F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5" creationId="{5089480E-2BC3-C771-0EC1-613CBF8B14EA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6" creationId="{BAEC52FB-84B6-559A-4886-34A0FC2877A8}"/>
          </ac:spMkLst>
        </pc:spChg>
        <pc:spChg chg="mod">
          <ac:chgData name="janghoon jun" userId="056a5883350c2f5e" providerId="LiveId" clId="{74AFAB52-6487-4651-9B79-2F181DBD8D0A}" dt="2026-04-29T01:31:34.994" v="1063" actId="20577"/>
          <ac:spMkLst>
            <pc:docMk/>
            <pc:sldMk cId="1183344318" sldId="424"/>
            <ac:spMk id="61" creationId="{6D2F29C0-3430-B09B-78DB-3454E73F31E6}"/>
          </ac:spMkLst>
        </pc:spChg>
        <pc:grpChg chg="add mod">
          <ac:chgData name="janghoon jun" userId="056a5883350c2f5e" providerId="LiveId" clId="{74AFAB52-6487-4651-9B79-2F181DBD8D0A}" dt="2026-04-29T04:55:32.947" v="1170" actId="1076"/>
          <ac:grpSpMkLst>
            <pc:docMk/>
            <pc:sldMk cId="1183344318" sldId="424"/>
            <ac:grpSpMk id="6" creationId="{E8D9A72F-68D0-7578-2E09-58FBE8B862FE}"/>
          </ac:grpSpMkLst>
        </pc:grpChg>
        <pc:grpChg chg="add del mod">
          <ac:chgData name="janghoon jun" userId="056a5883350c2f5e" providerId="LiveId" clId="{74AFAB52-6487-4651-9B79-2F181DBD8D0A}" dt="2026-04-29T04:55:36.689" v="1171" actId="478"/>
          <ac:grpSpMkLst>
            <pc:docMk/>
            <pc:sldMk cId="1183344318" sldId="424"/>
            <ac:grpSpMk id="7" creationId="{9B6432B3-8AAE-B46C-7F9B-BF1C31DA4C5A}"/>
          </ac:grpSpMkLst>
        </pc:grpChg>
        <pc:graphicFrameChg chg="mod modGraphic">
          <ac:chgData name="janghoon jun" userId="056a5883350c2f5e" providerId="LiveId" clId="{74AFAB52-6487-4651-9B79-2F181DBD8D0A}" dt="2026-04-30T00:42:55.542" v="1857" actId="2062"/>
          <ac:graphicFrameMkLst>
            <pc:docMk/>
            <pc:sldMk cId="1183344318" sldId="424"/>
            <ac:graphicFrameMk id="58" creationId="{93111E9C-3E6D-1CC0-B18B-8040697D5774}"/>
          </ac:graphicFrameMkLst>
        </pc:graphicFrameChg>
      </pc:sldChg>
      <pc:sldChg chg="modSp add del mod ord">
        <pc:chgData name="janghoon jun" userId="056a5883350c2f5e" providerId="LiveId" clId="{74AFAB52-6487-4651-9B79-2F181DBD8D0A}" dt="2026-04-29T04:56:08.117" v="1172" actId="47"/>
        <pc:sldMkLst>
          <pc:docMk/>
          <pc:sldMk cId="3567372362" sldId="425"/>
        </pc:sldMkLst>
        <pc:spChg chg="mod">
          <ac:chgData name="janghoon jun" userId="056a5883350c2f5e" providerId="LiveId" clId="{74AFAB52-6487-4651-9B79-2F181DBD8D0A}" dt="2026-04-29T04:55:00.102" v="1161" actId="21"/>
          <ac:spMkLst>
            <pc:docMk/>
            <pc:sldMk cId="3567372362" sldId="425"/>
            <ac:spMk id="11" creationId="{4925A88E-9A76-1866-300E-75B3BD583781}"/>
          </ac:spMkLst>
        </pc:spChg>
      </pc:sldChg>
      <pc:sldChg chg="addSp delSp modSp add mod ord">
        <pc:chgData name="janghoon jun" userId="056a5883350c2f5e" providerId="LiveId" clId="{74AFAB52-6487-4651-9B79-2F181DBD8D0A}" dt="2026-04-29T04:57:29.837" v="1195" actId="1036"/>
        <pc:sldMkLst>
          <pc:docMk/>
          <pc:sldMk cId="2035619833" sldId="426"/>
        </pc:sldMkLst>
        <pc:picChg chg="add mod ord">
          <ac:chgData name="janghoon jun" userId="056a5883350c2f5e" providerId="LiveId" clId="{74AFAB52-6487-4651-9B79-2F181DBD8D0A}" dt="2026-04-29T04:56:36.008" v="1178" actId="167"/>
          <ac:picMkLst>
            <pc:docMk/>
            <pc:sldMk cId="2035619833" sldId="426"/>
            <ac:picMk id="3" creationId="{65FE3929-3ACF-4164-1782-1CD0C45B795C}"/>
          </ac:picMkLst>
        </pc:picChg>
        <pc:picChg chg="add mod ord">
          <ac:chgData name="janghoon jun" userId="056a5883350c2f5e" providerId="LiveId" clId="{74AFAB52-6487-4651-9B79-2F181DBD8D0A}" dt="2026-04-29T04:57:29.837" v="1195" actId="1036"/>
          <ac:picMkLst>
            <pc:docMk/>
            <pc:sldMk cId="2035619833" sldId="426"/>
            <ac:picMk id="5" creationId="{AE1BC314-3C9D-B4FC-C010-D9D561C73F2A}"/>
          </ac:picMkLst>
        </pc:picChg>
        <pc:picChg chg="del">
          <ac:chgData name="janghoon jun" userId="056a5883350c2f5e" providerId="LiveId" clId="{74AFAB52-6487-4651-9B79-2F181DBD8D0A}" dt="2026-04-29T04:56:37.399" v="1179" actId="478"/>
          <ac:picMkLst>
            <pc:docMk/>
            <pc:sldMk cId="2035619833" sldId="426"/>
            <ac:picMk id="6" creationId="{BC1F4BBC-90CD-A9A8-90E9-192C692B7D96}"/>
          </ac:picMkLst>
        </pc:picChg>
        <pc:picChg chg="add del">
          <ac:chgData name="janghoon jun" userId="056a5883350c2f5e" providerId="LiveId" clId="{74AFAB52-6487-4651-9B79-2F181DBD8D0A}" dt="2026-04-29T04:57:16.306" v="1187" actId="478"/>
          <ac:picMkLst>
            <pc:docMk/>
            <pc:sldMk cId="2035619833" sldId="426"/>
            <ac:picMk id="7" creationId="{F4CEE441-38AF-6F6C-F259-1C70D50A04DC}"/>
          </ac:picMkLst>
        </pc:picChg>
        <pc:picChg chg="add del">
          <ac:chgData name="janghoon jun" userId="056a5883350c2f5e" providerId="LiveId" clId="{74AFAB52-6487-4651-9B79-2F181DBD8D0A}" dt="2026-04-29T04:56:39.119" v="1180" actId="478"/>
          <ac:picMkLst>
            <pc:docMk/>
            <pc:sldMk cId="2035619833" sldId="426"/>
            <ac:picMk id="10" creationId="{585EAB18-FCD9-0D20-39A8-0352ED13AA94}"/>
          </ac:picMkLst>
        </pc:picChg>
      </pc:sldChg>
      <pc:sldChg chg="addSp delSp modSp add mod ord">
        <pc:chgData name="janghoon jun" userId="056a5883350c2f5e" providerId="LiveId" clId="{74AFAB52-6487-4651-9B79-2F181DBD8D0A}" dt="2026-04-29T05:07:12.337" v="1279" actId="14100"/>
        <pc:sldMkLst>
          <pc:docMk/>
          <pc:sldMk cId="3896853274" sldId="427"/>
        </pc:sldMkLst>
        <pc:graphicFrameChg chg="del mod">
          <ac:chgData name="janghoon jun" userId="056a5883350c2f5e" providerId="LiveId" clId="{74AFAB52-6487-4651-9B79-2F181DBD8D0A}" dt="2026-04-29T05:06:45.649" v="1274" actId="478"/>
          <ac:graphicFrameMkLst>
            <pc:docMk/>
            <pc:sldMk cId="3896853274" sldId="427"/>
            <ac:graphicFrameMk id="8" creationId="{E1BF661B-644B-B413-5A1F-111F1F8F21AD}"/>
          </ac:graphicFrameMkLst>
        </pc:graphicFrame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3" creationId="{0F09D61F-4575-4AA0-4EC0-F4ADA2B8559F}"/>
          </ac:picMkLst>
        </pc:pic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5" creationId="{69FA6F37-7768-C4BF-D5F4-6B224F40B4BE}"/>
          </ac:picMkLst>
        </pc:picChg>
        <pc:picChg chg="add del">
          <ac:chgData name="janghoon jun" userId="056a5883350c2f5e" providerId="LiveId" clId="{74AFAB52-6487-4651-9B79-2F181DBD8D0A}" dt="2026-04-29T05:06:46.212" v="1275" actId="478"/>
          <ac:picMkLst>
            <pc:docMk/>
            <pc:sldMk cId="3896853274" sldId="427"/>
            <ac:picMk id="6" creationId="{C54047D0-AF13-B2B0-3AD7-EC4D64CA5AA4}"/>
          </ac:picMkLst>
        </pc:picChg>
      </pc:sldChg>
      <pc:sldChg chg="addSp modSp add del ord modCm">
        <pc:chgData name="janghoon jun" userId="056a5883350c2f5e" providerId="LiveId" clId="{74AFAB52-6487-4651-9B79-2F181DBD8D0A}" dt="2026-04-29T05:07:29.696" v="1280" actId="47"/>
        <pc:sldMkLst>
          <pc:docMk/>
          <pc:sldMk cId="2959586648" sldId="429"/>
        </pc:sldMkLst>
      </pc:sldChg>
      <pc:sldChg chg="addSp modSp add del">
        <pc:chgData name="janghoon jun" userId="056a5883350c2f5e" providerId="LiveId" clId="{74AFAB52-6487-4651-9B79-2F181DBD8D0A}" dt="2026-04-29T05:13:01.931" v="1428" actId="47"/>
        <pc:sldMkLst>
          <pc:docMk/>
          <pc:sldMk cId="2349903612" sldId="430"/>
        </pc:sldMkLst>
      </pc:sldChg>
      <pc:sldChg chg="addSp modSp add del">
        <pc:chgData name="janghoon jun" userId="056a5883350c2f5e" providerId="LiveId" clId="{74AFAB52-6487-4651-9B79-2F181DBD8D0A}" dt="2026-04-29T05:13:04.141" v="1429" actId="47"/>
        <pc:sldMkLst>
          <pc:docMk/>
          <pc:sldMk cId="3899760896" sldId="431"/>
        </pc:sldMkLst>
      </pc:sldChg>
      <pc:sldChg chg="addSp delSp modSp add mod">
        <pc:chgData name="janghoon jun" userId="056a5883350c2f5e" providerId="LiveId" clId="{74AFAB52-6487-4651-9B79-2F181DBD8D0A}" dt="2026-04-30T01:12:51.226" v="2631" actId="6549"/>
        <pc:sldMkLst>
          <pc:docMk/>
          <pc:sldMk cId="4099219520" sldId="438"/>
        </pc:sldMkLst>
        <pc:spChg chg="add del mod">
          <ac:chgData name="janghoon jun" userId="056a5883350c2f5e" providerId="LiveId" clId="{74AFAB52-6487-4651-9B79-2F181DBD8D0A}" dt="2026-04-29T00:56:21.849" v="726" actId="478"/>
          <ac:spMkLst>
            <pc:docMk/>
            <pc:sldMk cId="4099219520" sldId="438"/>
            <ac:spMk id="3" creationId="{E1F33830-6301-294E-965D-34195F4CF66F}"/>
          </ac:spMkLst>
        </pc:spChg>
        <pc:spChg chg="mod">
          <ac:chgData name="janghoon jun" userId="056a5883350c2f5e" providerId="LiveId" clId="{74AFAB52-6487-4651-9B79-2F181DBD8D0A}" dt="2026-04-30T01:12:51.226" v="2631" actId="6549"/>
          <ac:spMkLst>
            <pc:docMk/>
            <pc:sldMk cId="4099219520" sldId="438"/>
            <ac:spMk id="14" creationId="{776DA4E4-00A3-E690-8224-10FF5B020CD9}"/>
          </ac:spMkLst>
        </pc:spChg>
      </pc:sldChg>
      <pc:sldChg chg="addSp delSp modSp add mod">
        <pc:chgData name="janghoon jun" userId="056a5883350c2f5e" providerId="LiveId" clId="{74AFAB52-6487-4651-9B79-2F181DBD8D0A}" dt="2026-04-29T05:11:30.008" v="1404" actId="403"/>
        <pc:sldMkLst>
          <pc:docMk/>
          <pc:sldMk cId="2448059843" sldId="439"/>
        </pc:sldMkLst>
        <pc:spChg chg="add del mod">
          <ac:chgData name="janghoon jun" userId="056a5883350c2f5e" providerId="LiveId" clId="{74AFAB52-6487-4651-9B79-2F181DBD8D0A}" dt="2026-04-29T04:58:23.399" v="1199" actId="478"/>
          <ac:spMkLst>
            <pc:docMk/>
            <pc:sldMk cId="2448059843" sldId="439"/>
            <ac:spMk id="5" creationId="{A68442DD-1B4E-D047-8850-38A5979BA4A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6" creationId="{F522D9CA-DB13-E8D4-A211-D139CF214D05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8" creationId="{6DF69552-3717-1F7A-BF20-B7A3EB3652C3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9" creationId="{1C25C5CD-59C4-9F33-F311-8696BFE0CD8D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10" creationId="{A6A389E8-DA0D-5668-B5B5-85D7D1CEDEA8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2" creationId="{7C4608E4-FF89-612E-FBFF-3E77474EA99D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3" creationId="{ADAFA306-3339-92E0-C35C-9A8634BF50C0}"/>
          </ac:spMkLst>
        </pc:spChg>
        <pc:spChg chg="del">
          <ac:chgData name="janghoon jun" userId="056a5883350c2f5e" providerId="LiveId" clId="{74AFAB52-6487-4651-9B79-2F181DBD8D0A}" dt="2026-04-29T04:58:20.587" v="1198" actId="478"/>
          <ac:spMkLst>
            <pc:docMk/>
            <pc:sldMk cId="2448059843" sldId="439"/>
            <ac:spMk id="14" creationId="{30577F5C-B21D-CABE-BC19-67450CCB75A3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5" creationId="{DF4BAE5E-2CB0-FB8A-D168-38B463ED8A67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8" creationId="{A377C9B6-A7A1-0364-F85D-33EA1C751C8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9" creationId="{305ABC69-8443-3860-EBCE-B25C8E3514A1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0" creationId="{15001893-4CFA-862E-C332-192491807659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1" creationId="{8C0F5990-A1D7-FA1A-5DA8-53EC9153E62E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2" creationId="{BAFA56F1-E95D-E6C7-D1FE-6BE6E209EFDF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23" creationId="{206EECF2-3CF6-4F72-AA40-8064A0124F64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24" creationId="{3A666981-EE36-9701-8DA5-6383D6814977}"/>
          </ac:spMkLst>
        </pc:spChg>
        <pc:spChg chg="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6" creationId="{8842D9D5-20CD-7538-6FE5-794AB94CC6A3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7" creationId="{15E6DE08-3482-EEB1-582C-86F481BD675A}"/>
          </ac:spMkLst>
        </pc:spChg>
        <pc:spChg chg="mod">
          <ac:chgData name="janghoon jun" userId="056a5883350c2f5e" providerId="LiveId" clId="{74AFAB52-6487-4651-9B79-2F181DBD8D0A}" dt="2026-04-29T05:01:21.759" v="1257" actId="20577"/>
          <ac:spMkLst>
            <pc:docMk/>
            <pc:sldMk cId="2448059843" sldId="439"/>
            <ac:spMk id="28" creationId="{DBC08F65-E1EB-9516-C682-68D803279986}"/>
          </ac:spMkLst>
        </pc:spChg>
        <pc:spChg chg="mod">
          <ac:chgData name="janghoon jun" userId="056a5883350c2f5e" providerId="LiveId" clId="{74AFAB52-6487-4651-9B79-2F181DBD8D0A}" dt="2026-04-29T05:01:24.039" v="1259" actId="20577"/>
          <ac:spMkLst>
            <pc:docMk/>
            <pc:sldMk cId="2448059843" sldId="439"/>
            <ac:spMk id="29" creationId="{C59EBE51-E9ED-A4C8-5681-199515BD66E1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30" creationId="{2CD71BF4-9679-B31C-EDFF-5919DF3BE15E}"/>
          </ac:spMkLst>
        </pc:spChg>
        <pc:spChg chg="add mod">
          <ac:chgData name="janghoon jun" userId="056a5883350c2f5e" providerId="LiveId" clId="{74AFAB52-6487-4651-9B79-2F181DBD8D0A}" dt="2026-04-29T05:11:15.259" v="1398" actId="1076"/>
          <ac:spMkLst>
            <pc:docMk/>
            <pc:sldMk cId="2448059843" sldId="439"/>
            <ac:spMk id="32" creationId="{28A39C34-6D03-D4B8-9D65-0DB57021CBF2}"/>
          </ac:spMkLst>
        </pc:spChg>
        <pc:spChg chg="add mod">
          <ac:chgData name="janghoon jun" userId="056a5883350c2f5e" providerId="LiveId" clId="{74AFAB52-6487-4651-9B79-2F181DBD8D0A}" dt="2026-04-29T04:58:46.446" v="1202" actId="14100"/>
          <ac:spMkLst>
            <pc:docMk/>
            <pc:sldMk cId="2448059843" sldId="439"/>
            <ac:spMk id="34" creationId="{91ABCF90-8287-49E7-403E-09E7AEEB9982}"/>
          </ac:spMkLst>
        </pc:spChg>
        <pc:spChg chg="add mod">
          <ac:chgData name="janghoon jun" userId="056a5883350c2f5e" providerId="LiveId" clId="{74AFAB52-6487-4651-9B79-2F181DBD8D0A}" dt="2026-04-29T05:08:47.984" v="1329" actId="1076"/>
          <ac:spMkLst>
            <pc:docMk/>
            <pc:sldMk cId="2448059843" sldId="439"/>
            <ac:spMk id="35" creationId="{20E5F45D-6041-A0EA-E652-8E74C4B7FB17}"/>
          </ac:spMkLst>
        </pc:spChg>
        <pc:spChg chg="add mod">
          <ac:chgData name="janghoon jun" userId="056a5883350c2f5e" providerId="LiveId" clId="{74AFAB52-6487-4651-9B79-2F181DBD8D0A}" dt="2026-04-29T05:08:31.493" v="1327" actId="20577"/>
          <ac:spMkLst>
            <pc:docMk/>
            <pc:sldMk cId="2448059843" sldId="439"/>
            <ac:spMk id="38" creationId="{50D0C90D-3828-BC8C-1164-95B6C1A3CE44}"/>
          </ac:spMkLst>
        </pc:spChg>
        <pc:grpChg chg="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6" creationId="{11B4D52B-15F6-8DA4-2739-8DF1FEB18585}"/>
          </ac:grpSpMkLst>
        </pc:grpChg>
        <pc:grpChg chg="add 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7" creationId="{CFD91A08-AC4C-D477-F737-33C06636B116}"/>
          </ac:grpSpMkLst>
        </pc:grpChg>
        <pc:graphicFrameChg chg="del mod modGraphic">
          <ac:chgData name="janghoon jun" userId="056a5883350c2f5e" providerId="LiveId" clId="{74AFAB52-6487-4651-9B79-2F181DBD8D0A}" dt="2026-04-29T05:09:59.040" v="1339" actId="478"/>
          <ac:graphicFrameMkLst>
            <pc:docMk/>
            <pc:sldMk cId="2448059843" sldId="439"/>
            <ac:graphicFrameMk id="31" creationId="{765346FE-96C0-AEF4-247E-6463725ACB27}"/>
          </ac:graphicFrameMkLst>
        </pc:graphicFrameChg>
        <pc:graphicFrameChg chg="del mod modGraphic">
          <ac:chgData name="janghoon jun" userId="056a5883350c2f5e" providerId="LiveId" clId="{74AFAB52-6487-4651-9B79-2F181DBD8D0A}" dt="2026-04-29T05:10:21.181" v="1352" actId="478"/>
          <ac:graphicFrameMkLst>
            <pc:docMk/>
            <pc:sldMk cId="2448059843" sldId="439"/>
            <ac:graphicFrameMk id="33" creationId="{9311C8D9-654A-D371-D1EE-2AB63DDABA47}"/>
          </ac:graphicFrameMkLst>
        </pc:graphicFrameChg>
        <pc:graphicFrameChg chg="add mod modGraphic">
          <ac:chgData name="janghoon jun" userId="056a5883350c2f5e" providerId="LiveId" clId="{74AFAB52-6487-4651-9B79-2F181DBD8D0A}" dt="2026-04-29T05:11:24.852" v="1402" actId="403"/>
          <ac:graphicFrameMkLst>
            <pc:docMk/>
            <pc:sldMk cId="2448059843" sldId="439"/>
            <ac:graphicFrameMk id="39" creationId="{42FBA0F0-A196-6D6F-2EEE-67705DFC7194}"/>
          </ac:graphicFrameMkLst>
        </pc:graphicFrameChg>
        <pc:graphicFrameChg chg="add mod modGraphic">
          <ac:chgData name="janghoon jun" userId="056a5883350c2f5e" providerId="LiveId" clId="{74AFAB52-6487-4651-9B79-2F181DBD8D0A}" dt="2026-04-29T05:11:30.008" v="1404" actId="403"/>
          <ac:graphicFrameMkLst>
            <pc:docMk/>
            <pc:sldMk cId="2448059843" sldId="439"/>
            <ac:graphicFrameMk id="40" creationId="{63449535-FBF9-C660-62B1-1B9385149142}"/>
          </ac:graphicFrameMkLst>
        </pc:graphicFrameChg>
      </pc:sldChg>
      <pc:sldChg chg="addSp delSp modSp mod ord">
        <pc:chgData name="janghoon jun" userId="056a5883350c2f5e" providerId="LiveId" clId="{74AFAB52-6487-4651-9B79-2F181DBD8D0A}" dt="2026-04-30T00:44:58.823" v="1859"/>
        <pc:sldMkLst>
          <pc:docMk/>
          <pc:sldMk cId="714209222" sldId="440"/>
        </pc:sldMkLst>
        <pc:spChg chg="mod">
          <ac:chgData name="janghoon jun" userId="056a5883350c2f5e" providerId="LiveId" clId="{74AFAB52-6487-4651-9B79-2F181DBD8D0A}" dt="2026-04-30T00:22:00.980" v="1762" actId="20577"/>
          <ac:spMkLst>
            <pc:docMk/>
            <pc:sldMk cId="714209222" sldId="440"/>
            <ac:spMk id="3" creationId="{390BD7E6-EF9B-E36B-1DCD-CED3DA9CCC00}"/>
          </ac:spMkLst>
        </pc:spChg>
        <pc:spChg chg="mod">
          <ac:chgData name="janghoon jun" userId="056a5883350c2f5e" providerId="LiveId" clId="{74AFAB52-6487-4651-9B79-2F181DBD8D0A}" dt="2026-04-30T00:20:53.911" v="1747" actId="207"/>
          <ac:spMkLst>
            <pc:docMk/>
            <pc:sldMk cId="714209222" sldId="440"/>
            <ac:spMk id="10" creationId="{DE399AA7-704D-17FF-4B91-28A54DA61309}"/>
          </ac:spMkLst>
        </pc:spChg>
        <pc:graphicFrameChg chg="add">
          <ac:chgData name="janghoon jun" userId="056a5883350c2f5e" providerId="LiveId" clId="{74AFAB52-6487-4651-9B79-2F181DBD8D0A}" dt="2026-04-30T00:18:03.089" v="1707"/>
          <ac:graphicFrameMkLst>
            <pc:docMk/>
            <pc:sldMk cId="714209222" sldId="440"/>
            <ac:graphicFrameMk id="5" creationId="{1CA3FED3-F37D-6C7B-DA1F-F206C35D57D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0:36.558" v="1744" actId="113"/>
          <ac:graphicFrameMkLst>
            <pc:docMk/>
            <pc:sldMk cId="714209222" sldId="440"/>
            <ac:graphicFrameMk id="6" creationId="{2553B926-1BE2-B289-82FC-C1DD7EA9BF05}"/>
          </ac:graphicFrameMkLst>
        </pc:graphicFrameChg>
        <pc:graphicFrameChg chg="del">
          <ac:chgData name="janghoon jun" userId="056a5883350c2f5e" providerId="LiveId" clId="{74AFAB52-6487-4651-9B79-2F181DBD8D0A}" dt="2026-04-30T00:18:49.621" v="1716" actId="478"/>
          <ac:graphicFrameMkLst>
            <pc:docMk/>
            <pc:sldMk cId="714209222" sldId="440"/>
            <ac:graphicFrameMk id="9" creationId="{581A75F8-BE51-93AE-B17F-0F252D17B917}"/>
          </ac:graphicFrameMkLst>
        </pc:graphicFrameChg>
      </pc:sldChg>
      <pc:sldChg chg="delSp modSp add del mod">
        <pc:chgData name="janghoon jun" userId="056a5883350c2f5e" providerId="LiveId" clId="{74AFAB52-6487-4651-9B79-2F181DBD8D0A}" dt="2026-04-29T05:12:27.070" v="1424" actId="47"/>
        <pc:sldMkLst>
          <pc:docMk/>
          <pc:sldMk cId="1092152876" sldId="440"/>
        </pc:sldMkLst>
        <pc:spChg chg="mod">
          <ac:chgData name="janghoon jun" userId="056a5883350c2f5e" providerId="LiveId" clId="{74AFAB52-6487-4651-9B79-2F181DBD8D0A}" dt="2026-04-29T05:12:22.993" v="1423" actId="20577"/>
          <ac:spMkLst>
            <pc:docMk/>
            <pc:sldMk cId="1092152876" sldId="440"/>
            <ac:spMk id="11" creationId="{125788C7-5721-2014-73BF-3E824A329BFD}"/>
          </ac:spMkLst>
        </pc:spChg>
        <pc:picChg chg="del">
          <ac:chgData name="janghoon jun" userId="056a5883350c2f5e" providerId="LiveId" clId="{74AFAB52-6487-4651-9B79-2F181DBD8D0A}" dt="2026-04-29T05:12:14.144" v="1406" actId="478"/>
          <ac:picMkLst>
            <pc:docMk/>
            <pc:sldMk cId="1092152876" sldId="440"/>
            <ac:picMk id="3" creationId="{CA3DDB14-3FAA-600D-A130-C3277448B36B}"/>
          </ac:picMkLst>
        </pc:picChg>
        <pc:picChg chg="del">
          <ac:chgData name="janghoon jun" userId="056a5883350c2f5e" providerId="LiveId" clId="{74AFAB52-6487-4651-9B79-2F181DBD8D0A}" dt="2026-04-29T05:12:14.601" v="1407" actId="478"/>
          <ac:picMkLst>
            <pc:docMk/>
            <pc:sldMk cId="1092152876" sldId="440"/>
            <ac:picMk id="5" creationId="{CEB3CC55-1D88-761F-51B7-DAAAFA4685F9}"/>
          </ac:picMkLst>
        </pc:picChg>
      </pc:sldChg>
      <pc:sldChg chg="addSp delSp modSp mod">
        <pc:chgData name="janghoon jun" userId="056a5883350c2f5e" providerId="LiveId" clId="{74AFAB52-6487-4651-9B79-2F181DBD8D0A}" dt="2026-04-30T00:21:51.730" v="1760" actId="20577"/>
        <pc:sldMkLst>
          <pc:docMk/>
          <pc:sldMk cId="310154155" sldId="443"/>
        </pc:sldMkLst>
        <pc:spChg chg="mod">
          <ac:chgData name="janghoon jun" userId="056a5883350c2f5e" providerId="LiveId" clId="{74AFAB52-6487-4651-9B79-2F181DBD8D0A}" dt="2026-04-30T00:21:51.730" v="1760" actId="20577"/>
          <ac:spMkLst>
            <pc:docMk/>
            <pc:sldMk cId="310154155" sldId="443"/>
            <ac:spMk id="3" creationId="{0955EA2E-FF17-30D6-5615-AFEC32F2786A}"/>
          </ac:spMkLst>
        </pc:spChg>
        <pc:spChg chg="mod">
          <ac:chgData name="janghoon jun" userId="056a5883350c2f5e" providerId="LiveId" clId="{74AFAB52-6487-4651-9B79-2F181DBD8D0A}" dt="2026-04-30T00:21:22.824" v="1753" actId="255"/>
          <ac:spMkLst>
            <pc:docMk/>
            <pc:sldMk cId="310154155" sldId="443"/>
            <ac:spMk id="7" creationId="{50DDA337-73E2-1A0C-2AB0-F482B4A43D92}"/>
          </ac:spMkLst>
        </pc:spChg>
        <pc:graphicFrameChg chg="del">
          <ac:chgData name="janghoon jun" userId="056a5883350c2f5e" providerId="LiveId" clId="{74AFAB52-6487-4651-9B79-2F181DBD8D0A}" dt="2026-04-30T00:17:58.106" v="1706" actId="478"/>
          <ac:graphicFrameMkLst>
            <pc:docMk/>
            <pc:sldMk cId="310154155" sldId="443"/>
            <ac:graphicFrameMk id="5" creationId="{3C0BB619-9603-9B4B-2A8A-3E53F036A746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1:40.636" v="1758" actId="113"/>
          <ac:graphicFrameMkLst>
            <pc:docMk/>
            <pc:sldMk cId="310154155" sldId="443"/>
            <ac:graphicFrameMk id="6" creationId="{7408A1CA-D336-AF2C-7C8F-F9EBA15EF032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22:40.386" v="1773" actId="255"/>
        <pc:sldMkLst>
          <pc:docMk/>
          <pc:sldMk cId="299417860" sldId="444"/>
        </pc:sldMkLst>
        <pc:spChg chg="mod">
          <ac:chgData name="janghoon jun" userId="056a5883350c2f5e" providerId="LiveId" clId="{74AFAB52-6487-4651-9B79-2F181DBD8D0A}" dt="2026-04-30T00:22:05.324" v="1764" actId="20577"/>
          <ac:spMkLst>
            <pc:docMk/>
            <pc:sldMk cId="299417860" sldId="444"/>
            <ac:spMk id="3" creationId="{4CDB75B5-5FB1-713C-9105-90396123BFF9}"/>
          </ac:spMkLst>
        </pc:spChg>
        <pc:spChg chg="mod">
          <ac:chgData name="janghoon jun" userId="056a5883350c2f5e" providerId="LiveId" clId="{74AFAB52-6487-4651-9B79-2F181DBD8D0A}" dt="2026-04-30T00:22:40.386" v="1773" actId="255"/>
          <ac:spMkLst>
            <pc:docMk/>
            <pc:sldMk cId="299417860" sldId="444"/>
            <ac:spMk id="10" creationId="{0C7A62A1-6AC4-C7BE-BA95-14207B870729}"/>
          </ac:spMkLst>
        </pc:spChg>
        <pc:graphicFrameChg chg="add mod ord modGraphic">
          <ac:chgData name="janghoon jun" userId="056a5883350c2f5e" providerId="LiveId" clId="{74AFAB52-6487-4651-9B79-2F181DBD8D0A}" dt="2026-04-30T00:22:31.746" v="1770" actId="113"/>
          <ac:graphicFrameMkLst>
            <pc:docMk/>
            <pc:sldMk cId="299417860" sldId="444"/>
            <ac:graphicFrameMk id="5" creationId="{F10C9133-6F55-4993-F2DD-EE1A1242684F}"/>
          </ac:graphicFrameMkLst>
        </pc:graphicFrameChg>
        <pc:graphicFrameChg chg="del">
          <ac:chgData name="janghoon jun" userId="056a5883350c2f5e" providerId="LiveId" clId="{74AFAB52-6487-4651-9B79-2F181DBD8D0A}" dt="2026-04-30T00:19:18.824" v="1722" actId="478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  <pc:sldChg chg="addSp delSp modSp add mod ord">
        <pc:chgData name="janghoon jun" userId="056a5883350c2f5e" providerId="LiveId" clId="{74AFAB52-6487-4651-9B79-2F181DBD8D0A}" dt="2026-04-30T01:13:16.745" v="2632" actId="404"/>
        <pc:sldMkLst>
          <pc:docMk/>
          <pc:sldMk cId="1173872595" sldId="445"/>
        </pc:sldMkLst>
        <pc:spChg chg="del">
          <ac:chgData name="janghoon jun" userId="056a5883350c2f5e" providerId="LiveId" clId="{74AFAB52-6487-4651-9B79-2F181DBD8D0A}" dt="2026-04-30T00:03:49.886" v="1453" actId="478"/>
          <ac:spMkLst>
            <pc:docMk/>
            <pc:sldMk cId="1173872595" sldId="445"/>
            <ac:spMk id="7" creationId="{F6942F42-4FC2-45FC-5D07-AA761B32706B}"/>
          </ac:spMkLst>
        </pc:spChg>
        <pc:spChg chg="mod">
          <ac:chgData name="janghoon jun" userId="056a5883350c2f5e" providerId="LiveId" clId="{74AFAB52-6487-4651-9B79-2F181DBD8D0A}" dt="2026-04-30T00:03:46.511" v="1451" actId="20577"/>
          <ac:spMkLst>
            <pc:docMk/>
            <pc:sldMk cId="1173872595" sldId="445"/>
            <ac:spMk id="11" creationId="{A5397248-C9F4-C827-E41B-B2FA3EF821E2}"/>
          </ac:spMkLst>
        </pc:spChg>
        <pc:graphicFrameChg chg="add mod modGraphic">
          <ac:chgData name="janghoon jun" userId="056a5883350c2f5e" providerId="LiveId" clId="{74AFAB52-6487-4651-9B79-2F181DBD8D0A}" dt="2026-04-30T00:36:31.760" v="1806" actId="1036"/>
          <ac:graphicFrameMkLst>
            <pc:docMk/>
            <pc:sldMk cId="1173872595" sldId="445"/>
            <ac:graphicFrameMk id="3" creationId="{9836D049-1183-77F9-8DE6-0E2B7CFCABB4}"/>
          </ac:graphicFrameMkLst>
        </pc:graphicFrameChg>
        <pc:graphicFrameChg chg="del">
          <ac:chgData name="janghoon jun" userId="056a5883350c2f5e" providerId="LiveId" clId="{74AFAB52-6487-4651-9B79-2F181DBD8D0A}" dt="2026-04-30T00:03:48.481" v="1452" actId="478"/>
          <ac:graphicFrameMkLst>
            <pc:docMk/>
            <pc:sldMk cId="1173872595" sldId="445"/>
            <ac:graphicFrameMk id="8" creationId="{5B62076C-864F-A160-988D-85E35E681BC5}"/>
          </ac:graphicFrameMkLst>
        </pc:graphicFrameChg>
        <pc:graphicFrameChg chg="mod modGraphic">
          <ac:chgData name="janghoon jun" userId="056a5883350c2f5e" providerId="LiveId" clId="{74AFAB52-6487-4651-9B79-2F181DBD8D0A}" dt="2026-04-30T01:13:16.745" v="2632" actId="404"/>
          <ac:graphicFrameMkLst>
            <pc:docMk/>
            <pc:sldMk cId="1173872595" sldId="445"/>
            <ac:graphicFrameMk id="9" creationId="{FF409B6C-1299-8DA2-3803-D731263E40B2}"/>
          </ac:graphicFrameMkLst>
        </pc:graphicFrameChg>
        <pc:picChg chg="add mod">
          <ac:chgData name="janghoon jun" userId="056a5883350c2f5e" providerId="LiveId" clId="{74AFAB52-6487-4651-9B79-2F181DBD8D0A}" dt="2026-04-30T00:36:31.760" v="1806" actId="1036"/>
          <ac:picMkLst>
            <pc:docMk/>
            <pc:sldMk cId="1173872595" sldId="445"/>
            <ac:picMk id="6" creationId="{4600E78C-9705-3789-2144-42ECABA0B17F}"/>
          </ac:picMkLst>
        </pc:picChg>
      </pc:sldChg>
      <pc:sldChg chg="add">
        <pc:chgData name="janghoon jun" userId="056a5883350c2f5e" providerId="LiveId" clId="{74AFAB52-6487-4651-9B79-2F181DBD8D0A}" dt="2026-04-30T00:10:06.851" v="1519"/>
        <pc:sldMkLst>
          <pc:docMk/>
          <pc:sldMk cId="1011494890" sldId="446"/>
        </pc:sldMkLst>
      </pc:sldChg>
      <pc:sldChg chg="add del ord">
        <pc:chgData name="janghoon jun" userId="056a5883350c2f5e" providerId="LiveId" clId="{74AFAB52-6487-4651-9B79-2F181DBD8D0A}" dt="2026-04-30T00:10:38.776" v="1551" actId="47"/>
        <pc:sldMkLst>
          <pc:docMk/>
          <pc:sldMk cId="926544205" sldId="447"/>
        </pc:sldMkLst>
      </pc:sldChg>
      <pc:sldChg chg="addSp delSp modSp add mod ord">
        <pc:chgData name="janghoon jun" userId="056a5883350c2f5e" providerId="LiveId" clId="{74AFAB52-6487-4651-9B79-2F181DBD8D0A}" dt="2026-04-30T01:14:00.074" v="2638" actId="404"/>
        <pc:sldMkLst>
          <pc:docMk/>
          <pc:sldMk cId="3714070417" sldId="447"/>
        </pc:sldMkLst>
        <pc:spChg chg="mod">
          <ac:chgData name="janghoon jun" userId="056a5883350c2f5e" providerId="LiveId" clId="{74AFAB52-6487-4651-9B79-2F181DBD8D0A}" dt="2026-04-30T00:15:03.792" v="1673" actId="20577"/>
          <ac:spMkLst>
            <pc:docMk/>
            <pc:sldMk cId="3714070417" sldId="447"/>
            <ac:spMk id="11" creationId="{2C187963-7A49-FE75-24B5-BC08064FA3CB}"/>
          </ac:spMkLst>
        </pc:spChg>
        <pc:graphicFrameChg chg="mod modGraphic">
          <ac:chgData name="janghoon jun" userId="056a5883350c2f5e" providerId="LiveId" clId="{74AFAB52-6487-4651-9B79-2F181DBD8D0A}" dt="2026-04-30T01:14:00.074" v="2638" actId="404"/>
          <ac:graphicFrameMkLst>
            <pc:docMk/>
            <pc:sldMk cId="3714070417" sldId="447"/>
            <ac:graphicFrameMk id="3" creationId="{86CC0959-5CB0-AE80-3D0E-6EBF138089D3}"/>
          </ac:graphicFrameMkLst>
        </pc:graphicFrameChg>
        <pc:graphicFrameChg chg="add mod modGraphic">
          <ac:chgData name="janghoon jun" userId="056a5883350c2f5e" providerId="LiveId" clId="{74AFAB52-6487-4651-9B79-2F181DBD8D0A}" dt="2026-04-30T01:13:59.777" v="2637" actId="404"/>
          <ac:graphicFrameMkLst>
            <pc:docMk/>
            <pc:sldMk cId="3714070417" sldId="447"/>
            <ac:graphicFrameMk id="5" creationId="{FC5D62D1-777B-B096-AF47-AA0131186F24}"/>
          </ac:graphicFrameMkLst>
        </pc:graphicFrameChg>
        <pc:graphicFrameChg chg="del">
          <ac:chgData name="janghoon jun" userId="056a5883350c2f5e" providerId="LiveId" clId="{74AFAB52-6487-4651-9B79-2F181DBD8D0A}" dt="2026-04-30T00:11:06.496" v="1624" actId="478"/>
          <ac:graphicFrameMkLst>
            <pc:docMk/>
            <pc:sldMk cId="3714070417" sldId="447"/>
            <ac:graphicFrameMk id="9" creationId="{F71DA7B9-F9E4-1EED-9AC7-474F7358C119}"/>
          </ac:graphicFrameMkLst>
        </pc:graphicFrameChg>
        <pc:picChg chg="add del mod">
          <ac:chgData name="janghoon jun" userId="056a5883350c2f5e" providerId="LiveId" clId="{74AFAB52-6487-4651-9B79-2F181DBD8D0A}" dt="2026-04-30T00:38:58.543" v="1812" actId="478"/>
          <ac:picMkLst>
            <pc:docMk/>
            <pc:sldMk cId="3714070417" sldId="447"/>
            <ac:picMk id="7" creationId="{C150B62C-3959-88B1-97F3-115676D5EEB9}"/>
          </ac:picMkLst>
        </pc:picChg>
      </pc:sldChg>
      <pc:sldChg chg="modSp add mod">
        <pc:chgData name="janghoon jun" userId="056a5883350c2f5e" providerId="LiveId" clId="{74AFAB52-6487-4651-9B79-2F181DBD8D0A}" dt="2026-04-30T01:14:02.370" v="2640" actId="404"/>
        <pc:sldMkLst>
          <pc:docMk/>
          <pc:sldMk cId="758150741" sldId="448"/>
        </pc:sldMkLst>
        <pc:spChg chg="mod">
          <ac:chgData name="janghoon jun" userId="056a5883350c2f5e" providerId="LiveId" clId="{74AFAB52-6487-4651-9B79-2F181DBD8D0A}" dt="2026-04-30T00:15:14.489" v="1684" actId="20577"/>
          <ac:spMkLst>
            <pc:docMk/>
            <pc:sldMk cId="758150741" sldId="448"/>
            <ac:spMk id="11" creationId="{C0CBD8F0-F695-6084-612A-182BA033EEDB}"/>
          </ac:spMkLst>
        </pc:spChg>
        <pc:graphicFrameChg chg="mod modGraphic">
          <ac:chgData name="janghoon jun" userId="056a5883350c2f5e" providerId="LiveId" clId="{74AFAB52-6487-4651-9B79-2F181DBD8D0A}" dt="2026-04-30T01:14:02.370" v="2640" actId="404"/>
          <ac:graphicFrameMkLst>
            <pc:docMk/>
            <pc:sldMk cId="758150741" sldId="448"/>
            <ac:graphicFrameMk id="3" creationId="{2314823B-A23B-1A1D-93EE-3DE90B6D4D9E}"/>
          </ac:graphicFrameMkLst>
        </pc:graphicFrameChg>
        <pc:graphicFrameChg chg="mod modGraphic">
          <ac:chgData name="janghoon jun" userId="056a5883350c2f5e" providerId="LiveId" clId="{74AFAB52-6487-4651-9B79-2F181DBD8D0A}" dt="2026-04-30T01:14:01.917" v="2639" actId="404"/>
          <ac:graphicFrameMkLst>
            <pc:docMk/>
            <pc:sldMk cId="758150741" sldId="448"/>
            <ac:graphicFrameMk id="5" creationId="{CC2CB5A6-F5DD-FBF1-C92C-D06C15163DC9}"/>
          </ac:graphicFrameMkLst>
        </pc:graphicFrameChg>
      </pc:sldChg>
      <pc:sldChg chg="delSp modSp add mod">
        <pc:chgData name="janghoon jun" userId="056a5883350c2f5e" providerId="LiveId" clId="{74AFAB52-6487-4651-9B79-2F181DBD8D0A}" dt="2026-04-30T00:39:14.137" v="1817" actId="1076"/>
        <pc:sldMkLst>
          <pc:docMk/>
          <pc:sldMk cId="3014854381" sldId="449"/>
        </pc:sldMkLst>
        <pc:graphicFrameChg chg="del">
          <ac:chgData name="janghoon jun" userId="056a5883350c2f5e" providerId="LiveId" clId="{74AFAB52-6487-4651-9B79-2F181DBD8D0A}" dt="2026-04-30T00:39:01.949" v="1814" actId="478"/>
          <ac:graphicFrameMkLst>
            <pc:docMk/>
            <pc:sldMk cId="3014854381" sldId="449"/>
            <ac:graphicFrameMk id="3" creationId="{A3677FFD-2866-CE12-20FB-73002DDC2FDA}"/>
          </ac:graphicFrameMkLst>
        </pc:graphicFrameChg>
        <pc:graphicFrameChg chg="del">
          <ac:chgData name="janghoon jun" userId="056a5883350c2f5e" providerId="LiveId" clId="{74AFAB52-6487-4651-9B79-2F181DBD8D0A}" dt="2026-04-30T00:38:56.260" v="1811" actId="478"/>
          <ac:graphicFrameMkLst>
            <pc:docMk/>
            <pc:sldMk cId="3014854381" sldId="449"/>
            <ac:graphicFrameMk id="5" creationId="{BD404FD1-60F2-2C84-A177-E3B69D2E987B}"/>
          </ac:graphicFrameMkLst>
        </pc:graphicFrameChg>
        <pc:picChg chg="mod">
          <ac:chgData name="janghoon jun" userId="056a5883350c2f5e" providerId="LiveId" clId="{74AFAB52-6487-4651-9B79-2F181DBD8D0A}" dt="2026-04-30T00:39:14.137" v="1817" actId="1076"/>
          <ac:picMkLst>
            <pc:docMk/>
            <pc:sldMk cId="3014854381" sldId="449"/>
            <ac:picMk id="7" creationId="{C9983188-77AE-AF74-A801-610DA0B5FD99}"/>
          </ac:picMkLst>
        </pc:picChg>
      </pc:sldChg>
      <pc:sldChg chg="addSp delSp modSp add mod ord">
        <pc:chgData name="janghoon jun" userId="056a5883350c2f5e" providerId="LiveId" clId="{74AFAB52-6487-4651-9B79-2F181DBD8D0A}" dt="2026-04-30T00:39:54.699" v="1841" actId="478"/>
        <pc:sldMkLst>
          <pc:docMk/>
          <pc:sldMk cId="1944354834" sldId="450"/>
        </pc:sldMkLst>
        <pc:spChg chg="mod">
          <ac:chgData name="janghoon jun" userId="056a5883350c2f5e" providerId="LiveId" clId="{74AFAB52-6487-4651-9B79-2F181DBD8D0A}" dt="2026-04-30T00:39:37.042" v="1836" actId="20577"/>
          <ac:spMkLst>
            <pc:docMk/>
            <pc:sldMk cId="1944354834" sldId="450"/>
            <ac:spMk id="11" creationId="{28F0502B-6362-FF80-9026-F61BE2388919}"/>
          </ac:spMkLst>
        </pc:spChg>
        <pc:picChg chg="add mod ord">
          <ac:chgData name="janghoon jun" userId="056a5883350c2f5e" providerId="LiveId" clId="{74AFAB52-6487-4651-9B79-2F181DBD8D0A}" dt="2026-04-30T00:39:53.043" v="1840" actId="167"/>
          <ac:picMkLst>
            <pc:docMk/>
            <pc:sldMk cId="1944354834" sldId="450"/>
            <ac:picMk id="5" creationId="{FE09C3DB-1D07-5DCE-3DAE-9CBE3E15BD7C}"/>
          </ac:picMkLst>
        </pc:picChg>
        <pc:picChg chg="del">
          <ac:chgData name="janghoon jun" userId="056a5883350c2f5e" providerId="LiveId" clId="{74AFAB52-6487-4651-9B79-2F181DBD8D0A}" dt="2026-04-30T00:39:54.699" v="1841" actId="478"/>
          <ac:picMkLst>
            <pc:docMk/>
            <pc:sldMk cId="1944354834" sldId="450"/>
            <ac:picMk id="7" creationId="{2E0B50CD-D74B-81E6-AC37-D4F6C97A5D8D}"/>
          </ac:picMkLst>
        </pc:picChg>
      </pc:sldChg>
      <pc:sldChg chg="addSp delSp modSp add mod">
        <pc:chgData name="janghoon jun" userId="056a5883350c2f5e" providerId="LiveId" clId="{74AFAB52-6487-4651-9B79-2F181DBD8D0A}" dt="2026-04-30T00:53:39.322" v="2082" actId="20577"/>
        <pc:sldMkLst>
          <pc:docMk/>
          <pc:sldMk cId="2083855119" sldId="451"/>
        </pc:sldMkLst>
        <pc:spChg chg="mod ord">
          <ac:chgData name="janghoon jun" userId="056a5883350c2f5e" providerId="LiveId" clId="{74AFAB52-6487-4651-9B79-2F181DBD8D0A}" dt="2026-04-30T00:53:39.322" v="2082" actId="20577"/>
          <ac:spMkLst>
            <pc:docMk/>
            <pc:sldMk cId="2083855119" sldId="451"/>
            <ac:spMk id="3" creationId="{8CDEC9F7-2246-ED5F-159E-5D0850FD97D6}"/>
          </ac:spMkLst>
        </pc:spChg>
        <pc:spChg chg="add del mod">
          <ac:chgData name="janghoon jun" userId="056a5883350c2f5e" providerId="LiveId" clId="{74AFAB52-6487-4651-9B79-2F181DBD8D0A}" dt="2026-04-30T00:49:02.199" v="2001" actId="478"/>
          <ac:spMkLst>
            <pc:docMk/>
            <pc:sldMk cId="2083855119" sldId="451"/>
            <ac:spMk id="5" creationId="{A4E35DEA-294F-F6D9-85BC-D0CD2A8F772E}"/>
          </ac:spMkLst>
        </pc:spChg>
        <pc:spChg chg="del">
          <ac:chgData name="janghoon jun" userId="056a5883350c2f5e" providerId="LiveId" clId="{74AFAB52-6487-4651-9B79-2F181DBD8D0A}" dt="2026-04-30T00:48:41.839" v="1997" actId="478"/>
          <ac:spMkLst>
            <pc:docMk/>
            <pc:sldMk cId="2083855119" sldId="451"/>
            <ac:spMk id="7" creationId="{3237B6D4-C353-8106-E4FD-EA767E06FF8F}"/>
          </ac:spMkLst>
        </pc:spChg>
        <pc:spChg chg="add del mod">
          <ac:chgData name="janghoon jun" userId="056a5883350c2f5e" providerId="LiveId" clId="{74AFAB52-6487-4651-9B79-2F181DBD8D0A}" dt="2026-04-30T00:49:00.636" v="2000" actId="478"/>
          <ac:spMkLst>
            <pc:docMk/>
            <pc:sldMk cId="2083855119" sldId="451"/>
            <ac:spMk id="9" creationId="{81D6476E-FA13-9F3A-20EC-E90B1693ED34}"/>
          </ac:spMkLst>
        </pc:spChg>
        <pc:graphicFrameChg chg="del">
          <ac:chgData name="janghoon jun" userId="056a5883350c2f5e" providerId="LiveId" clId="{74AFAB52-6487-4651-9B79-2F181DBD8D0A}" dt="2026-04-30T00:48:40.903" v="1996" actId="478"/>
          <ac:graphicFrameMkLst>
            <pc:docMk/>
            <pc:sldMk cId="2083855119" sldId="451"/>
            <ac:graphicFrameMk id="6" creationId="{B3AC2D79-7885-D014-1F3A-104B7322CE9C}"/>
          </ac:graphicFrameMkLst>
        </pc:graphicFrameChg>
        <pc:picChg chg="add mod">
          <ac:chgData name="janghoon jun" userId="056a5883350c2f5e" providerId="LiveId" clId="{74AFAB52-6487-4651-9B79-2F181DBD8D0A}" dt="2026-04-30T00:49:09.996" v="2005" actId="14100"/>
          <ac:picMkLst>
            <pc:docMk/>
            <pc:sldMk cId="2083855119" sldId="451"/>
            <ac:picMk id="8" creationId="{C671C277-89AA-1AC0-6310-66046529B38D}"/>
          </ac:picMkLst>
        </pc:picChg>
        <pc:picChg chg="add mod">
          <ac:chgData name="janghoon jun" userId="056a5883350c2f5e" providerId="LiveId" clId="{74AFAB52-6487-4651-9B79-2F181DBD8D0A}" dt="2026-04-30T00:49:37.059" v="2012" actId="14100"/>
          <ac:picMkLst>
            <pc:docMk/>
            <pc:sldMk cId="2083855119" sldId="451"/>
            <ac:picMk id="10" creationId="{35231708-4493-894B-79D3-89FD4CD77D0A}"/>
          </ac:picMkLst>
        </pc:picChg>
      </pc:sldChg>
      <pc:sldChg chg="addSp delSp modSp add del mod">
        <pc:chgData name="janghoon jun" userId="056a5883350c2f5e" providerId="LiveId" clId="{74AFAB52-6487-4651-9B79-2F181DBD8D0A}" dt="2026-04-30T00:48:01.296" v="1994" actId="47"/>
        <pc:sldMkLst>
          <pc:docMk/>
          <pc:sldMk cId="3170950994" sldId="451"/>
        </pc:sldMkLst>
        <pc:spChg chg="del mod">
          <ac:chgData name="janghoon jun" userId="056a5883350c2f5e" providerId="LiveId" clId="{74AFAB52-6487-4651-9B79-2F181DBD8D0A}" dt="2026-04-30T00:46:07.527" v="1983" actId="478"/>
          <ac:spMkLst>
            <pc:docMk/>
            <pc:sldMk cId="3170950994" sldId="451"/>
            <ac:spMk id="3" creationId="{C0515C57-9706-5C67-F327-AE692B81AAAB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5" creationId="{458E5B27-19A0-AECC-FEE9-69B9ECC01BC2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8" creationId="{52E0D61A-8BF7-FB61-FE44-23AEC8DABFA3}"/>
          </ac:spMkLst>
        </pc:spChg>
        <pc:spChg chg="del">
          <ac:chgData name="janghoon jun" userId="056a5883350c2f5e" providerId="LiveId" clId="{74AFAB52-6487-4651-9B79-2F181DBD8D0A}" dt="2026-04-30T00:45:50.184" v="1980" actId="478"/>
          <ac:spMkLst>
            <pc:docMk/>
            <pc:sldMk cId="3170950994" sldId="451"/>
            <ac:spMk id="10" creationId="{6980B408-2E75-584E-3199-2510480DAF53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1" creationId="{06CF6D3F-7768-ED72-4BC6-9524C62BB579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3" creationId="{FB3ABF13-5969-1B9C-A690-841F05AB9514}"/>
          </ac:spMkLst>
        </pc:spChg>
        <pc:spChg chg="add del mod">
          <ac:chgData name="janghoon jun" userId="056a5883350c2f5e" providerId="LiveId" clId="{74AFAB52-6487-4651-9B79-2F181DBD8D0A}" dt="2026-04-30T00:46:08.494" v="1984" actId="478"/>
          <ac:spMkLst>
            <pc:docMk/>
            <pc:sldMk cId="3170950994" sldId="451"/>
            <ac:spMk id="16" creationId="{49816CCB-4D6B-6296-0E83-17D1F6B7EE6A}"/>
          </ac:spMkLst>
        </pc:spChg>
        <pc:graphicFrameChg chg="del">
          <ac:chgData name="janghoon jun" userId="056a5883350c2f5e" providerId="LiveId" clId="{74AFAB52-6487-4651-9B79-2F181DBD8D0A}" dt="2026-04-30T00:45:51.632" v="1981" actId="478"/>
          <ac:graphicFrameMkLst>
            <pc:docMk/>
            <pc:sldMk cId="3170950994" sldId="451"/>
            <ac:graphicFrameMk id="6" creationId="{56A621DB-0D51-29DE-967E-0AF0CBC1E7B1}"/>
          </ac:graphicFrameMkLst>
        </pc:graphicFrame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7" creationId="{4891B7D5-8D8C-5ED4-B9F1-A61A41057A95}"/>
          </ac:picMkLst>
        </pc:pic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9" creationId="{E8D5A6A2-15F7-265B-BA77-6CA8E94D27F7}"/>
          </ac:picMkLst>
        </pc:picChg>
        <pc:picChg chg="add mod">
          <ac:chgData name="janghoon jun" userId="056a5883350c2f5e" providerId="LiveId" clId="{74AFAB52-6487-4651-9B79-2F181DBD8D0A}" dt="2026-04-30T00:46:22.918" v="1986" actId="1076"/>
          <ac:picMkLst>
            <pc:docMk/>
            <pc:sldMk cId="3170950994" sldId="451"/>
            <ac:picMk id="12" creationId="{46EA115B-23F5-5114-25E9-6DE5EB226262}"/>
          </ac:picMkLst>
        </pc:picChg>
        <pc:picChg chg="add mod">
          <ac:chgData name="janghoon jun" userId="056a5883350c2f5e" providerId="LiveId" clId="{74AFAB52-6487-4651-9B79-2F181DBD8D0A}" dt="2026-04-30T00:46:48.354" v="1989" actId="1076"/>
          <ac:picMkLst>
            <pc:docMk/>
            <pc:sldMk cId="3170950994" sldId="451"/>
            <ac:picMk id="14" creationId="{BF3BE6DB-5E13-0560-C7ED-040BB7F621B8}"/>
          </ac:picMkLst>
        </pc:picChg>
      </pc:sldChg>
      <pc:sldChg chg="addSp delSp modSp add mod">
        <pc:chgData name="janghoon jun" userId="056a5883350c2f5e" providerId="LiveId" clId="{74AFAB52-6487-4651-9B79-2F181DBD8D0A}" dt="2026-04-30T00:53:11.027" v="2067" actId="14100"/>
        <pc:sldMkLst>
          <pc:docMk/>
          <pc:sldMk cId="1599999059" sldId="452"/>
        </pc:sldMkLst>
        <pc:spChg chg="del">
          <ac:chgData name="janghoon jun" userId="056a5883350c2f5e" providerId="LiveId" clId="{74AFAB52-6487-4651-9B79-2F181DBD8D0A}" dt="2026-04-30T00:50:09.323" v="2016" actId="478"/>
          <ac:spMkLst>
            <pc:docMk/>
            <pc:sldMk cId="1599999059" sldId="452"/>
            <ac:spMk id="10" creationId="{615E322B-8AE8-FAE9-20B8-BB2B8C41B63A}"/>
          </ac:spMkLst>
        </pc:spChg>
        <pc:graphicFrameChg chg="del">
          <ac:chgData name="janghoon jun" userId="056a5883350c2f5e" providerId="LiveId" clId="{74AFAB52-6487-4651-9B79-2F181DBD8D0A}" dt="2026-04-30T00:50:08.354" v="2015" actId="478"/>
          <ac:graphicFrameMkLst>
            <pc:docMk/>
            <pc:sldMk cId="1599999059" sldId="452"/>
            <ac:graphicFrameMk id="6" creationId="{F3C7CE2E-C644-42B6-5530-66A28684DD8B}"/>
          </ac:graphicFrameMkLst>
        </pc:graphicFrameChg>
        <pc:picChg chg="add mod">
          <ac:chgData name="janghoon jun" userId="056a5883350c2f5e" providerId="LiveId" clId="{74AFAB52-6487-4651-9B79-2F181DBD8D0A}" dt="2026-04-30T00:50:42.682" v="2025" actId="14100"/>
          <ac:picMkLst>
            <pc:docMk/>
            <pc:sldMk cId="1599999059" sldId="452"/>
            <ac:picMk id="5" creationId="{3D094B75-AA7C-0679-5174-34B7EB1C6B12}"/>
          </ac:picMkLst>
        </pc:picChg>
        <pc:picChg chg="add mod">
          <ac:chgData name="janghoon jun" userId="056a5883350c2f5e" providerId="LiveId" clId="{74AFAB52-6487-4651-9B79-2F181DBD8D0A}" dt="2026-04-30T00:50:33.366" v="2023" actId="14100"/>
          <ac:picMkLst>
            <pc:docMk/>
            <pc:sldMk cId="1599999059" sldId="452"/>
            <ac:picMk id="7" creationId="{D9D4E2D7-C6D1-FF1A-5E19-EBE1C0469415}"/>
          </ac:picMkLst>
        </pc:picChg>
        <pc:picChg chg="add mod">
          <ac:chgData name="janghoon jun" userId="056a5883350c2f5e" providerId="LiveId" clId="{74AFAB52-6487-4651-9B79-2F181DBD8D0A}" dt="2026-04-30T00:53:11.027" v="2067" actId="14100"/>
          <ac:picMkLst>
            <pc:docMk/>
            <pc:sldMk cId="1599999059" sldId="452"/>
            <ac:picMk id="8" creationId="{AA3D9CB8-60E9-DA22-9684-6344A9E5D001}"/>
          </ac:picMkLst>
        </pc:picChg>
      </pc:sldChg>
      <pc:sldChg chg="add del ord">
        <pc:chgData name="janghoon jun" userId="056a5883350c2f5e" providerId="LiveId" clId="{74AFAB52-6487-4651-9B79-2F181DBD8D0A}" dt="2026-04-30T00:48:00.239" v="1993" actId="47"/>
        <pc:sldMkLst>
          <pc:docMk/>
          <pc:sldMk cId="4077117757" sldId="452"/>
        </pc:sldMkLst>
      </pc:sldChg>
      <pc:sldChg chg="addSp delSp modSp add mod ord">
        <pc:chgData name="janghoon jun" userId="056a5883350c2f5e" providerId="LiveId" clId="{74AFAB52-6487-4651-9B79-2F181DBD8D0A}" dt="2026-04-30T00:53:00.677" v="2065" actId="14100"/>
        <pc:sldMkLst>
          <pc:docMk/>
          <pc:sldMk cId="204384169" sldId="453"/>
        </pc:sldMkLst>
        <pc:spChg chg="mod">
          <ac:chgData name="janghoon jun" userId="056a5883350c2f5e" providerId="LiveId" clId="{74AFAB52-6487-4651-9B79-2F181DBD8D0A}" dt="2026-04-30T00:51:47.887" v="2045" actId="20577"/>
          <ac:spMkLst>
            <pc:docMk/>
            <pc:sldMk cId="204384169" sldId="453"/>
            <ac:spMk id="3" creationId="{2E9AC4AF-2D55-F48D-0F0E-5FB8D9B13FEF}"/>
          </ac:spMkLst>
        </pc:spChg>
        <pc:picChg chg="del">
          <ac:chgData name="janghoon jun" userId="056a5883350c2f5e" providerId="LiveId" clId="{74AFAB52-6487-4651-9B79-2F181DBD8D0A}" dt="2026-04-30T00:52:37.196" v="2060" actId="478"/>
          <ac:picMkLst>
            <pc:docMk/>
            <pc:sldMk cId="204384169" sldId="453"/>
            <ac:picMk id="5" creationId="{C0724D73-9641-A2CE-397D-54AD5646A141}"/>
          </ac:picMkLst>
        </pc:picChg>
        <pc:picChg chg="del">
          <ac:chgData name="janghoon jun" userId="056a5883350c2f5e" providerId="LiveId" clId="{74AFAB52-6487-4651-9B79-2F181DBD8D0A}" dt="2026-04-30T00:52:05.887" v="2052" actId="478"/>
          <ac:picMkLst>
            <pc:docMk/>
            <pc:sldMk cId="204384169" sldId="453"/>
            <ac:picMk id="7" creationId="{CFFF8F0B-CD06-AD97-0AF8-C8C419E15D67}"/>
          </ac:picMkLst>
        </pc:picChg>
        <pc:picChg chg="del">
          <ac:chgData name="janghoon jun" userId="056a5883350c2f5e" providerId="LiveId" clId="{74AFAB52-6487-4651-9B79-2F181DBD8D0A}" dt="2026-04-30T00:52:49.825" v="2063" actId="478"/>
          <ac:picMkLst>
            <pc:docMk/>
            <pc:sldMk cId="204384169" sldId="453"/>
            <ac:picMk id="8" creationId="{A435C940-EF35-3D1E-11B3-1468073F62C4}"/>
          </ac:picMkLst>
        </pc:picChg>
        <pc:picChg chg="add mod ord">
          <ac:chgData name="janghoon jun" userId="056a5883350c2f5e" providerId="LiveId" clId="{74AFAB52-6487-4651-9B79-2F181DBD8D0A}" dt="2026-04-30T00:52:03.887" v="2051" actId="167"/>
          <ac:picMkLst>
            <pc:docMk/>
            <pc:sldMk cId="204384169" sldId="453"/>
            <ac:picMk id="9" creationId="{72D27FB0-CEE9-0F6B-9DC5-F7EE7F549AD2}"/>
          </ac:picMkLst>
        </pc:picChg>
        <pc:picChg chg="add mod ord">
          <ac:chgData name="janghoon jun" userId="056a5883350c2f5e" providerId="LiveId" clId="{74AFAB52-6487-4651-9B79-2F181DBD8D0A}" dt="2026-04-30T00:52:35.760" v="2059" actId="167"/>
          <ac:picMkLst>
            <pc:docMk/>
            <pc:sldMk cId="204384169" sldId="453"/>
            <ac:picMk id="11" creationId="{F2A4F272-B4DE-21A8-4A6F-FC45D6CC5DB1}"/>
          </ac:picMkLst>
        </pc:picChg>
        <pc:picChg chg="add mod">
          <ac:chgData name="janghoon jun" userId="056a5883350c2f5e" providerId="LiveId" clId="{74AFAB52-6487-4651-9B79-2F181DBD8D0A}" dt="2026-04-30T00:53:00.677" v="2065" actId="14100"/>
          <ac:picMkLst>
            <pc:docMk/>
            <pc:sldMk cId="204384169" sldId="453"/>
            <ac:picMk id="13" creationId="{71E4197F-A4BC-0C67-0D16-3AD89985B2F4}"/>
          </ac:picMkLst>
        </pc:picChg>
      </pc:sldChg>
      <pc:sldChg chg="addSp delSp modSp add mod ord">
        <pc:chgData name="janghoon jun" userId="056a5883350c2f5e" providerId="LiveId" clId="{74AFAB52-6487-4651-9B79-2F181DBD8D0A}" dt="2026-04-30T00:54:22.826" v="2093" actId="14100"/>
        <pc:sldMkLst>
          <pc:docMk/>
          <pc:sldMk cId="2069850026" sldId="454"/>
        </pc:sldMkLst>
        <pc:spChg chg="mod ord">
          <ac:chgData name="janghoon jun" userId="056a5883350c2f5e" providerId="LiveId" clId="{74AFAB52-6487-4651-9B79-2F181DBD8D0A}" dt="2026-04-30T00:54:08.199" v="2088" actId="166"/>
          <ac:spMkLst>
            <pc:docMk/>
            <pc:sldMk cId="2069850026" sldId="454"/>
            <ac:spMk id="3" creationId="{7E82AF84-369B-8873-99B7-35DF74AF1633}"/>
          </ac:spMkLst>
        </pc:spChg>
        <pc:picChg chg="add mod">
          <ac:chgData name="janghoon jun" userId="056a5883350c2f5e" providerId="LiveId" clId="{74AFAB52-6487-4651-9B79-2F181DBD8D0A}" dt="2026-04-30T00:54:02.811" v="2087" actId="1076"/>
          <ac:picMkLst>
            <pc:docMk/>
            <pc:sldMk cId="2069850026" sldId="454"/>
            <ac:picMk id="6" creationId="{A285CD5D-99D4-2CD0-E53A-65E84FA78FEB}"/>
          </ac:picMkLst>
        </pc:picChg>
        <pc:picChg chg="del">
          <ac:chgData name="janghoon jun" userId="056a5883350c2f5e" providerId="LiveId" clId="{74AFAB52-6487-4651-9B79-2F181DBD8D0A}" dt="2026-04-30T00:53:59.667" v="2086" actId="478"/>
          <ac:picMkLst>
            <pc:docMk/>
            <pc:sldMk cId="2069850026" sldId="454"/>
            <ac:picMk id="8" creationId="{A0BA17FE-3A97-F600-B46B-B629250861DD}"/>
          </ac:picMkLst>
        </pc:picChg>
        <pc:picChg chg="add mod">
          <ac:chgData name="janghoon jun" userId="056a5883350c2f5e" providerId="LiveId" clId="{74AFAB52-6487-4651-9B79-2F181DBD8D0A}" dt="2026-04-30T00:54:22.826" v="2093" actId="14100"/>
          <ac:picMkLst>
            <pc:docMk/>
            <pc:sldMk cId="2069850026" sldId="454"/>
            <ac:picMk id="9" creationId="{620E0C6C-2239-6340-7AF2-46BB5D2EBFB9}"/>
          </ac:picMkLst>
        </pc:picChg>
        <pc:picChg chg="del">
          <ac:chgData name="janghoon jun" userId="056a5883350c2f5e" providerId="LiveId" clId="{74AFAB52-6487-4651-9B79-2F181DBD8D0A}" dt="2026-04-30T00:54:11.824" v="2089" actId="478"/>
          <ac:picMkLst>
            <pc:docMk/>
            <pc:sldMk cId="2069850026" sldId="454"/>
            <ac:picMk id="10" creationId="{CEC0B618-FB27-AC57-F2E1-5DD325F6542A}"/>
          </ac:picMkLst>
        </pc:pic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571333182" sldId="455"/>
        </pc:sldMkLst>
        <pc:spChg chg="mod">
          <ac:chgData name="janghoon jun" userId="056a5883350c2f5e" providerId="LiveId" clId="{74AFAB52-6487-4651-9B79-2F181DBD8D0A}" dt="2026-04-30T01:02:48.825" v="2298" actId="20577"/>
          <ac:spMkLst>
            <pc:docMk/>
            <pc:sldMk cId="2571333182" sldId="455"/>
            <ac:spMk id="2" creationId="{386FCAA3-F291-38D0-C0CE-733A6DB73E14}"/>
          </ac:spMkLst>
        </pc:spChg>
      </pc:sldChg>
      <pc:sldChg chg="addSp delSp modSp add del mod">
        <pc:chgData name="janghoon jun" userId="056a5883350c2f5e" providerId="LiveId" clId="{74AFAB52-6487-4651-9B79-2F181DBD8D0A}" dt="2026-04-30T01:24:00.824" v="2648" actId="47"/>
        <pc:sldMkLst>
          <pc:docMk/>
          <pc:sldMk cId="2429218044" sldId="456"/>
        </pc:sldMkLst>
        <pc:spChg chg="del">
          <ac:chgData name="janghoon jun" userId="056a5883350c2f5e" providerId="LiveId" clId="{74AFAB52-6487-4651-9B79-2F181DBD8D0A}" dt="2026-04-30T00:55:45.761" v="2124" actId="478"/>
          <ac:spMkLst>
            <pc:docMk/>
            <pc:sldMk cId="2429218044" sldId="456"/>
            <ac:spMk id="3" creationId="{E5A22403-CF71-718B-7911-00AFC9A302D1}"/>
          </ac:spMkLst>
        </pc:spChg>
        <pc:spChg chg="del">
          <ac:chgData name="janghoon jun" userId="056a5883350c2f5e" providerId="LiveId" clId="{74AFAB52-6487-4651-9B79-2F181DBD8D0A}" dt="2026-04-30T00:55:43.017" v="2123" actId="478"/>
          <ac:spMkLst>
            <pc:docMk/>
            <pc:sldMk cId="2429218044" sldId="456"/>
            <ac:spMk id="7" creationId="{2B4E660F-4E1D-ADF7-F8CD-4E87288CA7F1}"/>
          </ac:spMkLst>
        </pc:spChg>
        <pc:spChg chg="add del mod">
          <ac:chgData name="janghoon jun" userId="056a5883350c2f5e" providerId="LiveId" clId="{74AFAB52-6487-4651-9B79-2F181DBD8D0A}" dt="2026-04-30T00:57:37.714" v="2129"/>
          <ac:spMkLst>
            <pc:docMk/>
            <pc:sldMk cId="2429218044" sldId="456"/>
            <ac:spMk id="8" creationId="{5A53C277-0D4D-31A1-10DF-D17C699164C0}"/>
          </ac:spMkLst>
        </pc:spChg>
        <pc:spChg chg="add mod">
          <ac:chgData name="janghoon jun" userId="056a5883350c2f5e" providerId="LiveId" clId="{74AFAB52-6487-4651-9B79-2F181DBD8D0A}" dt="2026-04-30T01:02:56.263" v="2308" actId="20577"/>
          <ac:spMkLst>
            <pc:docMk/>
            <pc:sldMk cId="2429218044" sldId="456"/>
            <ac:spMk id="12" creationId="{54D0792D-39F9-BEE8-9C84-0DF2C48B6A15}"/>
          </ac:spMkLst>
        </pc:spChg>
        <pc:spChg chg="add del mod">
          <ac:chgData name="janghoon jun" userId="056a5883350c2f5e" providerId="LiveId" clId="{74AFAB52-6487-4651-9B79-2F181DBD8D0A}" dt="2026-04-30T01:00:16.527" v="2238" actId="478"/>
          <ac:spMkLst>
            <pc:docMk/>
            <pc:sldMk cId="2429218044" sldId="456"/>
            <ac:spMk id="15" creationId="{B5AC90E7-09CD-61F5-697F-E80D56533DF6}"/>
          </ac:spMkLst>
        </pc:spChg>
        <pc:graphicFrameChg chg="del">
          <ac:chgData name="janghoon jun" userId="056a5883350c2f5e" providerId="LiveId" clId="{74AFAB52-6487-4651-9B79-2F181DBD8D0A}" dt="2026-04-30T00:55:41.684" v="2122" actId="478"/>
          <ac:graphicFrameMkLst>
            <pc:docMk/>
            <pc:sldMk cId="2429218044" sldId="456"/>
            <ac:graphicFrameMk id="6" creationId="{385CCBB2-41BD-EE72-2602-699435395CD4}"/>
          </ac:graphicFrameMkLst>
        </pc:graphicFrameChg>
        <pc:graphicFrameChg chg="add del mod modGraphic">
          <ac:chgData name="janghoon jun" userId="056a5883350c2f5e" providerId="LiveId" clId="{74AFAB52-6487-4651-9B79-2F181DBD8D0A}" dt="2026-04-30T01:00:13.575" v="2237" actId="478"/>
          <ac:graphicFrameMkLst>
            <pc:docMk/>
            <pc:sldMk cId="2429218044" sldId="456"/>
            <ac:graphicFrameMk id="11" creationId="{E0F024B0-A3F8-0521-2438-AE14118AA530}"/>
          </ac:graphicFrameMkLst>
        </pc:graphicFrameChg>
        <pc:graphicFrameChg chg="add mod modGraphic">
          <ac:chgData name="janghoon jun" userId="056a5883350c2f5e" providerId="LiveId" clId="{74AFAB52-6487-4651-9B79-2F181DBD8D0A}" dt="2026-04-30T01:01:56.059" v="2274" actId="13219"/>
          <ac:graphicFrameMkLst>
            <pc:docMk/>
            <pc:sldMk cId="2429218044" sldId="456"/>
            <ac:graphicFrameMk id="13" creationId="{93D5CE53-B9FD-8246-7D0F-7EDFDF665966}"/>
          </ac:graphicFrameMkLst>
        </pc:graphicFrameChg>
        <pc:picChg chg="add del mod">
          <ac:chgData name="janghoon jun" userId="056a5883350c2f5e" providerId="LiveId" clId="{74AFAB52-6487-4651-9B79-2F181DBD8D0A}" dt="2026-04-30T00:57:27.738" v="2128" actId="478"/>
          <ac:picMkLst>
            <pc:docMk/>
            <pc:sldMk cId="2429218044" sldId="456"/>
            <ac:picMk id="9" creationId="{8A799C24-A350-E385-6332-7F00C3551B4F}"/>
          </ac:picMkLst>
        </pc:picChg>
        <pc:picChg chg="add del mod">
          <ac:chgData name="janghoon jun" userId="056a5883350c2f5e" providerId="LiveId" clId="{74AFAB52-6487-4651-9B79-2F181DBD8D0A}" dt="2026-04-30T00:57:27.060" v="2127" actId="478"/>
          <ac:picMkLst>
            <pc:docMk/>
            <pc:sldMk cId="2429218044" sldId="456"/>
            <ac:picMk id="10" creationId="{BA9220C5-2A23-D91F-6945-380032F833D2}"/>
          </ac:picMkLst>
        </pc:picChg>
        <pc:picChg chg="add del mod">
          <ac:chgData name="janghoon jun" userId="056a5883350c2f5e" providerId="LiveId" clId="{74AFAB52-6487-4651-9B79-2F181DBD8D0A}" dt="2026-04-30T01:15:12.425" v="2647" actId="478"/>
          <ac:picMkLst>
            <pc:docMk/>
            <pc:sldMk cId="2429218044" sldId="456"/>
            <ac:picMk id="17" creationId="{DF446E91-4918-2344-767A-795C933560C2}"/>
          </ac:picMkLst>
        </pc:picChg>
      </pc:sldChg>
      <pc:sldChg chg="modSp add del mod">
        <pc:chgData name="janghoon jun" userId="056a5883350c2f5e" providerId="LiveId" clId="{74AFAB52-6487-4651-9B79-2F181DBD8D0A}" dt="2026-04-30T01:02:15.404" v="2275" actId="47"/>
        <pc:sldMkLst>
          <pc:docMk/>
          <pc:sldMk cId="400809689" sldId="457"/>
        </pc:sldMkLst>
        <pc:graphicFrameChg chg="modGraphic">
          <ac:chgData name="janghoon jun" userId="056a5883350c2f5e" providerId="LiveId" clId="{74AFAB52-6487-4651-9B79-2F181DBD8D0A}" dt="2026-04-30T00:58:23.449" v="2135" actId="2165"/>
          <ac:graphicFrameMkLst>
            <pc:docMk/>
            <pc:sldMk cId="400809689" sldId="457"/>
            <ac:graphicFrameMk id="11" creationId="{E8BBDF85-FC1A-8FD5-A666-0A28921C0A42}"/>
          </ac:graphicFrameMkLst>
        </pc:graphicFrame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146198532" sldId="458"/>
        </pc:sldMkLst>
        <pc:spChg chg="mod">
          <ac:chgData name="janghoon jun" userId="056a5883350c2f5e" providerId="LiveId" clId="{74AFAB52-6487-4651-9B79-2F181DBD8D0A}" dt="2026-04-30T01:03:02.524" v="2316" actId="20577"/>
          <ac:spMkLst>
            <pc:docMk/>
            <pc:sldMk cId="2146198532" sldId="458"/>
            <ac:spMk id="12" creationId="{B9AAB3D8-054F-22EA-2864-658A52EE01A6}"/>
          </ac:spMkLst>
        </pc:spChg>
        <pc:graphicFrameChg chg="mod modGraphic">
          <ac:chgData name="janghoon jun" userId="056a5883350c2f5e" providerId="LiveId" clId="{74AFAB52-6487-4651-9B79-2F181DBD8D0A}" dt="2026-04-30T01:01:46.262" v="2272" actId="13219"/>
          <ac:graphicFrameMkLst>
            <pc:docMk/>
            <pc:sldMk cId="2146198532" sldId="458"/>
            <ac:graphicFrameMk id="13" creationId="{A5263F6B-9CFB-354D-D9FC-395B555F682E}"/>
          </ac:graphicFrameMkLst>
        </pc:graphicFrameChg>
      </pc:sldChg>
      <pc:sldChg chg="addSp delSp modSp add mod">
        <pc:chgData name="janghoon jun" userId="056a5883350c2f5e" providerId="LiveId" clId="{74AFAB52-6487-4651-9B79-2F181DBD8D0A}" dt="2026-04-30T01:24:28.496" v="2668" actId="6549"/>
        <pc:sldMkLst>
          <pc:docMk/>
          <pc:sldMk cId="4008110466" sldId="459"/>
        </pc:sldMkLst>
        <pc:spChg chg="mod">
          <ac:chgData name="janghoon jun" userId="056a5883350c2f5e" providerId="LiveId" clId="{74AFAB52-6487-4651-9B79-2F181DBD8D0A}" dt="2026-04-30T01:11:57.700" v="2622" actId="20577"/>
          <ac:spMkLst>
            <pc:docMk/>
            <pc:sldMk cId="4008110466" sldId="459"/>
            <ac:spMk id="3" creationId="{920CCC20-1194-4EC8-3558-F6A83B74D8CE}"/>
          </ac:spMkLst>
        </pc:spChg>
        <pc:graphicFrameChg chg="add mod modGraphic">
          <ac:chgData name="janghoon jun" userId="056a5883350c2f5e" providerId="LiveId" clId="{74AFAB52-6487-4651-9B79-2F181DBD8D0A}" dt="2026-04-30T01:11:52.591" v="2618" actId="1076"/>
          <ac:graphicFrameMkLst>
            <pc:docMk/>
            <pc:sldMk cId="4008110466" sldId="459"/>
            <ac:graphicFrameMk id="5" creationId="{5B92593A-3940-4019-1E2D-EA9FA8DE87D9}"/>
          </ac:graphicFrameMkLst>
        </pc:graphicFrameChg>
        <pc:graphicFrameChg chg="add del mod modGraphic">
          <ac:chgData name="janghoon jun" userId="056a5883350c2f5e" providerId="LiveId" clId="{74AFAB52-6487-4651-9B79-2F181DBD8D0A}" dt="2026-04-30T01:24:28.496" v="2668" actId="6549"/>
          <ac:graphicFrameMkLst>
            <pc:docMk/>
            <pc:sldMk cId="4008110466" sldId="459"/>
            <ac:graphicFrameMk id="6" creationId="{C528550A-E24D-45B9-0759-FB177967D337}"/>
          </ac:graphicFrameMkLst>
        </pc:graphicFrameChg>
      </pc:sldChg>
      <pc:sldChg chg="modSp add mod">
        <pc:chgData name="janghoon jun" userId="056a5883350c2f5e" providerId="LiveId" clId="{74AFAB52-6487-4651-9B79-2F181DBD8D0A}" dt="2026-04-30T01:42:34.542" v="2973" actId="20577"/>
        <pc:sldMkLst>
          <pc:docMk/>
          <pc:sldMk cId="2637360850" sldId="460"/>
        </pc:sldMkLst>
        <pc:spChg chg="mod">
          <ac:chgData name="janghoon jun" userId="056a5883350c2f5e" providerId="LiveId" clId="{74AFAB52-6487-4651-9B79-2F181DBD8D0A}" dt="2026-04-30T01:34:06.089" v="2972" actId="20577"/>
          <ac:spMkLst>
            <pc:docMk/>
            <pc:sldMk cId="2637360850" sldId="460"/>
            <ac:spMk id="2" creationId="{13ABBE78-02FA-72F3-4C99-5DF66B430979}"/>
          </ac:spMkLst>
        </pc:spChg>
        <pc:spChg chg="mod">
          <ac:chgData name="janghoon jun" userId="056a5883350c2f5e" providerId="LiveId" clId="{74AFAB52-6487-4651-9B79-2F181DBD8D0A}" dt="2026-04-30T01:42:34.542" v="2973" actId="20577"/>
          <ac:spMkLst>
            <pc:docMk/>
            <pc:sldMk cId="2637360850" sldId="460"/>
            <ac:spMk id="3" creationId="{9CF01FE3-122C-A217-8711-BE44765EB8F5}"/>
          </ac:spMkLst>
        </pc:spChg>
      </pc:sldChg>
      <pc:sldChg chg="modSp add mod">
        <pc:chgData name="janghoon jun" userId="056a5883350c2f5e" providerId="LiveId" clId="{74AFAB52-6487-4651-9B79-2F181DBD8D0A}" dt="2026-04-30T01:43:41.358" v="3053" actId="20577"/>
        <pc:sldMkLst>
          <pc:docMk/>
          <pc:sldMk cId="2986241208" sldId="461"/>
        </pc:sldMkLst>
        <pc:spChg chg="mod">
          <ac:chgData name="janghoon jun" userId="056a5883350c2f5e" providerId="LiveId" clId="{74AFAB52-6487-4651-9B79-2F181DBD8D0A}" dt="2026-04-30T01:43:41.358" v="3053" actId="20577"/>
          <ac:spMkLst>
            <pc:docMk/>
            <pc:sldMk cId="2986241208" sldId="461"/>
            <ac:spMk id="2" creationId="{1724058F-693E-837F-AD14-6990529B0388}"/>
          </ac:spMkLst>
        </pc:spChg>
      </pc:sldChg>
      <pc:sldChg chg="addSp delSp modSp add mod">
        <pc:chgData name="janghoon jun" userId="056a5883350c2f5e" providerId="LiveId" clId="{74AFAB52-6487-4651-9B79-2F181DBD8D0A}" dt="2026-04-30T01:48:08.574" v="3089" actId="1076"/>
        <pc:sldMkLst>
          <pc:docMk/>
          <pc:sldMk cId="1016590315" sldId="462"/>
        </pc:sldMkLst>
        <pc:spChg chg="mod">
          <ac:chgData name="janghoon jun" userId="056a5883350c2f5e" providerId="LiveId" clId="{74AFAB52-6487-4651-9B79-2F181DBD8D0A}" dt="2026-04-30T01:43:33.698" v="3040"/>
          <ac:spMkLst>
            <pc:docMk/>
            <pc:sldMk cId="1016590315" sldId="462"/>
            <ac:spMk id="3" creationId="{A4696106-F74C-85FD-FF81-B8707270C8E1}"/>
          </ac:spMkLst>
        </pc:spChg>
        <pc:spChg chg="del">
          <ac:chgData name="janghoon jun" userId="056a5883350c2f5e" providerId="LiveId" clId="{74AFAB52-6487-4651-9B79-2F181DBD8D0A}" dt="2026-04-30T01:45:35.443" v="3056" actId="478"/>
          <ac:spMkLst>
            <pc:docMk/>
            <pc:sldMk cId="1016590315" sldId="462"/>
            <ac:spMk id="7" creationId="{191EBF2F-268D-8D49-1143-8644360580EB}"/>
          </ac:spMkLst>
        </pc:spChg>
        <pc:grpChg chg="add mod">
          <ac:chgData name="janghoon jun" userId="056a5883350c2f5e" providerId="LiveId" clId="{74AFAB52-6487-4651-9B79-2F181DBD8D0A}" dt="2026-04-30T01:48:08.574" v="3089" actId="1076"/>
          <ac:grpSpMkLst>
            <pc:docMk/>
            <pc:sldMk cId="1016590315" sldId="462"/>
            <ac:grpSpMk id="12" creationId="{768293D4-52FF-DAB4-D495-820F5CF70C45}"/>
          </ac:grpSpMkLst>
        </pc:grpChg>
        <pc:graphicFrameChg chg="del modGraphic">
          <ac:chgData name="janghoon jun" userId="056a5883350c2f5e" providerId="LiveId" clId="{74AFAB52-6487-4651-9B79-2F181DBD8D0A}" dt="2026-04-30T01:45:34.147" v="3055" actId="478"/>
          <ac:graphicFrameMkLst>
            <pc:docMk/>
            <pc:sldMk cId="1016590315" sldId="462"/>
            <ac:graphicFrameMk id="6" creationId="{870D98C4-1437-1CC6-7A64-D8D0F4442D46}"/>
          </ac:graphicFrameMkLst>
        </pc:graphicFrameChg>
        <pc:picChg chg="add mod ord modCrop">
          <ac:chgData name="janghoon jun" userId="056a5883350c2f5e" providerId="LiveId" clId="{74AFAB52-6487-4651-9B79-2F181DBD8D0A}" dt="2026-04-30T01:47:05.012" v="3077" actId="164"/>
          <ac:picMkLst>
            <pc:docMk/>
            <pc:sldMk cId="1016590315" sldId="462"/>
            <ac:picMk id="8" creationId="{7F46A1AB-843A-5874-7FD2-03EC76CEA837}"/>
          </ac:picMkLst>
        </pc:picChg>
        <pc:picChg chg="add del mod">
          <ac:chgData name="janghoon jun" userId="056a5883350c2f5e" providerId="LiveId" clId="{74AFAB52-6487-4651-9B79-2F181DBD8D0A}" dt="2026-04-30T01:45:47.216" v="3061" actId="478"/>
          <ac:picMkLst>
            <pc:docMk/>
            <pc:sldMk cId="1016590315" sldId="462"/>
            <ac:picMk id="10" creationId="{03B9B812-03EF-95E8-F2A0-9460DA5239C6}"/>
          </ac:picMkLst>
        </pc:picChg>
        <pc:picChg chg="add mod modCrop">
          <ac:chgData name="janghoon jun" userId="056a5883350c2f5e" providerId="LiveId" clId="{74AFAB52-6487-4651-9B79-2F181DBD8D0A}" dt="2026-04-30T01:47:55.805" v="3087" actId="1076"/>
          <ac:picMkLst>
            <pc:docMk/>
            <pc:sldMk cId="1016590315" sldId="462"/>
            <ac:picMk id="11" creationId="{E1F1B413-99B2-3201-1F57-72CBDE65F37F}"/>
          </ac:picMkLst>
        </pc:picChg>
      </pc:sldChg>
      <pc:sldChg chg="addSp delSp modSp add mod">
        <pc:chgData name="janghoon jun" userId="056a5883350c2f5e" providerId="LiveId" clId="{74AFAB52-6487-4651-9B79-2F181DBD8D0A}" dt="2026-04-30T01:48:25.339" v="3094" actId="478"/>
        <pc:sldMkLst>
          <pc:docMk/>
          <pc:sldMk cId="4179621832" sldId="463"/>
        </pc:sldMkLst>
        <pc:grpChg chg="add del mod ord">
          <ac:chgData name="janghoon jun" userId="056a5883350c2f5e" providerId="LiveId" clId="{74AFAB52-6487-4651-9B79-2F181DBD8D0A}" dt="2026-04-30T01:48:25.339" v="3094" actId="478"/>
          <ac:grpSpMkLst>
            <pc:docMk/>
            <pc:sldMk cId="4179621832" sldId="463"/>
            <ac:grpSpMk id="5" creationId="{70599D0A-B346-14D1-B241-609670A17FDA}"/>
          </ac:grpSpMkLst>
        </pc:grp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6" creationId="{E76ACF7B-6C8A-C7EB-D978-F080E7647600}"/>
          </ac:picMkLst>
        </pc:pic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7" creationId="{31A7AD88-7D10-52D1-AA7B-441FDFF84B8B}"/>
          </ac:picMkLst>
        </pc:picChg>
        <pc:picChg chg="mod ord modCrop">
          <ac:chgData name="janghoon jun" userId="056a5883350c2f5e" providerId="LiveId" clId="{74AFAB52-6487-4651-9B79-2F181DBD8D0A}" dt="2026-04-30T01:48:23.572" v="3093" actId="167"/>
          <ac:picMkLst>
            <pc:docMk/>
            <pc:sldMk cId="4179621832" sldId="463"/>
            <ac:picMk id="8" creationId="{C36BA2E2-5663-9090-EADD-5C789C641EE6}"/>
          </ac:picMkLst>
        </pc:picChg>
      </pc:sldChg>
    </pc:docChg>
  </pc:docChgLst>
  <pc:docChgLst>
    <pc:chgData name="janghoon jun" userId="056a5883350c2f5e" providerId="LiveId" clId="{EC358B4E-7CCC-4F9E-86DF-ACF8DD1FCFA2}"/>
    <pc:docChg chg="addSld delSld modSld">
      <pc:chgData name="janghoon jun" userId="056a5883350c2f5e" providerId="LiveId" clId="{EC358B4E-7CCC-4F9E-86DF-ACF8DD1FCFA2}" dt="2026-04-29T10:17:24.925" v="27"/>
      <pc:docMkLst>
        <pc:docMk/>
      </pc:docMkLst>
      <pc:sldChg chg="addSp modSp">
        <pc:chgData name="janghoon jun" userId="056a5883350c2f5e" providerId="LiveId" clId="{EC358B4E-7CCC-4F9E-86DF-ACF8DD1FCFA2}" dt="2026-04-29T10:14:15.267" v="19"/>
        <pc:sldMkLst>
          <pc:docMk/>
          <pc:sldMk cId="1785302506" sldId="384"/>
        </pc:sldMkLst>
        <pc:spChg chg="add mod">
          <ac:chgData name="janghoon jun" userId="056a5883350c2f5e" providerId="LiveId" clId="{EC358B4E-7CCC-4F9E-86DF-ACF8DD1FCFA2}" dt="2026-04-29T10:14:15.267" v="19"/>
          <ac:spMkLst>
            <pc:docMk/>
            <pc:sldMk cId="1785302506" sldId="384"/>
            <ac:spMk id="7" creationId="{D618DD6A-655F-02B1-E450-20C581D2F763}"/>
          </ac:spMkLst>
        </pc:spChg>
        <pc:graphicFrameChg chg="add mod">
          <ac:chgData name="janghoon jun" userId="056a5883350c2f5e" providerId="LiveId" clId="{EC358B4E-7CCC-4F9E-86DF-ACF8DD1FCFA2}" dt="2026-04-29T10:13:56.021" v="1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picChg chg="add mod">
          <ac:chgData name="janghoon jun" userId="056a5883350c2f5e" providerId="LiveId" clId="{EC358B4E-7CCC-4F9E-86DF-ACF8DD1FCFA2}" dt="2026-04-29T10:04:12.374" v="2"/>
          <ac:picMkLst>
            <pc:docMk/>
            <pc:sldMk cId="1785302506" sldId="384"/>
            <ac:picMk id="8" creationId="{BABCEC50-478A-14FA-E197-A97B59256A0B}"/>
          </ac:picMkLst>
        </pc:picChg>
      </pc:sldChg>
      <pc:sldChg chg="addSp modSp add">
        <pc:chgData name="janghoon jun" userId="056a5883350c2f5e" providerId="LiveId" clId="{EC358B4E-7CCC-4F9E-86DF-ACF8DD1FCFA2}" dt="2026-04-29T10:16:33.143" v="24"/>
        <pc:sldMkLst>
          <pc:docMk/>
          <pc:sldMk cId="714209222" sldId="440"/>
        </pc:sldMkLst>
        <pc:spChg chg="add mod">
          <ac:chgData name="janghoon jun" userId="056a5883350c2f5e" providerId="LiveId" clId="{EC358B4E-7CCC-4F9E-86DF-ACF8DD1FCFA2}" dt="2026-04-29T10:16:33.143" v="24"/>
          <ac:spMkLst>
            <pc:docMk/>
            <pc:sldMk cId="714209222" sldId="440"/>
            <ac:spMk id="10" creationId="{DE399AA7-704D-17FF-4B91-28A54DA61309}"/>
          </ac:spMkLst>
        </pc:spChg>
        <pc:graphicFrameChg chg="add mod">
          <ac:chgData name="janghoon jun" userId="056a5883350c2f5e" providerId="LiveId" clId="{EC358B4E-7CCC-4F9E-86DF-ACF8DD1FCFA2}" dt="2026-04-29T10:16:22.564" v="23"/>
          <ac:graphicFrameMkLst>
            <pc:docMk/>
            <pc:sldMk cId="714209222" sldId="440"/>
            <ac:graphicFrameMk id="9" creationId="{581A75F8-BE51-93AE-B17F-0F252D17B917}"/>
          </ac:graphicFrameMkLst>
        </pc:graphicFrameChg>
        <pc:picChg chg="add mod">
          <ac:chgData name="janghoon jun" userId="056a5883350c2f5e" providerId="LiveId" clId="{EC358B4E-7CCC-4F9E-86DF-ACF8DD1FCFA2}" dt="2026-04-29T10:04:25.576" v="4"/>
          <ac:picMkLst>
            <pc:docMk/>
            <pc:sldMk cId="714209222" sldId="440"/>
            <ac:picMk id="6" creationId="{50A6D846-F74A-6125-FBC8-89F0C194CDC7}"/>
          </ac:picMkLst>
        </pc:picChg>
        <pc:picChg chg="add mod">
          <ac:chgData name="janghoon jun" userId="056a5883350c2f5e" providerId="LiveId" clId="{EC358B4E-7CCC-4F9E-86DF-ACF8DD1FCFA2}" dt="2026-04-29T10:04:49.811" v="5"/>
          <ac:picMkLst>
            <pc:docMk/>
            <pc:sldMk cId="714209222" sldId="440"/>
            <ac:picMk id="8" creationId="{CC68D1C6-4FC1-2923-181C-C923DCC22909}"/>
          </ac:picMkLst>
        </pc:picChg>
      </pc:sldChg>
      <pc:sldChg chg="addSp modSp add">
        <pc:chgData name="janghoon jun" userId="056a5883350c2f5e" providerId="LiveId" clId="{EC358B4E-7CCC-4F9E-86DF-ACF8DD1FCFA2}" dt="2026-04-29T10:12:20.904" v="15"/>
        <pc:sldMkLst>
          <pc:docMk/>
          <pc:sldMk cId="1169445496" sldId="441"/>
        </pc:sldMkLst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5" creationId="{8CEBE4F0-D925-0C93-ED15-6375928CF00E}"/>
          </ac:picMkLst>
        </pc:picChg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6" creationId="{486DB92F-5292-11EE-0F84-7C5890098855}"/>
          </ac:picMkLst>
        </pc:picChg>
        <pc:picChg chg="add">
          <ac:chgData name="janghoon jun" userId="056a5883350c2f5e" providerId="LiveId" clId="{EC358B4E-7CCC-4F9E-86DF-ACF8DD1FCFA2}" dt="2026-04-29T10:12:02.310" v="14"/>
          <ac:picMkLst>
            <pc:docMk/>
            <pc:sldMk cId="1169445496" sldId="441"/>
            <ac:picMk id="8" creationId="{ABD205B6-E2A0-40D2-EC9D-A0F4A0718928}"/>
          </ac:picMkLst>
        </pc:picChg>
        <pc:picChg chg="add">
          <ac:chgData name="janghoon jun" userId="056a5883350c2f5e" providerId="LiveId" clId="{EC358B4E-7CCC-4F9E-86DF-ACF8DD1FCFA2}" dt="2026-04-29T10:12:20.904" v="15"/>
          <ac:picMkLst>
            <pc:docMk/>
            <pc:sldMk cId="1169445496" sldId="441"/>
            <ac:picMk id="12" creationId="{40A8DEF5-8F69-BD06-C19E-A884432F95AC}"/>
          </ac:picMkLst>
        </pc:picChg>
      </pc:sldChg>
      <pc:sldChg chg="addSp modSp add">
        <pc:chgData name="janghoon jun" userId="056a5883350c2f5e" providerId="LiveId" clId="{EC358B4E-7CCC-4F9E-86DF-ACF8DD1FCFA2}" dt="2026-04-29T10:08:15.189" v="13"/>
        <pc:sldMkLst>
          <pc:docMk/>
          <pc:sldMk cId="1130439883" sldId="442"/>
        </pc:sldMkLst>
        <pc:picChg chg="add mod">
          <ac:chgData name="janghoon jun" userId="056a5883350c2f5e" providerId="LiveId" clId="{EC358B4E-7CCC-4F9E-86DF-ACF8DD1FCFA2}" dt="2026-04-29T10:08:15.189" v="13"/>
          <ac:picMkLst>
            <pc:docMk/>
            <pc:sldMk cId="1130439883" sldId="442"/>
            <ac:picMk id="6" creationId="{B15D203E-E717-FA1D-7C15-CC0901CB1DD9}"/>
          </ac:picMkLst>
        </pc:picChg>
      </pc:sldChg>
      <pc:sldChg chg="modSp add">
        <pc:chgData name="janghoon jun" userId="056a5883350c2f5e" providerId="LiveId" clId="{EC358B4E-7CCC-4F9E-86DF-ACF8DD1FCFA2}" dt="2026-04-29T10:15:30.473" v="22"/>
        <pc:sldMkLst>
          <pc:docMk/>
          <pc:sldMk cId="310154155" sldId="443"/>
        </pc:sldMkLst>
        <pc:spChg chg="mod">
          <ac:chgData name="janghoon jun" userId="056a5883350c2f5e" providerId="LiveId" clId="{EC358B4E-7CCC-4F9E-86DF-ACF8DD1FCFA2}" dt="2026-04-29T10:15:20.066" v="21"/>
          <ac:spMkLst>
            <pc:docMk/>
            <pc:sldMk cId="310154155" sldId="443"/>
            <ac:spMk id="7" creationId="{50DDA337-73E2-1A0C-2AB0-F482B4A43D92}"/>
          </ac:spMkLst>
        </pc:spChg>
        <pc:graphicFrameChg chg="mod">
          <ac:chgData name="janghoon jun" userId="056a5883350c2f5e" providerId="LiveId" clId="{EC358B4E-7CCC-4F9E-86DF-ACF8DD1FCFA2}" dt="2026-04-29T10:15:30.473" v="22"/>
          <ac:graphicFrameMkLst>
            <pc:docMk/>
            <pc:sldMk cId="310154155" sldId="443"/>
            <ac:graphicFrameMk id="5" creationId="{3C0BB619-9603-9B4B-2A8A-3E53F036A746}"/>
          </ac:graphicFrameMkLst>
        </pc:graphicFrameChg>
      </pc:sldChg>
      <pc:sldChg chg="add del">
        <pc:chgData name="janghoon jun" userId="056a5883350c2f5e" providerId="LiveId" clId="{EC358B4E-7CCC-4F9E-86DF-ACF8DD1FCFA2}" dt="2026-04-29T10:08:08.850" v="12"/>
        <pc:sldMkLst>
          <pc:docMk/>
          <pc:sldMk cId="2197589260" sldId="443"/>
        </pc:sldMkLst>
      </pc:sldChg>
      <pc:sldChg chg="modSp add">
        <pc:chgData name="janghoon jun" userId="056a5883350c2f5e" providerId="LiveId" clId="{EC358B4E-7CCC-4F9E-86DF-ACF8DD1FCFA2}" dt="2026-04-29T10:17:24.925" v="27"/>
        <pc:sldMkLst>
          <pc:docMk/>
          <pc:sldMk cId="299417860" sldId="444"/>
        </pc:sldMkLst>
        <pc:spChg chg="mod">
          <ac:chgData name="janghoon jun" userId="056a5883350c2f5e" providerId="LiveId" clId="{EC358B4E-7CCC-4F9E-86DF-ACF8DD1FCFA2}" dt="2026-04-29T10:17:24.925" v="27"/>
          <ac:spMkLst>
            <pc:docMk/>
            <pc:sldMk cId="299417860" sldId="444"/>
            <ac:spMk id="10" creationId="{0C7A62A1-6AC4-C7BE-BA95-14207B870729}"/>
          </ac:spMkLst>
        </pc:spChg>
        <pc:graphicFrameChg chg="mod">
          <ac:chgData name="janghoon jun" userId="056a5883350c2f5e" providerId="LiveId" clId="{EC358B4E-7CCC-4F9E-86DF-ACF8DD1FCFA2}" dt="2026-04-29T10:17:10.593" v="26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72A2-E462-977A-F33B-DC95CAE7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2872D-C56F-07BD-6FEF-BCB99268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4B49-A47E-0541-5CE4-E957FC85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A6B9E-8A61-DFF4-5EB2-1304E513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87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0042-F557-0E94-7C78-40205A1F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170C6C-B9DF-BB92-BE01-1127AE8AB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CB311-8A08-9B6E-E1E6-BE4865BFA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2932C-C555-3416-FC2C-C5443B8FA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63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012E-CF03-5A70-E26A-76BB926A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FAB2C9-9978-FDA1-76DD-498EDB546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826B2-0F18-116B-4F76-5A41C9496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1D39AC-42BD-90D7-593B-622D5E3AE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997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40D8-BBEE-E965-5163-56764DDD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29C649-0B5F-3DBB-C932-179140842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B2930E-EEDE-C83A-9852-7F234706A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91EC35-2F05-66B3-7A30-15A01CECE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852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A912-E5DB-C050-E065-5828A5E4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11A81-CD75-D940-EF31-507801080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6D308-0A22-922A-98EF-A6F10C54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A01C8-AD53-4B8F-0434-4748CB89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48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17A5-299C-0E89-CFC0-04FC1AC7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65D41-5613-90FC-CB71-156E242C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55DFF-5422-5676-A2DE-46681E04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4D810-BC5C-2B70-9544-E903A1A20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09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ADA11-9886-C166-5A59-0576EFA0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426E70-5DCC-2496-4387-F2F6F4DF0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F0BB0E-B7DC-F3C8-CBC9-2482309D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6BCC2-EA69-33E7-729C-36DA9D366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90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5C26-5FFD-D767-4DB0-8EDE6118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74C45B-1CD3-2C0B-DA74-0BBD7E980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B24AA3-AB34-B819-3341-FC20E9C86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B2A766-51CB-917E-EF90-688B01120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319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0913-C940-A7B4-8F7B-83DDEAB3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5580BF-CDC6-567C-DB40-FF2E2B93B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590AC4-A60E-6ADB-8954-8B6A52063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0CAA0-F3C8-1FB1-7400-461A0CA38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713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08FBB-BE3F-F252-AEDB-5CC3DF12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75B8F8-497F-134B-5FE7-0FD615185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44AEAD-F28C-B25D-E811-F2D0CB714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29A38-C62B-4FC7-CA3A-266D92AAC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996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07075-FE81-BA82-7127-80EA6A0B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AA2FF9-ECEC-74E9-DD55-A2307DEC1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C96926-CF47-77E9-F640-0EC570C8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F74C66-EB3C-9323-48C8-F2F9D9C0C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751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1EE3-15BC-F136-EBCD-1AFE5FF3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9B4EC9-3031-BD00-83F2-53021127C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0FAE39-1024-6C8F-8AB0-465BB486D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7C3DF-1C73-E8FF-E987-1DA7A5660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83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F9E96-A777-8409-9E62-7FE97846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7D76ED-1F74-0FDE-872D-3F436C59E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3D4FF8-47A4-AE13-2BF9-E48BCE727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72F38F-A65E-0693-A9D0-2A563FB74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56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55C0-F4A4-DC1E-24E5-EAA1723E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CEBF23-7546-1F28-DCF2-53F89D22F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CBF1C2-560D-DFDE-0524-F4005EAAA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E1CCD8-2A75-ADB7-9327-484411677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11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00C7-7708-A1F5-4432-61AB10E5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1DA811-4062-7200-7D18-EA27F3463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F435CF-1437-BE7C-62E9-8C797F5AD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5D0BD-533D-4D03-DF12-CA573C870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523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81D3-BE8B-FCF5-9492-7ECA4717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1B57E9-39CB-57F2-7831-7ACA4BE6D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20A767-CB22-BE2A-E67F-2FAE279B1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13BDCF-638B-9615-B592-6DF8EE3F6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583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C318-29B3-39B6-8BE9-C9CA746C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BE7FC1-23CF-FD86-86FD-A13C6FDD9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0C49BC-4297-14D8-B51C-E983F55D8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75E16-85E1-C30A-E880-17DBAFAF8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924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Regression &amp; 1D CNN Result Comparison with AEC, SMI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</a:t>
            </a: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13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연구와 동일하게 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99AB61B-AF1E-5771-ECD0-240405CE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95864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IMATA </a:t>
            </a:r>
            <a:r>
              <a:rPr lang="ko-KR" altLang="en-US" dirty="0"/>
              <a:t>값을 반영하여 </a:t>
            </a:r>
            <a:r>
              <a:rPr lang="en-US" altLang="ko-KR" dirty="0"/>
              <a:t>SMI </a:t>
            </a:r>
            <a:r>
              <a:rPr lang="ko-KR" altLang="en-US" dirty="0"/>
              <a:t>데이터 재확인</a:t>
            </a:r>
            <a:endParaRPr lang="en-US" altLang="ko-KR" dirty="0"/>
          </a:p>
          <a:p>
            <a:pPr lvl="1"/>
            <a:r>
              <a:rPr lang="en-US" altLang="ko-KR" dirty="0"/>
              <a:t>SMI = (TAMA − IMATA) / Height²</a:t>
            </a:r>
          </a:p>
          <a:p>
            <a:r>
              <a:rPr lang="en-US" altLang="ko-KR" dirty="0"/>
              <a:t>SMI </a:t>
            </a:r>
            <a:r>
              <a:rPr lang="ko-KR" altLang="en-US" dirty="0"/>
              <a:t>기준 논문 </a:t>
            </a:r>
            <a:r>
              <a:rPr lang="en-US" altLang="ko-KR" dirty="0"/>
              <a:t>5</a:t>
            </a:r>
            <a:r>
              <a:rPr lang="ko-KR" altLang="en-US" dirty="0"/>
              <a:t>개 확인 후 남녀 </a:t>
            </a:r>
            <a:r>
              <a:rPr lang="en-US" altLang="ko-KR" dirty="0"/>
              <a:t>SMI threshold </a:t>
            </a:r>
            <a:r>
              <a:rPr lang="ko-KR" altLang="en-US" dirty="0"/>
              <a:t>결정</a:t>
            </a:r>
            <a:endParaRPr lang="en-US" altLang="ko-KR" dirty="0"/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한국 기준 하위 </a:t>
            </a:r>
            <a:r>
              <a:rPr lang="en-US" altLang="ko-KR" dirty="0"/>
              <a:t>5%’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모델은 </a:t>
            </a:r>
            <a:r>
              <a:rPr lang="en-US" altLang="ko-KR" dirty="0"/>
              <a:t>Logistic Regression</a:t>
            </a:r>
            <a:r>
              <a:rPr lang="ko-KR" altLang="en-US" dirty="0"/>
              <a:t>과 </a:t>
            </a:r>
            <a:r>
              <a:rPr lang="en-US" altLang="ko-KR" dirty="0"/>
              <a:t>ResNet1D</a:t>
            </a:r>
            <a:r>
              <a:rPr lang="ko-KR" altLang="en-US" dirty="0"/>
              <a:t>만 사용 </a:t>
            </a:r>
            <a:r>
              <a:rPr lang="en-US" altLang="ko-KR" dirty="0"/>
              <a:t>(Linear </a:t>
            </a:r>
            <a:r>
              <a:rPr lang="ko-KR" altLang="en-US" dirty="0"/>
              <a:t>제외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Clinic [Age, Sex, BMI] vs Clinic + AEC 256 points vs Clinic + AEC +Scan[</a:t>
            </a:r>
            <a:r>
              <a:rPr lang="en-US" altLang="ko-KR" dirty="0" err="1"/>
              <a:t>kVp</a:t>
            </a:r>
            <a:r>
              <a:rPr lang="en-US" altLang="ko-KR" dirty="0"/>
              <a:t>, </a:t>
            </a:r>
            <a:r>
              <a:rPr lang="ko-KR" altLang="en-US" dirty="0"/>
              <a:t>제조사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1,372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372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514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858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256950"/>
              </p:ext>
            </p:extLst>
          </p:nvPr>
        </p:nvGraphicFramePr>
        <p:xfrm>
          <a:off x="76962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38.27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5.95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34.58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37.67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48.38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8.54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43.27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48.42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3C3FBA42-D7D9-5A3C-5541-9B4BC6C71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043863"/>
              </p:ext>
            </p:extLst>
          </p:nvPr>
        </p:nvGraphicFramePr>
        <p:xfrm>
          <a:off x="609600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104.98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15.28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148.23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26.35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DB5B3-795B-26DD-A8F5-FEF28B1D9D8C}"/>
              </a:ext>
            </a:extLst>
          </p:cNvPr>
          <p:cNvSpPr txBox="1"/>
          <p:nvPr/>
        </p:nvSpPr>
        <p:spPr>
          <a:xfrm>
            <a:off x="76962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(TAMA-IMATA)/Height(m)</a:t>
            </a:r>
            <a:r>
              <a:rPr lang="en-US" altLang="ko-KR" sz="1600" baseline="30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629F2-4908-FD07-E1E0-C2266A397493}"/>
              </a:ext>
            </a:extLst>
          </p:cNvPr>
          <p:cNvSpPr txBox="1"/>
          <p:nvPr/>
        </p:nvSpPr>
        <p:spPr>
          <a:xfrm>
            <a:off x="609600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TAMA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</a:p>
        </p:txBody>
      </p:sp>
    </p:spTree>
    <p:extLst>
      <p:ext uri="{BB962C8B-B14F-4D97-AF65-F5344CB8AC3E}">
        <p14:creationId xmlns:p14="http://schemas.microsoft.com/office/powerpoint/2010/main" val="80060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FC86-F543-9581-71C1-BF189CB1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4B5E9-74EF-8901-0650-693B96D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16211-D92D-0336-D03C-7CA64F6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F50E98-7D81-AFAE-EE6B-2D6A9A9D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분포 확인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9A2D41F-ED01-5DAE-3C00-38248A04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6795"/>
              </p:ext>
            </p:extLst>
          </p:nvPr>
        </p:nvGraphicFramePr>
        <p:xfrm>
          <a:off x="811713" y="1688828"/>
          <a:ext cx="1056857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Min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max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 slices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z range (mm)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469.6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441.0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2CEBF2B-754B-3834-73CF-27C35481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6096"/>
              </p:ext>
            </p:extLst>
          </p:nvPr>
        </p:nvGraphicFramePr>
        <p:xfrm>
          <a:off x="811712" y="3317513"/>
          <a:ext cx="1056857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Std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Median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 slices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168.61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32.05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168.65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32.04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405.0</a:t>
                      </a:r>
                    </a:p>
                  </a:txBody>
                  <a:tcPr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z range (mm)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470.97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51.47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468.0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467.58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54.34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808.0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1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164C-0341-8A87-1C72-A7829557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A1261-B2A2-80CF-1A62-0928B875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677DC-2134-E89C-2C49-37A5610C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937AEF3-9A49-E70D-9D01-C4D8829C7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 / Test Dataset Split &amp;</a:t>
            </a:r>
            <a:r>
              <a:rPr lang="ko-KR" altLang="en-US" dirty="0"/>
              <a:t> </a:t>
            </a:r>
            <a:r>
              <a:rPr lang="en-US" altLang="ko-KR" dirty="0"/>
              <a:t>Distribution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0A84DD5A-7B8C-1B46-591B-8D821FF1DE9C}"/>
              </a:ext>
            </a:extLst>
          </p:cNvPr>
          <p:cNvGraphicFramePr>
            <a:graphicFrameLocks noGrp="1"/>
          </p:cNvGraphicFramePr>
          <p:nvPr/>
        </p:nvGraphicFramePr>
        <p:xfrm>
          <a:off x="1878329" y="1722435"/>
          <a:ext cx="8435341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049">
                  <a:extLst>
                    <a:ext uri="{9D8B030D-6E8A-4147-A177-3AD203B41FA5}">
                      <a16:colId xmlns:a16="http://schemas.microsoft.com/office/drawing/2014/main" val="3293810083"/>
                    </a:ext>
                  </a:extLst>
                </a:gridCol>
                <a:gridCol w="1069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5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049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Split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Normal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Normal 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Sarco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Sarco 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Train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82.6%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17.4%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0492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92.8%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7.2%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110039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1097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977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89.1%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120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10.9%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265149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Test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84.8%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15.2%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92.0%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8.0%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275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245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89.1%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30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10.9%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09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4DDA-45F8-64AF-B18D-5DAA6D6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85ACE-3ED7-364B-B091-84B4EBDC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E465F-326A-6213-CB23-A8255ADE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7646CB9-9CC2-1881-B17A-51B89EFC7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 / Test Dataset Split &amp;</a:t>
            </a:r>
            <a:r>
              <a:rPr lang="ko-KR" altLang="en-US" dirty="0"/>
              <a:t> </a:t>
            </a:r>
            <a:r>
              <a:rPr lang="en-US" altLang="ko-KR" dirty="0"/>
              <a:t>Distribution - Age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B92CB216-3140-0462-32E3-3CB4BB075D24}"/>
              </a:ext>
            </a:extLst>
          </p:cNvPr>
          <p:cNvGraphicFramePr>
            <a:graphicFrameLocks noGrp="1"/>
          </p:cNvGraphicFramePr>
          <p:nvPr/>
        </p:nvGraphicFramePr>
        <p:xfrm>
          <a:off x="853441" y="1722435"/>
          <a:ext cx="10551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3293810083"/>
                    </a:ext>
                  </a:extLst>
                </a:gridCol>
                <a:gridCol w="1337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Split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 ± Std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Min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Median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Max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Train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402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59.81 ± 12.51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18.00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60.00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89.00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0492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55.36 ± 12.15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55.00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91.00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110039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1097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56.99 ± 12.47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11.00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58.00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91.00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265149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Test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59.05 ± 12.52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59.50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84.00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56.52 ± 12.29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22.00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56.00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87.00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275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57.55 ± 12.45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22.00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58.00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87.00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675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257F-8CD4-7289-2307-DB5301E2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F605F-50AA-E71B-5299-D4218331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AE7438-05AB-D1A3-0EB0-9250BCE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0A465CC-6328-59E0-65F8-15F07876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 / Test Dataset Split &amp;</a:t>
            </a:r>
            <a:r>
              <a:rPr lang="ko-KR" altLang="en-US" dirty="0"/>
              <a:t> </a:t>
            </a:r>
            <a:r>
              <a:rPr lang="en-US" altLang="ko-KR" dirty="0"/>
              <a:t>Distribution - BMI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C9BE1435-D845-39D6-B4D7-0D0B79CF841E}"/>
              </a:ext>
            </a:extLst>
          </p:cNvPr>
          <p:cNvGraphicFramePr>
            <a:graphicFrameLocks noGrp="1"/>
          </p:cNvGraphicFramePr>
          <p:nvPr/>
        </p:nvGraphicFramePr>
        <p:xfrm>
          <a:off x="853441" y="1722435"/>
          <a:ext cx="10551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3293810083"/>
                    </a:ext>
                  </a:extLst>
                </a:gridCol>
                <a:gridCol w="1337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7309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Split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 ± Std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Min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Median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Max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Train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24.22 ± 3.26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14.48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24.19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36.76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0492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23.09 ± 3.43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14.40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22.70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39.49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110039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1097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23.51 ± 3.41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14.40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23.30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39.49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265149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Test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24.07 ± 3.30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16.44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35.20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22.99 ± 3.19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16.06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22.83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34.23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All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275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23.43 ± 3.28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16.06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23.44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35.20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777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DAD5-9D6C-6EC7-5990-893B8275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758E8-AA34-8F76-DD33-10F28B8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SMI Cutoff Setting</a:t>
            </a:r>
            <a:endParaRPr lang="ko-KR" altLang="en-US" sz="4000" dirty="0"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B72B6-EEF1-15E0-344B-A95E37C6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12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D5158-50E0-52B3-29CB-5B07C0DD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A23B-101E-8452-0205-F8D06B18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94B7A-09AD-CA01-AE12-3AB46EEB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20C8321-88FC-8692-CF5E-487903F7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D51D99C-9475-56D3-1EB5-5EE50C156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71704"/>
              </p:ext>
            </p:extLst>
          </p:nvPr>
        </p:nvGraphicFramePr>
        <p:xfrm>
          <a:off x="813162" y="1722435"/>
          <a:ext cx="10591438" cy="375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저자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대상 국가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대상군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특성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평균 나이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Mean±SD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나이 범위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Range)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Prado et al. (2009)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전이성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유방암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54.8 </a:t>
                      </a:r>
                      <a:r>
                        <a:rPr lang="en-US" altLang="ko-KR" sz="1200" b="0" dirty="0"/>
                        <a:t>±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10.4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37~80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Yoon et al. (2021)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한국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건강한 간 기증자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31.5 </a:t>
                      </a:r>
                      <a:r>
                        <a:rPr lang="en-US" altLang="ko-KR" sz="1200" b="0" dirty="0"/>
                        <a:t>± 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8.3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20~59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JSH (2016)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일본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만성 간 질환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71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19~89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Carey et al. (2017)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북미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간 이식 대기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(IQR: 51~62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Martin et al. (2013)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폐암 및 소화기암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남성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: 64.7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여성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: 64.8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기술되지 않음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현재 연구 데이터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59.7 </a:t>
                      </a:r>
                      <a:r>
                        <a:rPr lang="en-US" altLang="ko-KR" sz="1200" b="0" dirty="0"/>
                        <a:t>± 12.5</a:t>
                      </a:r>
                      <a:r>
                        <a:rPr lang="ko-KR" altLang="en-US" sz="1200" b="0" dirty="0"/>
                        <a:t>세</a:t>
                      </a:r>
                      <a:endParaRPr lang="en-US" altLang="ko-KR" sz="1200" b="0" dirty="0"/>
                    </a:p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55.6 </a:t>
                      </a:r>
                      <a:r>
                        <a:rPr lang="en-US" altLang="ko-KR" sz="1200" b="0" dirty="0"/>
                        <a:t>± 12.2</a:t>
                      </a:r>
                      <a:r>
                        <a:rPr lang="ko-KR" altLang="en-US" sz="1200" b="0" dirty="0"/>
                        <a:t>세</a:t>
                      </a: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11~91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599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B39C32D-90A5-3994-A392-8DDD3A8B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121681"/>
              </p:ext>
            </p:extLst>
          </p:nvPr>
        </p:nvGraphicFramePr>
        <p:xfrm>
          <a:off x="813162" y="1722435"/>
          <a:ext cx="105914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연도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대상 국가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Prado et al. (2009)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dirty="0"/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69.3% (356/514)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57.2% (487/858)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Martin et al. (2013)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53.0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71.8% (369/514)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73.3% (627/858)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Carey et al. (2017)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58.2% (299/514)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60.8% (518/858)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JSH (2016)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20.0% (103/514)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52.9% (449/858)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Yoon et al. (2021)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39.33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27.7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12.3% (63/514)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3.6% (22/858)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/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40.96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30.6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17.3% (87/514)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8.4% (63/858)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735D-9C80-0BA1-2640-30BD8ECA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FC9B4-F6C4-1DD2-1EF2-E299BAD4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연구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1DDEF-C57D-CCEF-000B-2FF9BE05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661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ADAF-4EEE-EC7B-DA6B-1DC91DB7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7E9B4-6ADD-4241-4DFC-115ED07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CD9A8-8807-F1DE-3F1F-996F2C7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4AAF05-2CE7-0403-088D-F047E10A8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CV Summary - Model 1 [Clinic] </a:t>
            </a:r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093C771-6747-A06B-D0BF-9B5080C2D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27192"/>
              </p:ext>
            </p:extLst>
          </p:nvPr>
        </p:nvGraphicFramePr>
        <p:xfrm>
          <a:off x="508000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0.8329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0.3651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0.1963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0.6864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0.3670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0.8095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0.3370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0.1612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0.7591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0.3765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0.7784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0.3403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0.2040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0.6804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0.3137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0.7233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0.2329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0.1830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0.7306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0.3059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0.8500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0.5234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0.1726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0.7489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0.3956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Mean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0.7988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0.3598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0.1834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0.7211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0.3517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±Std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0.0448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0.0936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0.0155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0.0322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0.0355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EC4661-744D-8AD6-1327-B1BD8FC85838}"/>
              </a:ext>
            </a:extLst>
          </p:cNvPr>
          <p:cNvSpPr txBox="1"/>
          <p:nvPr/>
        </p:nvSpPr>
        <p:spPr>
          <a:xfrm>
            <a:off x="5853160" y="1635615"/>
            <a:ext cx="5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ResNet1D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1B92E42-889C-EC88-84DE-8F4781377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759831"/>
              </p:ext>
            </p:extLst>
          </p:nvPr>
        </p:nvGraphicFramePr>
        <p:xfrm>
          <a:off x="6401166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0.8703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0.4683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0.2194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0.6409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0.3577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0.8444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0.3939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0.3022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0.4955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0.2930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0.7806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0.3370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0.0961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0.8584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0.1622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0.8415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0.4100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0.1840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0.8265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0.4062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0.8517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0.3597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0.1172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0.8265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0.4412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Mean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0.8377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0.3938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0.1838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0.7296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effectLst/>
                        </a:rPr>
                        <a:t>0.3321</a:t>
                      </a:r>
                      <a:endParaRPr lang="ko-KR" alt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±Std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0.0303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0.0452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0.0740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effectLst/>
                        </a:rPr>
                        <a:t>0.1400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0.0984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0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683B-ED09-C9BE-0F8D-BDCB64F1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E0D33-26CA-15E3-3EF3-521671807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B56AB-8AE3-5233-71AC-D42B9D75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3B47401-4A1B-2139-8D96-CE0326586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Set Performance - Model 1 [Clinic]</a:t>
            </a:r>
          </a:p>
          <a:p>
            <a:pPr lvl="1"/>
            <a:r>
              <a:rPr lang="en-US" altLang="ko-KR" dirty="0"/>
              <a:t>Overall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71719E7E-8E02-8FF0-3D06-A5A043BA5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837232"/>
              </p:ext>
            </p:extLst>
          </p:nvPr>
        </p:nvGraphicFramePr>
        <p:xfrm>
          <a:off x="1141188" y="2114005"/>
          <a:ext cx="681844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0.3338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0.1992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0.3256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0.4691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0.2700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5ECAF38-C6E3-A738-4D96-929E318A1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19821"/>
              </p:ext>
            </p:extLst>
          </p:nvPr>
        </p:nvGraphicFramePr>
        <p:xfrm>
          <a:off x="1141186" y="4037269"/>
          <a:ext cx="903913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92">
                  <a:extLst>
                    <a:ext uri="{9D8B030D-6E8A-4147-A177-3AD203B41FA5}">
                      <a16:colId xmlns:a16="http://schemas.microsoft.com/office/drawing/2014/main" val="2918237846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326850456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Log.Reg</a:t>
                      </a:r>
                      <a:r>
                        <a:rPr lang="en-US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0.2790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0.5357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0.1444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0.7152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0.3030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6478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0.7985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0.2830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0.5276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0.2376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51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34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E429-9C97-CE93-D4B8-32D721A5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AFDF6-00BF-D956-190D-DC464970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E10F21-50F6-7ACF-0DCB-9AE866CE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1180EF5-56B4-0B75-18FD-C611FB58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Callibration</a:t>
            </a:r>
            <a:r>
              <a:rPr lang="en-US" altLang="ko-KR" dirty="0"/>
              <a:t> Plot &amp; PR Curve - Model 1 [Clinic]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35B8A9-1EA0-4A1E-98D4-A71DBEDA8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1640480"/>
            <a:ext cx="10800000" cy="459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669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D47F-70C3-AB4C-8430-B5CCE724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74F71-B598-248A-184D-DD297FBC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B1826-B29D-3A24-3AC5-A5843882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8DBE16B-1EB4-B642-8153-5D0E188F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CV Summary - Model 2 [Clinic + AEC]</a:t>
            </a:r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513D7344-34F6-C75E-EF39-B24771333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33742"/>
              </p:ext>
            </p:extLst>
          </p:nvPr>
        </p:nvGraphicFramePr>
        <p:xfrm>
          <a:off x="508000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0.5512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0.1463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0.2465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0.2128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0.1779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0.2619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0.6397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0.2532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0.2120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0.6274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0.1893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0.2047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0.7174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0.2491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0.0398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0.0235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0.0310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0.0207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426EFB-4C48-2494-5780-6773E6A7A683}"/>
              </a:ext>
            </a:extLst>
          </p:cNvPr>
          <p:cNvSpPr txBox="1"/>
          <p:nvPr/>
        </p:nvSpPr>
        <p:spPr>
          <a:xfrm>
            <a:off x="5853160" y="1635615"/>
            <a:ext cx="5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Cross Attention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6BE5768B-5B4F-0548-B7F7-C21BC8893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48281"/>
              </p:ext>
            </p:extLst>
          </p:nvPr>
        </p:nvGraphicFramePr>
        <p:xfrm>
          <a:off x="6401166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0.8253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0.1680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0.7692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0.3508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0.2285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0.6979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0.2551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0.5799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0.8825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0.5270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0.1503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0.7580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0.7880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0.3721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0.1993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0.6936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0.3486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0.0622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0.0934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0.0384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0.0734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0.0550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33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7297-7A78-8EAF-6FDC-5D8B36CE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75A3E-9E0B-A5F3-5D49-BA2B6F2A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E2DA1-654E-686A-C8D5-467FAC0A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C36EDD6-FA61-471C-BA1A-E320EB51C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Set Performance - Model 2 [Clinic + AEC]</a:t>
            </a:r>
          </a:p>
          <a:p>
            <a:pPr lvl="1"/>
            <a:r>
              <a:rPr lang="en-US" altLang="ko-KR" dirty="0"/>
              <a:t>Overall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7D7295F1-BD59-55EE-3CDC-8F2FE70F4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324190"/>
              </p:ext>
            </p:extLst>
          </p:nvPr>
        </p:nvGraphicFramePr>
        <p:xfrm>
          <a:off x="1141188" y="2114005"/>
          <a:ext cx="681844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0.6133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0.6873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0.2321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0.7071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F89B9531-86A6-A8E2-3617-257238873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217031"/>
              </p:ext>
            </p:extLst>
          </p:nvPr>
        </p:nvGraphicFramePr>
        <p:xfrm>
          <a:off x="1141186" y="4037269"/>
          <a:ext cx="903913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92">
                  <a:extLst>
                    <a:ext uri="{9D8B030D-6E8A-4147-A177-3AD203B41FA5}">
                      <a16:colId xmlns:a16="http://schemas.microsoft.com/office/drawing/2014/main" val="2918237846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326850456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0.2387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0.5477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0.1481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0.6774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0.3597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0.5893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6478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0.7092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0.2638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0.1323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0.3111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51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900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4D85-96D0-616F-C8AC-C21D47A5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ED2C768-4877-3FD2-6F28-B76DC05FE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612685"/>
            <a:ext cx="11176000" cy="475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6120479-A527-68A2-589B-29E36BA6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39F7D-8572-9A1D-6BC1-619DA420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473F066-7F80-6132-E473-1C3DA98FE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Callibration</a:t>
            </a:r>
            <a:r>
              <a:rPr lang="en-US" altLang="ko-KR" dirty="0"/>
              <a:t> Plot &amp; PR Curve - Model 2 [Clinic + AEC]</a:t>
            </a:r>
          </a:p>
        </p:txBody>
      </p:sp>
    </p:spTree>
    <p:extLst>
      <p:ext uri="{BB962C8B-B14F-4D97-AF65-F5344CB8AC3E}">
        <p14:creationId xmlns:p14="http://schemas.microsoft.com/office/powerpoint/2010/main" val="3256879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3AF9-3B86-B048-267E-95131C88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7978A-6484-C951-2ECA-5BE082CE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D4B836-5A4D-157E-CD19-0EE0853C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9B18BA-0BE0-9B78-8AD8-2266DAFF2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CV Summary - Model 2_2 [Clinic + AEC (Unmatching)]</a:t>
            </a:r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8167D34E-D497-6718-16F6-2C993853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58738"/>
              </p:ext>
            </p:extLst>
          </p:nvPr>
        </p:nvGraphicFramePr>
        <p:xfrm>
          <a:off x="508000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0.6144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0.2094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0.1758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0.2066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0.5829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0.1611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0.2081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0.7147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0.2185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0.1734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0.7808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0.7160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0.2467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0.2096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0.6533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0.1932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0.2014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0.7229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0.2555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0.0537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0.0337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0.0141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0.0296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0.0442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D78A1F-9E97-E1D5-CDE6-84226D5102F3}"/>
              </a:ext>
            </a:extLst>
          </p:cNvPr>
          <p:cNvSpPr txBox="1"/>
          <p:nvPr/>
        </p:nvSpPr>
        <p:spPr>
          <a:xfrm>
            <a:off x="5853160" y="1635615"/>
            <a:ext cx="5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Cross Attention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B2A609D7-9BCC-BC9E-6A66-585795B5F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558968"/>
              </p:ext>
            </p:extLst>
          </p:nvPr>
        </p:nvGraphicFramePr>
        <p:xfrm>
          <a:off x="6401166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0.8335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0.4235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0.3654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0.8386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0.1378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0.8318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0.4308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0.7374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0.2711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0.1571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0.8173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0.5119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0.2656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0.5160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0.7990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0.3708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0.1904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0.7073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0.3652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0.0396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0.0945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0.0439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0.1095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0.0479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706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FA46-82F2-D1B9-5136-927D0DCB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F72A9-5381-DBF9-0B86-667A3F6E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0B0F1-E45D-7B0D-271C-8293180F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B524734-BBE0-C08E-B30A-00E8C0B0D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Set Performance - Model 2_2 [Clinic + AEC (Unmatching)]</a:t>
            </a:r>
          </a:p>
          <a:p>
            <a:pPr lvl="1"/>
            <a:r>
              <a:rPr lang="en-US" altLang="ko-KR" dirty="0"/>
              <a:t>Overall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E05FBDD3-51AA-C233-27E0-0A860CF4D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663383"/>
              </p:ext>
            </p:extLst>
          </p:nvPr>
        </p:nvGraphicFramePr>
        <p:xfrm>
          <a:off x="1141188" y="2114005"/>
          <a:ext cx="681844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0.6189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0.2125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CrossAttn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0.7140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0.3564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26C7D4B8-69C0-10EE-2D44-9D8BA97C9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3664"/>
              </p:ext>
            </p:extLst>
          </p:nvPr>
        </p:nvGraphicFramePr>
        <p:xfrm>
          <a:off x="1141186" y="4037269"/>
          <a:ext cx="903913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92">
                  <a:extLst>
                    <a:ext uri="{9D8B030D-6E8A-4147-A177-3AD203B41FA5}">
                      <a16:colId xmlns:a16="http://schemas.microsoft.com/office/drawing/2014/main" val="2918237846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326850456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0.5895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0.2297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0.6875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0.2857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0.1325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0.2414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0.7059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0.5982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6478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0.3553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0.1269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0.8773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0.4118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51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040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A863-3F01-E139-D721-5D379B41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72E60-2CA3-6CE5-593B-AF7C4C17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3120F-1224-091D-7550-28B1E936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A9CE89B-C2BB-7394-B3A2-836193B59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Callibration</a:t>
            </a:r>
            <a:r>
              <a:rPr lang="en-US" altLang="ko-KR" dirty="0"/>
              <a:t> Plot &amp; PR Curve - Model 2_2 [Clinic + AEC (Unmatching)]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FBD2FC9-B631-D3BB-B2D0-219B6BFD0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1721712"/>
            <a:ext cx="10800000" cy="459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53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E253-2A14-CDE8-1F57-61B85745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117D5-216C-2D10-51C7-20F5E426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7F1BD-B957-3093-C134-5BB84D6B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7032D80-CE20-C58F-BB98-68C752197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CV Summary - Model 3 [Clinic + AEC + Scan]</a:t>
            </a:r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75F6B3F3-5092-AE7F-1237-BF1007853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0334"/>
              </p:ext>
            </p:extLst>
          </p:nvPr>
        </p:nvGraphicFramePr>
        <p:xfrm>
          <a:off x="508000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0.1896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0.7452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0.2260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0.3864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0.7058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0.2919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0.7885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0.2667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0.5431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0.1507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0.6587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0.2781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0.1782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0.6694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0.2414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0.1948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0.7363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0.2848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0.0728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0.0504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0.0427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0.0609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D7212C-D538-CF47-AC45-6C4292B2066B}"/>
              </a:ext>
            </a:extLst>
          </p:cNvPr>
          <p:cNvSpPr txBox="1"/>
          <p:nvPr/>
        </p:nvSpPr>
        <p:spPr>
          <a:xfrm>
            <a:off x="5853160" y="1635615"/>
            <a:ext cx="5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Cross Attention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9520E2B6-1530-C18D-F3CB-A11BADC82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22198"/>
              </p:ext>
            </p:extLst>
          </p:nvPr>
        </p:nvGraphicFramePr>
        <p:xfrm>
          <a:off x="6401166" y="2192383"/>
          <a:ext cx="5282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860405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0.3567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0.1268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0.3793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0.8021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0.1994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0.5962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0.3115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0.1189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0.8221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0.7727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0.2650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0.5337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0.8025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0.3577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0.2365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0.6570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0.7991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0.3496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0.1944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0.6872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0.3484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0.0150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0.0459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0.0651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0.1187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97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9497-95CC-DE2D-25F8-5FA5D398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36A6F-99C1-F3D5-EB4D-744041D1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A886B-23F1-E958-4C90-AE6AFB62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0582716-995B-416F-5F90-0A5EC44A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Set Performance - Model 3 [Clinic + AEC + Scan]</a:t>
            </a:r>
          </a:p>
          <a:p>
            <a:pPr lvl="1"/>
            <a:r>
              <a:rPr lang="en-US" altLang="ko-KR" dirty="0"/>
              <a:t>Overall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B576147D-9437-09B5-EF16-27C0845AD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3728"/>
              </p:ext>
            </p:extLst>
          </p:nvPr>
        </p:nvGraphicFramePr>
        <p:xfrm>
          <a:off x="1141188" y="2114005"/>
          <a:ext cx="681844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0.7154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0.7542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0.2947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3512FBF9-06BD-EF5E-4F44-88FDB93C5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04623"/>
              </p:ext>
            </p:extLst>
          </p:nvPr>
        </p:nvGraphicFramePr>
        <p:xfrm>
          <a:off x="1141186" y="4037269"/>
          <a:ext cx="903913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92">
                  <a:extLst>
                    <a:ext uri="{9D8B030D-6E8A-4147-A177-3AD203B41FA5}">
                      <a16:colId xmlns:a16="http://schemas.microsoft.com/office/drawing/2014/main" val="2918237846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3268504560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0.6539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0.1399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0.1788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0.1852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0.6890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0.2373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0.6327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0.3571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6478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0.7428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0.2432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0.1281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0.8086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0.2051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51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236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9874-82D8-D668-9263-2B703434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063B0-0930-7DF3-177E-F4350113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586CAC-F754-6A63-3752-A2F6BA41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AC36E4C-4EE3-FF8E-F1B6-B367B5C6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Callibration</a:t>
            </a:r>
            <a:r>
              <a:rPr lang="en-US" altLang="ko-KR" dirty="0"/>
              <a:t> Plot &amp; PR Curve - Model 3 [Clinic + AEC + Scan]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E76CD2-81BE-C159-4151-B017A2CCA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1640480"/>
            <a:ext cx="10800000" cy="459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485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2084</Words>
  <Application>Microsoft Office PowerPoint</Application>
  <PresentationFormat>와이드스크린</PresentationFormat>
  <Paragraphs>1116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KoPub돋움체 Medium</vt:lpstr>
      <vt:lpstr>KoPub돋움체 Bold</vt:lpstr>
      <vt:lpstr>Arial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SMI Cutoff Setting</vt:lpstr>
      <vt:lpstr>3. Detailed progress</vt:lpstr>
      <vt:lpstr>3. Detailed progress</vt:lpstr>
      <vt:lpstr>연구 결과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177</cp:revision>
  <dcterms:created xsi:type="dcterms:W3CDTF">2026-04-09T07:05:16Z</dcterms:created>
  <dcterms:modified xsi:type="dcterms:W3CDTF">2026-05-13T02:01:05Z</dcterms:modified>
</cp:coreProperties>
</file>