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524" r:id="rId3"/>
    <p:sldId id="551" r:id="rId4"/>
    <p:sldId id="569" r:id="rId5"/>
    <p:sldId id="582" r:id="rId6"/>
    <p:sldId id="572" r:id="rId7"/>
    <p:sldId id="570" r:id="rId8"/>
    <p:sldId id="571" r:id="rId9"/>
    <p:sldId id="573" r:id="rId10"/>
    <p:sldId id="575" r:id="rId11"/>
    <p:sldId id="576" r:id="rId12"/>
    <p:sldId id="577" r:id="rId13"/>
    <p:sldId id="578" r:id="rId14"/>
    <p:sldId id="579" r:id="rId15"/>
    <p:sldId id="574" r:id="rId16"/>
    <p:sldId id="580" r:id="rId17"/>
    <p:sldId id="581" r:id="rId18"/>
    <p:sldId id="479" r:id="rId19"/>
  </p:sldIdLst>
  <p:sldSz cx="12192000" cy="6858000"/>
  <p:notesSz cx="6858000" cy="9144000"/>
  <p:embeddedFontLst>
    <p:embeddedFont>
      <p:font typeface="맑은 고딕" panose="020B0503020000020004" pitchFamily="50" charset="-127"/>
      <p:regular r:id="rId21"/>
      <p:bold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KoPub돋움체 Bold" panose="00000800000000000000" pitchFamily="2" charset="-127"/>
      <p:bold r:id="rId27"/>
    </p:embeddedFont>
    <p:embeddedFont>
      <p:font typeface="KoPub돋움체 Medium" panose="00000600000000000000" pitchFamily="2" charset="-127"/>
      <p:regular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51"/>
            <p14:sldId id="569"/>
            <p14:sldId id="582"/>
            <p14:sldId id="572"/>
            <p14:sldId id="570"/>
            <p14:sldId id="571"/>
            <p14:sldId id="573"/>
            <p14:sldId id="575"/>
            <p14:sldId id="576"/>
            <p14:sldId id="577"/>
            <p14:sldId id="578"/>
            <p14:sldId id="579"/>
            <p14:sldId id="574"/>
            <p14:sldId id="580"/>
            <p14:sldId id="581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1879" autoAdjust="0"/>
  </p:normalViewPr>
  <p:slideViewPr>
    <p:cSldViewPr snapToGrid="0">
      <p:cViewPr varScale="1">
        <p:scale>
          <a:sx n="161" d="100"/>
          <a:sy n="161" d="100"/>
        </p:scale>
        <p:origin x="23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2026-06-04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연구 요약입니다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핵심은 세 가지 모델 구조의 비교입니다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임상변수에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추가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 + Scanner**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앞서 말씀드린 공식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—`SMI = (TAMA − IMATA) / Height²`—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정의하고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 하위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이진 분류를 수행하였습니다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참조한 논문은 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기준에 대해서는 데이터 섹션에서 자세히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427D-18AB-FB27-8FFC-A0B6FFCD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EBBC08-1943-2DBE-075E-E8FCBA7F4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942D80-8618-D7E3-0C44-FD1E178E9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43CCB-D6EA-6323-E4F9-E92A51F7D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069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B1E9-2E31-DF53-12A0-071B07531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2D169D-E74D-1FFC-C8C8-273D36189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630D6F-EE9E-F12D-EE49-E927A5578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086A0-BB21-8D2E-E448-5E18EF9A3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749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63915-55C4-CC76-90DE-26F75FDA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D1AB8D-2EFD-5EBF-2D12-0EAAA77D8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AF35F4-E101-BE4F-B7D7-9B73B8D70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71BEE3-EA14-F85A-B4CA-C06BA047A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55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269F-7961-CDFD-6331-670F802F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789056-5956-2D27-8212-3012CB493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160AC9-5857-ECFF-94E3-96E2DC754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E0113-0E6E-54CB-CBDB-04D625394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998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8E52E-7F51-C88D-D74F-8889769F9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F84CB7-3FD9-3559-6217-DCA195C31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0FF4B9-A6D3-A30C-C7D5-8FC625CC5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B1596-E624-A911-E1C8-AF5B9787E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293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29B9-4393-5E92-2705-1F78FD07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BF9241-9CDA-19B9-68ED-FB4E91519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01F2D1-981C-E494-4749-1BB21F3D7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16171-CCAA-17EA-C65B-DD33C8837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888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CEB1A-6070-D4AD-1314-93C7AA25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6D7398-5337-6FB1-2FA0-AD7681FF2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84A3B9-6678-B010-697A-014DE0839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72EF33-E4F5-9D19-F2ED-434DCE243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44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5C10-9452-C98C-A9CD-5E576F3C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657A99-01F4-050E-15DD-15F4357B3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9983C-C364-BCEC-2659-5E2996C13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E285CD-D7E2-D299-BFA8-56587A333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048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EB26B-5FEE-EC66-80DC-61AEA6A5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8FE548-56A9-C334-39F1-7622A8951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D74720-D451-B6D0-AD8A-019318F3D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359A9-D656-50A0-8BBB-3EA5CDDA2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182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80C4-F791-F536-F6C1-D6659A02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C41EC2-165B-CFFE-498D-29E1510ED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CB3938-31FF-0DB6-4D71-579C07839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627AAF-4382-54F6-AFB8-535D6290A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803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8259-6DB5-90F7-453E-D40D5BC63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984F8A-27F0-18EB-1755-2A96C8966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2D3A8B-FBC3-7520-75B8-E234351D3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CEB32-3577-34B5-BA7D-6A13F9384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409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612D-DDAB-853C-032D-581DFC9B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AB383F-7AA0-359D-3FAA-6ED9F3A44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09478D-070C-4DED-97A2-1F22A2E89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8E69CC-A3A3-35C1-414C-37EF54917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301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DF20-7B0E-F05F-491D-D6D514ADF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038C3A-C41C-44C7-CAEC-AEE28BE47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8E341E-E1E8-DB58-47E6-0F3675026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CB1ED-A7AF-AD7E-3E2A-206CD9B5E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108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F278-D914-DD13-A377-E2FC87AB2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A935A1-0223-5453-9076-73D26D709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374981-1B53-FF37-67F3-3D2E107E2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0BE2DD-9CDC-F3EF-12D9-623E40A55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37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Results of Total </a:t>
            </a:r>
            <a:r>
              <a:rPr lang="en-US" altLang="ko-KR" sz="2500" b="1" dirty="0" err="1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Segmentator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&amp; AEC</a:t>
            </a:r>
            <a:r>
              <a:rPr lang="ko-KR" altLang="en-US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Study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2026. 05. 29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를 이용하여 </a:t>
            </a:r>
            <a:r>
              <a:rPr lang="en-US" altLang="ko-KR" dirty="0"/>
              <a:t>Range </a:t>
            </a:r>
            <a:r>
              <a:rPr lang="ko-KR" altLang="en-US" dirty="0"/>
              <a:t>정규화</a:t>
            </a:r>
            <a:endParaRPr lang="en-US" altLang="ko-KR" dirty="0"/>
          </a:p>
          <a:p>
            <a:pPr lvl="1"/>
            <a:r>
              <a:rPr lang="ko-KR" altLang="en-US" dirty="0"/>
              <a:t>상단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FF0000"/>
                </a:solidFill>
              </a:rPr>
              <a:t>Liver upper</a:t>
            </a:r>
            <a:r>
              <a:rPr lang="en-US" altLang="ko-KR" dirty="0"/>
              <a:t>, </a:t>
            </a:r>
            <a:r>
              <a:rPr lang="ko-KR" altLang="en-US" dirty="0"/>
              <a:t>하단 </a:t>
            </a:r>
            <a:r>
              <a:rPr lang="en-US" altLang="ko-KR" dirty="0"/>
              <a:t>: left/right hip bottom </a:t>
            </a:r>
            <a:r>
              <a:rPr lang="ko-KR" altLang="en-US" dirty="0"/>
              <a:t>→ </a:t>
            </a:r>
            <a:r>
              <a:rPr lang="en-US" altLang="ko-KR" dirty="0"/>
              <a:t>liver missing: 1</a:t>
            </a:r>
          </a:p>
          <a:p>
            <a:pPr lvl="1"/>
            <a:r>
              <a:rPr lang="en-US" altLang="ko-KR" dirty="0"/>
              <a:t>Manual</a:t>
            </a:r>
            <a:r>
              <a:rPr lang="ko-KR" altLang="en-US" dirty="0"/>
              <a:t>하게 </a:t>
            </a:r>
            <a:r>
              <a:rPr lang="en-US" altLang="ko-KR" dirty="0"/>
              <a:t>CT DICOM </a:t>
            </a:r>
            <a:r>
              <a:rPr lang="ko-KR" altLang="en-US" dirty="0"/>
              <a:t>확인하며 검증</a:t>
            </a:r>
            <a:endParaRPr lang="en-US" altLang="ko-KR" dirty="0"/>
          </a:p>
          <a:p>
            <a:r>
              <a:rPr lang="en-US" altLang="ko-KR" dirty="0"/>
              <a:t>Train/Valid Loss</a:t>
            </a:r>
            <a:r>
              <a:rPr lang="ko-KR" altLang="en-US" dirty="0"/>
              <a:t>가 증가하고</a:t>
            </a:r>
            <a:r>
              <a:rPr lang="en-US" altLang="ko-KR" dirty="0"/>
              <a:t>, AUC</a:t>
            </a:r>
            <a:r>
              <a:rPr lang="ko-KR" altLang="en-US" dirty="0"/>
              <a:t>가 감소하는 문제 미해결</a:t>
            </a:r>
            <a:endParaRPr lang="en-US" altLang="ko-KR" dirty="0"/>
          </a:p>
          <a:p>
            <a:r>
              <a:rPr lang="en-US" altLang="ko-KR" dirty="0"/>
              <a:t>AEC Data</a:t>
            </a:r>
            <a:r>
              <a:rPr lang="ko-KR" altLang="en-US" dirty="0"/>
              <a:t> </a:t>
            </a:r>
            <a:r>
              <a:rPr lang="en-US" altLang="ko-KR" dirty="0"/>
              <a:t>Preprocessing</a:t>
            </a:r>
          </a:p>
          <a:p>
            <a:pPr lvl="1"/>
            <a:r>
              <a:rPr lang="en-US" altLang="ko-KR" dirty="0"/>
              <a:t>Raw Data</a:t>
            </a:r>
          </a:p>
          <a:p>
            <a:pPr lvl="1"/>
            <a:r>
              <a:rPr lang="en-US" altLang="ko-KR" dirty="0" err="1"/>
              <a:t>StandardScaler</a:t>
            </a:r>
            <a:r>
              <a:rPr lang="en-US" altLang="ko-KR" dirty="0"/>
              <a:t> (point</a:t>
            </a:r>
            <a:r>
              <a:rPr lang="ko-KR" altLang="en-US" dirty="0"/>
              <a:t>별 정규화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StandardScaler</a:t>
            </a:r>
            <a:r>
              <a:rPr lang="en-US" altLang="ko-KR" dirty="0"/>
              <a:t> + Normalized (point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ko-KR" altLang="en-US" dirty="0" err="1"/>
              <a:t>환자별</a:t>
            </a:r>
            <a:r>
              <a:rPr lang="ko-KR" altLang="en-US" dirty="0"/>
              <a:t> 정규화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Normalized (</a:t>
            </a:r>
            <a:r>
              <a:rPr lang="ko-KR" altLang="en-US" dirty="0" err="1"/>
              <a:t>환자별</a:t>
            </a:r>
            <a:r>
              <a:rPr lang="ko-KR" altLang="en-US" dirty="0"/>
              <a:t> 정규화</a:t>
            </a:r>
            <a:r>
              <a:rPr lang="en-US" altLang="ko-KR" dirty="0"/>
              <a:t>)</a:t>
            </a:r>
            <a:r>
              <a:rPr lang="ko-KR" altLang="en-US" dirty="0"/>
              <a:t>만 제외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를 이용하여 </a:t>
            </a:r>
            <a:r>
              <a:rPr lang="en-US" altLang="ko-KR" dirty="0"/>
              <a:t>Range </a:t>
            </a:r>
            <a:r>
              <a:rPr lang="ko-KR" altLang="en-US" dirty="0"/>
              <a:t>정규화</a:t>
            </a:r>
            <a:endParaRPr lang="en-US" altLang="ko-KR" dirty="0"/>
          </a:p>
          <a:p>
            <a:pPr lvl="1"/>
            <a:r>
              <a:rPr lang="ko-KR" altLang="en-US" dirty="0"/>
              <a:t>상단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FF0000"/>
                </a:solidFill>
              </a:rPr>
              <a:t>Liver upper</a:t>
            </a:r>
            <a:r>
              <a:rPr lang="en-US" altLang="ko-KR" dirty="0"/>
              <a:t>, </a:t>
            </a:r>
            <a:r>
              <a:rPr lang="ko-KR" altLang="en-US" dirty="0"/>
              <a:t>하단 </a:t>
            </a:r>
            <a:r>
              <a:rPr lang="en-US" altLang="ko-KR" dirty="0"/>
              <a:t>: left/right hip bottom </a:t>
            </a:r>
            <a:r>
              <a:rPr lang="ko-KR" altLang="en-US" dirty="0"/>
              <a:t>→ </a:t>
            </a:r>
            <a:r>
              <a:rPr lang="en-US" altLang="ko-KR" dirty="0"/>
              <a:t>liver missing: 1</a:t>
            </a:r>
          </a:p>
          <a:p>
            <a:pPr lvl="1"/>
            <a:r>
              <a:rPr lang="en-US" altLang="ko-KR" dirty="0"/>
              <a:t>Manual</a:t>
            </a:r>
            <a:r>
              <a:rPr lang="ko-KR" altLang="en-US" dirty="0"/>
              <a:t>하게 </a:t>
            </a:r>
            <a:r>
              <a:rPr lang="en-US" altLang="ko-KR" dirty="0"/>
              <a:t>CT DICOM </a:t>
            </a:r>
            <a:r>
              <a:rPr lang="ko-KR" altLang="en-US" dirty="0"/>
              <a:t>확인하며 검증</a:t>
            </a:r>
            <a:endParaRPr lang="en-US" altLang="ko-KR" dirty="0"/>
          </a:p>
          <a:p>
            <a:r>
              <a:rPr lang="en-US" altLang="ko-KR" dirty="0"/>
              <a:t>Train/Valid Loss </a:t>
            </a:r>
            <a:r>
              <a:rPr lang="ko-KR" altLang="en-US" dirty="0"/>
              <a:t>증가</a:t>
            </a:r>
            <a:r>
              <a:rPr lang="en-US" altLang="ko-KR" dirty="0"/>
              <a:t>, AUC </a:t>
            </a:r>
            <a:r>
              <a:rPr lang="ko-KR" altLang="en-US" dirty="0"/>
              <a:t>감소 문제 해결 </a:t>
            </a:r>
            <a:r>
              <a:rPr lang="en-US" altLang="ko-KR" dirty="0"/>
              <a:t>(LR=1e-3 </a:t>
            </a:r>
            <a:r>
              <a:rPr lang="ko-KR" altLang="en-US" dirty="0"/>
              <a:t>→ </a:t>
            </a:r>
            <a:r>
              <a:rPr lang="en-US" altLang="ko-KR" dirty="0"/>
              <a:t>1e-5)</a:t>
            </a:r>
          </a:p>
          <a:p>
            <a:r>
              <a:rPr lang="ko-KR" altLang="en-US" dirty="0"/>
              <a:t>다른 </a:t>
            </a:r>
            <a:r>
              <a:rPr lang="en-US" altLang="ko-KR" dirty="0"/>
              <a:t>Parameter</a:t>
            </a:r>
            <a:r>
              <a:rPr lang="ko-KR" altLang="en-US" dirty="0"/>
              <a:t>를 변경하면서 성능 향상이 되는지 비교 확인</a:t>
            </a:r>
            <a:endParaRPr lang="en-US" altLang="ko-KR" dirty="0"/>
          </a:p>
          <a:p>
            <a:r>
              <a:rPr lang="en-US" altLang="ko-KR" dirty="0"/>
              <a:t>AEC Data</a:t>
            </a:r>
            <a:r>
              <a:rPr lang="ko-KR" altLang="en-US" dirty="0"/>
              <a:t> </a:t>
            </a:r>
            <a:r>
              <a:rPr lang="en-US" altLang="ko-KR" dirty="0"/>
              <a:t>Preprocessing</a:t>
            </a:r>
          </a:p>
          <a:p>
            <a:pPr lvl="1"/>
            <a:r>
              <a:rPr lang="en-US" altLang="ko-KR" dirty="0"/>
              <a:t>Raw Data</a:t>
            </a:r>
          </a:p>
          <a:p>
            <a:pPr lvl="1"/>
            <a:r>
              <a:rPr lang="en-US" altLang="ko-KR" dirty="0" err="1"/>
              <a:t>StandardScaler</a:t>
            </a:r>
            <a:r>
              <a:rPr lang="en-US" altLang="ko-KR" dirty="0"/>
              <a:t> (point</a:t>
            </a:r>
            <a:r>
              <a:rPr lang="ko-KR" altLang="en-US" dirty="0"/>
              <a:t>별 정규화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Normalized (</a:t>
            </a:r>
            <a:r>
              <a:rPr lang="ko-KR" altLang="en-US" b="1" dirty="0" err="1"/>
              <a:t>환자별</a:t>
            </a:r>
            <a:r>
              <a:rPr lang="ko-KR" altLang="en-US" b="1" dirty="0"/>
              <a:t> 정규화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Global </a:t>
            </a:r>
            <a:r>
              <a:rPr lang="en-US" altLang="ko-KR" dirty="0" err="1"/>
              <a:t>Zscore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CC32-5641-0D56-4EE1-F5AE4629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1A162-FB10-71F8-2866-5300F3B8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2E6304-7EF9-ED4D-337C-C884932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31FB97D-BA7A-DBC7-BB95-5B9D0B5C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Train/Valid Loss </a:t>
            </a:r>
            <a:r>
              <a:rPr lang="ko-KR" altLang="en-US" dirty="0"/>
              <a:t>증가</a:t>
            </a:r>
            <a:r>
              <a:rPr lang="en-US" altLang="ko-KR" dirty="0"/>
              <a:t>, AUC </a:t>
            </a:r>
            <a:r>
              <a:rPr lang="ko-KR" altLang="en-US" dirty="0"/>
              <a:t>감소 문제 해결 </a:t>
            </a:r>
            <a:r>
              <a:rPr lang="en-US" altLang="ko-KR" dirty="0"/>
              <a:t>(LR=1e-3 </a:t>
            </a:r>
            <a:r>
              <a:rPr lang="ko-KR" altLang="en-US" dirty="0"/>
              <a:t>→ </a:t>
            </a:r>
            <a:r>
              <a:rPr lang="en-US" altLang="ko-KR" dirty="0"/>
              <a:t>1e-5)</a:t>
            </a:r>
          </a:p>
          <a:p>
            <a:pPr lvl="1"/>
            <a:r>
              <a:rPr lang="en-US" altLang="ko-KR" dirty="0"/>
              <a:t>LR=1e-3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LR=1e-5</a:t>
            </a:r>
          </a:p>
          <a:p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144050E-3C32-05C7-2F1F-5BF80EBFDBE5}"/>
              </a:ext>
            </a:extLst>
          </p:cNvPr>
          <p:cNvGrpSpPr/>
          <p:nvPr/>
        </p:nvGrpSpPr>
        <p:grpSpPr>
          <a:xfrm>
            <a:off x="3795135" y="1637067"/>
            <a:ext cx="7609465" cy="4394833"/>
            <a:chOff x="1837507" y="1429810"/>
            <a:chExt cx="8640000" cy="499001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361EBFA-B032-BCEB-0244-3804A0418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243"/>
            <a:stretch>
              <a:fillRect/>
            </a:stretch>
          </p:blipFill>
          <p:spPr>
            <a:xfrm>
              <a:off x="1837507" y="4040778"/>
              <a:ext cx="8640000" cy="237904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C1F76F2-7F9F-2ED4-E56F-E3607787B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330"/>
            <a:stretch>
              <a:fillRect/>
            </a:stretch>
          </p:blipFill>
          <p:spPr>
            <a:xfrm>
              <a:off x="1837507" y="1429810"/>
              <a:ext cx="8640000" cy="2376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6511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1551-0185-B989-EE9B-1153FE60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6D37E-B0BF-A75E-DC64-E49A41811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43094-D4CF-C610-1489-4B634738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F00A767-00DE-1698-7A50-5D4625A2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Train/Valid Loss </a:t>
            </a:r>
            <a:r>
              <a:rPr lang="ko-KR" altLang="en-US" dirty="0"/>
              <a:t>증가</a:t>
            </a:r>
            <a:r>
              <a:rPr lang="en-US" altLang="ko-KR" dirty="0"/>
              <a:t>, AUC </a:t>
            </a:r>
            <a:r>
              <a:rPr lang="ko-KR" altLang="en-US" dirty="0"/>
              <a:t>감소 문제 해결 </a:t>
            </a:r>
            <a:r>
              <a:rPr lang="en-US" altLang="ko-KR" dirty="0"/>
              <a:t>(Epoch </a:t>
            </a:r>
            <a:r>
              <a:rPr lang="ko-KR" altLang="en-US" dirty="0"/>
              <a:t>변경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LR=1e-5, Epoch=500</a:t>
            </a:r>
          </a:p>
          <a:p>
            <a:pPr lvl="1"/>
            <a:r>
              <a:rPr lang="en-US" altLang="ko-KR" dirty="0"/>
              <a:t>Loss Function: </a:t>
            </a:r>
            <a:r>
              <a:rPr lang="en-US" altLang="ko-KR" dirty="0" err="1"/>
              <a:t>BCELossWithLogits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ko-KR" altLang="ko-KR" dirty="0" err="1"/>
              <a:t>FocalLossWithLogits</a:t>
            </a:r>
            <a:endParaRPr lang="ko-KR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0CFAC30-FD17-A78A-5D37-FC45D3C66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6"/>
          <a:stretch>
            <a:fillRect/>
          </a:stretch>
        </p:blipFill>
        <p:spPr>
          <a:xfrm>
            <a:off x="831356" y="2966259"/>
            <a:ext cx="10529287" cy="289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4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BFC9-51E2-AB85-9D54-C2C22708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118BF-807F-FA8F-AE65-B17621BC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1E3DB8-5DB7-8130-A5F7-0FE55256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15858-8AAA-B0D1-31BC-8DC9F5F703F4}"/>
              </a:ext>
            </a:extLst>
          </p:cNvPr>
          <p:cNvSpPr txBox="1"/>
          <p:nvPr/>
        </p:nvSpPr>
        <p:spPr>
          <a:xfrm>
            <a:off x="457200" y="978408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데이터셋 구성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76532725-BB7F-A994-BD44-CCE8E63D540F}"/>
              </a:ext>
            </a:extLst>
          </p:cNvPr>
          <p:cNvSpPr/>
          <p:nvPr/>
        </p:nvSpPr>
        <p:spPr>
          <a:xfrm>
            <a:off x="457200" y="1298448"/>
            <a:ext cx="493776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4A1E84C-80DE-3898-C2E3-49574E53DE23}"/>
              </a:ext>
            </a:extLst>
          </p:cNvPr>
          <p:cNvGrpSpPr/>
          <p:nvPr/>
        </p:nvGrpSpPr>
        <p:grpSpPr>
          <a:xfrm>
            <a:off x="457200" y="1344168"/>
            <a:ext cx="4937760" cy="1499616"/>
            <a:chOff x="457200" y="1344168"/>
            <a:chExt cx="4983480" cy="1499616"/>
          </a:xfrm>
        </p:grpSpPr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910FF2CB-699F-AA11-3A1A-6007BA68F704}"/>
                </a:ext>
              </a:extLst>
            </p:cNvPr>
            <p:cNvSpPr/>
            <p:nvPr/>
          </p:nvSpPr>
          <p:spPr>
            <a:xfrm>
              <a:off x="457200" y="1344168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1AA78F8-46DD-154A-210A-E54307FAC1BE}"/>
                </a:ext>
              </a:extLst>
            </p:cNvPr>
            <p:cNvSpPr txBox="1"/>
            <p:nvPr/>
          </p:nvSpPr>
          <p:spPr>
            <a:xfrm>
              <a:off x="457200" y="134416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구분</a:t>
              </a:r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2051ACBF-5489-34C3-BABD-A85935D20ACB}"/>
                </a:ext>
              </a:extLst>
            </p:cNvPr>
            <p:cNvSpPr/>
            <p:nvPr/>
          </p:nvSpPr>
          <p:spPr>
            <a:xfrm>
              <a:off x="1417320" y="1344168"/>
              <a:ext cx="12801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F0CB7E-3F87-5F60-92EE-CD3415C06800}"/>
                </a:ext>
              </a:extLst>
            </p:cNvPr>
            <p:cNvSpPr txBox="1"/>
            <p:nvPr/>
          </p:nvSpPr>
          <p:spPr>
            <a:xfrm>
              <a:off x="1417320" y="1344168"/>
              <a:ext cx="12801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남성(M)</a:t>
              </a:r>
            </a:p>
          </p:txBody>
        </p:sp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3E55CDE2-535E-EE14-A374-27942D06D60E}"/>
                </a:ext>
              </a:extLst>
            </p:cNvPr>
            <p:cNvSpPr/>
            <p:nvPr/>
          </p:nvSpPr>
          <p:spPr>
            <a:xfrm>
              <a:off x="2743200" y="1344168"/>
              <a:ext cx="12801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FDB69A-91F3-A933-B97B-B0F2DB764574}"/>
                </a:ext>
              </a:extLst>
            </p:cNvPr>
            <p:cNvSpPr txBox="1"/>
            <p:nvPr/>
          </p:nvSpPr>
          <p:spPr>
            <a:xfrm>
              <a:off x="2743200" y="1344168"/>
              <a:ext cx="12801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여성(F)</a:t>
              </a: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84161723-1104-D515-79A4-4ADE9FB86B08}"/>
                </a:ext>
              </a:extLst>
            </p:cNvPr>
            <p:cNvSpPr/>
            <p:nvPr/>
          </p:nvSpPr>
          <p:spPr>
            <a:xfrm>
              <a:off x="4069080" y="1344168"/>
              <a:ext cx="13716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B79EC91-3F72-6523-D29C-E41C310D4A8E}"/>
                </a:ext>
              </a:extLst>
            </p:cNvPr>
            <p:cNvSpPr txBox="1"/>
            <p:nvPr/>
          </p:nvSpPr>
          <p:spPr>
            <a:xfrm>
              <a:off x="4069080" y="1344168"/>
              <a:ext cx="13716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합계</a:t>
              </a:r>
            </a:p>
          </p:txBody>
        </p:sp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323659E3-BE9E-4DF1-B00A-FED0384C36DC}"/>
                </a:ext>
              </a:extLst>
            </p:cNvPr>
            <p:cNvSpPr/>
            <p:nvPr/>
          </p:nvSpPr>
          <p:spPr>
            <a:xfrm>
              <a:off x="457200" y="1636776"/>
              <a:ext cx="91440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12AB6C-77DF-3E19-61EE-D4897FAFEEA5}"/>
                </a:ext>
              </a:extLst>
            </p:cNvPr>
            <p:cNvSpPr txBox="1"/>
            <p:nvPr/>
          </p:nvSpPr>
          <p:spPr>
            <a:xfrm>
              <a:off x="457200" y="1636776"/>
              <a:ext cx="91440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Train</a:t>
              </a:r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8B4802BE-5F2E-62BB-C35C-07FE480E2F25}"/>
                </a:ext>
              </a:extLst>
            </p:cNvPr>
            <p:cNvSpPr/>
            <p:nvPr/>
          </p:nvSpPr>
          <p:spPr>
            <a:xfrm>
              <a:off x="1417320" y="1636776"/>
              <a:ext cx="128016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EF36CD-2FD2-0EE2-68EF-F61FAB0C3666}"/>
                </a:ext>
              </a:extLst>
            </p:cNvPr>
            <p:cNvSpPr txBox="1"/>
            <p:nvPr/>
          </p:nvSpPr>
          <p:spPr>
            <a:xfrm>
              <a:off x="1417320" y="1636776"/>
              <a:ext cx="128016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324 (Sarco 15.4%)</a:t>
              </a:r>
            </a:p>
          </p:txBody>
        </p:sp>
        <p:sp>
          <p:nvSpPr>
            <p:cNvPr id="25" name="Rectangle 19">
              <a:extLst>
                <a:ext uri="{FF2B5EF4-FFF2-40B4-BE49-F238E27FC236}">
                  <a16:creationId xmlns:a16="http://schemas.microsoft.com/office/drawing/2014/main" id="{DAFE5EB6-9F2C-C127-47F4-A8FDD65C8803}"/>
                </a:ext>
              </a:extLst>
            </p:cNvPr>
            <p:cNvSpPr/>
            <p:nvPr/>
          </p:nvSpPr>
          <p:spPr>
            <a:xfrm>
              <a:off x="2743200" y="1636776"/>
              <a:ext cx="128016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B75DEB4-D048-4E36-3A03-A266DCB1995F}"/>
                </a:ext>
              </a:extLst>
            </p:cNvPr>
            <p:cNvSpPr txBox="1"/>
            <p:nvPr/>
          </p:nvSpPr>
          <p:spPr>
            <a:xfrm>
              <a:off x="2743200" y="1636776"/>
              <a:ext cx="128016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590 (Sarco 7.8%)</a:t>
              </a:r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DA56369F-2E0D-DC8D-3438-AC86814CD668}"/>
                </a:ext>
              </a:extLst>
            </p:cNvPr>
            <p:cNvSpPr/>
            <p:nvPr/>
          </p:nvSpPr>
          <p:spPr>
            <a:xfrm>
              <a:off x="4069080" y="1636776"/>
              <a:ext cx="137160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0470D48-0A46-01BC-DA97-856D328FF9BD}"/>
                </a:ext>
              </a:extLst>
            </p:cNvPr>
            <p:cNvSpPr txBox="1"/>
            <p:nvPr/>
          </p:nvSpPr>
          <p:spPr>
            <a:xfrm>
              <a:off x="4069080" y="1636776"/>
              <a:ext cx="137160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914 (Sarco 10.5%)</a:t>
              </a:r>
            </a:p>
          </p:txBody>
        </p: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FF752057-02AA-48EA-1CB8-3E978F78C675}"/>
                </a:ext>
              </a:extLst>
            </p:cNvPr>
            <p:cNvSpPr/>
            <p:nvPr/>
          </p:nvSpPr>
          <p:spPr>
            <a:xfrm>
              <a:off x="457200" y="1975104"/>
              <a:ext cx="91440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2EC9FA-A4CA-38D4-5CA9-C3A3C48938D6}"/>
                </a:ext>
              </a:extLst>
            </p:cNvPr>
            <p:cNvSpPr txBox="1"/>
            <p:nvPr/>
          </p:nvSpPr>
          <p:spPr>
            <a:xfrm>
              <a:off x="457200" y="1975104"/>
              <a:ext cx="91440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Test</a:t>
              </a:r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5FA36F5E-2F62-B138-0777-9BC2B313C666}"/>
                </a:ext>
              </a:extLst>
            </p:cNvPr>
            <p:cNvSpPr/>
            <p:nvPr/>
          </p:nvSpPr>
          <p:spPr>
            <a:xfrm>
              <a:off x="1417320" y="1975104"/>
              <a:ext cx="128016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311C20-62EB-A938-F4B2-F94CC0DC119A}"/>
                </a:ext>
              </a:extLst>
            </p:cNvPr>
            <p:cNvSpPr txBox="1"/>
            <p:nvPr/>
          </p:nvSpPr>
          <p:spPr>
            <a:xfrm>
              <a:off x="1417320" y="1975104"/>
              <a:ext cx="128016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82  (Sarco 15.9%)</a:t>
              </a:r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186741E9-BA85-AB06-47F0-950479E30E05}"/>
                </a:ext>
              </a:extLst>
            </p:cNvPr>
            <p:cNvSpPr/>
            <p:nvPr/>
          </p:nvSpPr>
          <p:spPr>
            <a:xfrm>
              <a:off x="2743200" y="1975104"/>
              <a:ext cx="128016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8996AB-C1ED-B5FE-4467-BE0A1623B5A8}"/>
                </a:ext>
              </a:extLst>
            </p:cNvPr>
            <p:cNvSpPr txBox="1"/>
            <p:nvPr/>
          </p:nvSpPr>
          <p:spPr>
            <a:xfrm>
              <a:off x="2743200" y="1975104"/>
              <a:ext cx="128016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147 (Sarco 7.5%)</a:t>
              </a:r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071EE49D-7F34-CE69-AED1-131F61AC13D7}"/>
                </a:ext>
              </a:extLst>
            </p:cNvPr>
            <p:cNvSpPr/>
            <p:nvPr/>
          </p:nvSpPr>
          <p:spPr>
            <a:xfrm>
              <a:off x="4069080" y="1975104"/>
              <a:ext cx="137160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57D34FD-2765-BC3B-5F35-8EA7516012F0}"/>
                </a:ext>
              </a:extLst>
            </p:cNvPr>
            <p:cNvSpPr txBox="1"/>
            <p:nvPr/>
          </p:nvSpPr>
          <p:spPr>
            <a:xfrm>
              <a:off x="4069080" y="1975104"/>
              <a:ext cx="137160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229 (Sarco 10.5%)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2D5ECD-0358-116B-1D88-929D72B58D79}"/>
                </a:ext>
              </a:extLst>
            </p:cNvPr>
            <p:cNvSpPr txBox="1"/>
            <p:nvPr/>
          </p:nvSpPr>
          <p:spPr>
            <a:xfrm>
              <a:off x="457200" y="2331720"/>
              <a:ext cx="49377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1">
                  <a:solidFill>
                    <a:srgbClr val="9EA3AB"/>
                  </a:solidFill>
                  <a:latin typeface="맑은 고딕"/>
                </a:rPr>
                <a:t>연령: 56.95±11.86세  |  BMI: 23.58±3.17 kg/m²  |  Train:Test = 8:2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C12A07-59A9-088A-9F7E-348329A894BE}"/>
                </a:ext>
              </a:extLst>
            </p:cNvPr>
            <p:cNvSpPr txBox="1"/>
            <p:nvPr/>
          </p:nvSpPr>
          <p:spPr>
            <a:xfrm>
              <a:off x="457200" y="2587752"/>
              <a:ext cx="49377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1">
                  <a:solidFill>
                    <a:srgbClr val="9EA3AB"/>
                  </a:solidFill>
                  <a:latin typeface="맑은 고딕"/>
                </a:rPr>
                <a:t>AEC_LEN=128  |  AEC_SHEET='aec_128'  |  SEED=42  |  EPOCHS=500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DF68B58-AB12-9FD2-03AD-C9D46BD49431}"/>
              </a:ext>
            </a:extLst>
          </p:cNvPr>
          <p:cNvSpPr txBox="1"/>
          <p:nvPr/>
        </p:nvSpPr>
        <p:spPr>
          <a:xfrm>
            <a:off x="457200" y="3758184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AEC 전처리 변환 4종  (AEC_VARIANTS)</a:t>
            </a: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010E8CB9-123D-3769-EABE-8183138E9198}"/>
              </a:ext>
            </a:extLst>
          </p:cNvPr>
          <p:cNvSpPr/>
          <p:nvPr/>
        </p:nvSpPr>
        <p:spPr>
          <a:xfrm>
            <a:off x="457200" y="4078224"/>
            <a:ext cx="493776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14D531-1997-9D4E-13B0-5FDFC40EF4C9}"/>
              </a:ext>
            </a:extLst>
          </p:cNvPr>
          <p:cNvSpPr txBox="1"/>
          <p:nvPr/>
        </p:nvSpPr>
        <p:spPr>
          <a:xfrm>
            <a:off x="457200" y="4160520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raw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03A691-9C29-9608-5922-842C3AD7A6EC}"/>
              </a:ext>
            </a:extLst>
          </p:cNvPr>
          <p:cNvSpPr txBox="1"/>
          <p:nvPr/>
        </p:nvSpPr>
        <p:spPr>
          <a:xfrm>
            <a:off x="1965960" y="4160520"/>
            <a:ext cx="3383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전처리 없음 — 원본 AEC 절대값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4225D8-69D9-7EB1-62C9-71F55BEF0FEC}"/>
              </a:ext>
            </a:extLst>
          </p:cNvPr>
          <p:cNvSpPr txBox="1"/>
          <p:nvPr/>
        </p:nvSpPr>
        <p:spPr>
          <a:xfrm>
            <a:off x="457200" y="4636008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std_scaled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9B1C57-18CC-D862-9802-AFEC7EC5473E}"/>
              </a:ext>
            </a:extLst>
          </p:cNvPr>
          <p:cNvSpPr txBox="1"/>
          <p:nvPr/>
        </p:nvSpPr>
        <p:spPr>
          <a:xfrm>
            <a:off x="1965960" y="4636008"/>
            <a:ext cx="3383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열 방향 StandardScaler (포지션별 표준화)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3B76ED-F26B-E01F-8E24-CE7A926C2B41}"/>
              </a:ext>
            </a:extLst>
          </p:cNvPr>
          <p:cNvSpPr txBox="1"/>
          <p:nvPr/>
        </p:nvSpPr>
        <p:spPr>
          <a:xfrm>
            <a:off x="457200" y="5111496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norm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49B8DB-87B8-4175-AAF6-C22AB961EB68}"/>
              </a:ext>
            </a:extLst>
          </p:cNvPr>
          <p:cNvSpPr txBox="1"/>
          <p:nvPr/>
        </p:nvSpPr>
        <p:spPr>
          <a:xfrm>
            <a:off x="1965960" y="5111496"/>
            <a:ext cx="3383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행 방향 z-score (환자별 절대 선량 제거)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170236-9E8D-ECF8-3AE2-0D6190CDD811}"/>
              </a:ext>
            </a:extLst>
          </p:cNvPr>
          <p:cNvSpPr txBox="1"/>
          <p:nvPr/>
        </p:nvSpPr>
        <p:spPr>
          <a:xfrm>
            <a:off x="457200" y="5586983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global_zscore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64554A-5791-6414-D856-D50FE91F17C1}"/>
              </a:ext>
            </a:extLst>
          </p:cNvPr>
          <p:cNvSpPr txBox="1"/>
          <p:nvPr/>
        </p:nvSpPr>
        <p:spPr>
          <a:xfrm>
            <a:off x="1965960" y="5586983"/>
            <a:ext cx="3383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Train 전체 단일 μ/σ 기반 전역 z-score</a:t>
            </a:r>
          </a:p>
        </p:txBody>
      </p:sp>
      <p:sp>
        <p:nvSpPr>
          <p:cNvPr id="50" name="Rectangle 44">
            <a:extLst>
              <a:ext uri="{FF2B5EF4-FFF2-40B4-BE49-F238E27FC236}">
                <a16:creationId xmlns:a16="http://schemas.microsoft.com/office/drawing/2014/main" id="{DC0683A8-BC5B-D386-5B83-6E7748C650EA}"/>
              </a:ext>
            </a:extLst>
          </p:cNvPr>
          <p:cNvSpPr/>
          <p:nvPr/>
        </p:nvSpPr>
        <p:spPr>
          <a:xfrm>
            <a:off x="5715000" y="905256"/>
            <a:ext cx="6172200" cy="3026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8109D9-87AA-3413-7181-54F4AA50314E}"/>
              </a:ext>
            </a:extLst>
          </p:cNvPr>
          <p:cNvSpPr txBox="1"/>
          <p:nvPr/>
        </p:nvSpPr>
        <p:spPr>
          <a:xfrm>
            <a:off x="5897880" y="978408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모델 구성</a:t>
            </a:r>
          </a:p>
        </p:txBody>
      </p:sp>
      <p:sp>
        <p:nvSpPr>
          <p:cNvPr id="52" name="Rectangle 46">
            <a:extLst>
              <a:ext uri="{FF2B5EF4-FFF2-40B4-BE49-F238E27FC236}">
                <a16:creationId xmlns:a16="http://schemas.microsoft.com/office/drawing/2014/main" id="{AAFD545F-4D14-3834-6EA0-A84081CA9A60}"/>
              </a:ext>
            </a:extLst>
          </p:cNvPr>
          <p:cNvSpPr/>
          <p:nvPr/>
        </p:nvSpPr>
        <p:spPr>
          <a:xfrm>
            <a:off x="5897880" y="1298448"/>
            <a:ext cx="580644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88C45B48-E48A-279F-C905-932617EBBF96}"/>
              </a:ext>
            </a:extLst>
          </p:cNvPr>
          <p:cNvGrpSpPr/>
          <p:nvPr/>
        </p:nvGrpSpPr>
        <p:grpSpPr>
          <a:xfrm>
            <a:off x="5806440" y="1380744"/>
            <a:ext cx="5760720" cy="2377440"/>
            <a:chOff x="5806440" y="1380744"/>
            <a:chExt cx="5760720" cy="3493008"/>
          </a:xfrm>
        </p:grpSpPr>
        <p:sp>
          <p:nvSpPr>
            <p:cNvPr id="53" name="Rectangle 47">
              <a:extLst>
                <a:ext uri="{FF2B5EF4-FFF2-40B4-BE49-F238E27FC236}">
                  <a16:creationId xmlns:a16="http://schemas.microsoft.com/office/drawing/2014/main" id="{D385B709-FCEF-652A-78E1-1EE3C3F0959B}"/>
                </a:ext>
              </a:extLst>
            </p:cNvPr>
            <p:cNvSpPr/>
            <p:nvPr/>
          </p:nvSpPr>
          <p:spPr>
            <a:xfrm>
              <a:off x="5806440" y="1380744"/>
              <a:ext cx="73152" cy="749808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E46D908-FFF9-1F64-071B-38A178E8DD54}"/>
                </a:ext>
              </a:extLst>
            </p:cNvPr>
            <p:cNvSpPr txBox="1"/>
            <p:nvPr/>
          </p:nvSpPr>
          <p:spPr>
            <a:xfrm>
              <a:off x="5943600" y="1399032"/>
              <a:ext cx="56235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0F6BBF"/>
                  </a:solidFill>
                  <a:latin typeface="맑은 고딕"/>
                </a:rPr>
                <a:t>Model 1 — Baseline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6445E11-FF46-F05D-6D9A-D26486BBC0F4}"/>
                </a:ext>
              </a:extLst>
            </p:cNvPr>
            <p:cNvSpPr txBox="1"/>
            <p:nvPr/>
          </p:nvSpPr>
          <p:spPr>
            <a:xfrm>
              <a:off x="5943600" y="1700784"/>
              <a:ext cx="56235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Age, Sex, BMI → Logistic Regression</a:t>
              </a:r>
            </a:p>
          </p:txBody>
        </p:sp>
        <p:sp>
          <p:nvSpPr>
            <p:cNvPr id="56" name="Rectangle 50">
              <a:extLst>
                <a:ext uri="{FF2B5EF4-FFF2-40B4-BE49-F238E27FC236}">
                  <a16:creationId xmlns:a16="http://schemas.microsoft.com/office/drawing/2014/main" id="{A95E206F-651E-B768-3BE0-312C418EB78A}"/>
                </a:ext>
              </a:extLst>
            </p:cNvPr>
            <p:cNvSpPr/>
            <p:nvPr/>
          </p:nvSpPr>
          <p:spPr>
            <a:xfrm>
              <a:off x="5806440" y="2295144"/>
              <a:ext cx="73152" cy="749808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2399416-BC58-F6F0-2B15-BAC2F700BC08}"/>
                </a:ext>
              </a:extLst>
            </p:cNvPr>
            <p:cNvSpPr txBox="1"/>
            <p:nvPr/>
          </p:nvSpPr>
          <p:spPr>
            <a:xfrm>
              <a:off x="5943600" y="2313432"/>
              <a:ext cx="56235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0F9B8A"/>
                  </a:solidFill>
                  <a:latin typeface="맑은 고딕"/>
                </a:rPr>
                <a:t>Model 2 — AEC Matched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96EEA99-2250-3AA8-25C1-D7DE1631C8E6}"/>
                </a:ext>
              </a:extLst>
            </p:cNvPr>
            <p:cNvSpPr txBox="1"/>
            <p:nvPr/>
          </p:nvSpPr>
          <p:spPr>
            <a:xfrm>
              <a:off x="5943600" y="2615184"/>
              <a:ext cx="56235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Clinic + AEC(동일환자) → CrossAttention</a:t>
              </a:r>
            </a:p>
          </p:txBody>
        </p:sp>
        <p:sp>
          <p:nvSpPr>
            <p:cNvPr id="59" name="Rectangle 53">
              <a:extLst>
                <a:ext uri="{FF2B5EF4-FFF2-40B4-BE49-F238E27FC236}">
                  <a16:creationId xmlns:a16="http://schemas.microsoft.com/office/drawing/2014/main" id="{A29C30A6-6DD4-1455-C07F-ACD815F57DFA}"/>
                </a:ext>
              </a:extLst>
            </p:cNvPr>
            <p:cNvSpPr/>
            <p:nvPr/>
          </p:nvSpPr>
          <p:spPr>
            <a:xfrm>
              <a:off x="5806440" y="3209544"/>
              <a:ext cx="73152" cy="749808"/>
            </a:xfrm>
            <a:prstGeom prst="rect">
              <a:avLst/>
            </a:prstGeom>
            <a:solidFill>
              <a:srgbClr val="9EA3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1549C38-8A7E-546D-F6EE-BF3C5896005F}"/>
                </a:ext>
              </a:extLst>
            </p:cNvPr>
            <p:cNvSpPr txBox="1"/>
            <p:nvPr/>
          </p:nvSpPr>
          <p:spPr>
            <a:xfrm>
              <a:off x="5943600" y="3227832"/>
              <a:ext cx="56235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9EA3AB"/>
                  </a:solidFill>
                  <a:latin typeface="맑은 고딕"/>
                </a:rPr>
                <a:t>Model 2_2 — AEC Unmatched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99EEAA6-231D-E93E-D2E5-DAE0D71904DF}"/>
                </a:ext>
              </a:extLst>
            </p:cNvPr>
            <p:cNvSpPr txBox="1"/>
            <p:nvPr/>
          </p:nvSpPr>
          <p:spPr>
            <a:xfrm>
              <a:off x="5943600" y="3529584"/>
              <a:ext cx="56235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Clinic + AEC(다른환자) → 음성 대조군</a:t>
              </a:r>
            </a:p>
          </p:txBody>
        </p:sp>
        <p:sp>
          <p:nvSpPr>
            <p:cNvPr id="62" name="Rectangle 56">
              <a:extLst>
                <a:ext uri="{FF2B5EF4-FFF2-40B4-BE49-F238E27FC236}">
                  <a16:creationId xmlns:a16="http://schemas.microsoft.com/office/drawing/2014/main" id="{D8C5862F-C853-4AA8-9597-E7C1647288CC}"/>
                </a:ext>
              </a:extLst>
            </p:cNvPr>
            <p:cNvSpPr/>
            <p:nvPr/>
          </p:nvSpPr>
          <p:spPr>
            <a:xfrm>
              <a:off x="5806440" y="4123944"/>
              <a:ext cx="73152" cy="749808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6E5404A-8FBF-A201-193E-CE038F507494}"/>
                </a:ext>
              </a:extLst>
            </p:cNvPr>
            <p:cNvSpPr txBox="1"/>
            <p:nvPr/>
          </p:nvSpPr>
          <p:spPr>
            <a:xfrm>
              <a:off x="5943600" y="4142232"/>
              <a:ext cx="56235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E87400"/>
                  </a:solidFill>
                  <a:latin typeface="맑은 고딕"/>
                </a:rPr>
                <a:t>Model 3 — Scanner+AEC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FBEF42C-38E5-4450-C7AF-C021157E991F}"/>
                </a:ext>
              </a:extLst>
            </p:cNvPr>
            <p:cNvSpPr txBox="1"/>
            <p:nvPr/>
          </p:nvSpPr>
          <p:spPr>
            <a:xfrm>
              <a:off x="5943600" y="4443984"/>
              <a:ext cx="56235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Clinic + MFR + AEC → CrossAttention3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8C6EEC58-796A-5A11-6B5F-A1C6F2723635}"/>
              </a:ext>
            </a:extLst>
          </p:cNvPr>
          <p:cNvSpPr txBox="1"/>
          <p:nvPr/>
        </p:nvSpPr>
        <p:spPr>
          <a:xfrm>
            <a:off x="5897880" y="3783246"/>
            <a:ext cx="5806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AEC Mode 구성</a:t>
            </a:r>
          </a:p>
        </p:txBody>
      </p:sp>
      <p:sp>
        <p:nvSpPr>
          <p:cNvPr id="67" name="Rectangle 61">
            <a:extLst>
              <a:ext uri="{FF2B5EF4-FFF2-40B4-BE49-F238E27FC236}">
                <a16:creationId xmlns:a16="http://schemas.microsoft.com/office/drawing/2014/main" id="{2C1EB203-54C1-43E7-0112-A1F4069510D8}"/>
              </a:ext>
            </a:extLst>
          </p:cNvPr>
          <p:cNvSpPr/>
          <p:nvPr/>
        </p:nvSpPr>
        <p:spPr>
          <a:xfrm>
            <a:off x="5897880" y="4075854"/>
            <a:ext cx="5806440" cy="3657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C5EFE9-334D-91C4-607D-46CA797F2ED6}"/>
              </a:ext>
            </a:extLst>
          </p:cNvPr>
          <p:cNvSpPr txBox="1"/>
          <p:nvPr/>
        </p:nvSpPr>
        <p:spPr>
          <a:xfrm>
            <a:off x="5897879" y="4167294"/>
            <a:ext cx="1224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맑은 고딕"/>
              </a:rPr>
              <a:t>raw128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D8BD27-1CD9-AE8F-4369-ABC84BF62632}"/>
              </a:ext>
            </a:extLst>
          </p:cNvPr>
          <p:cNvSpPr txBox="1"/>
          <p:nvPr/>
        </p:nvSpPr>
        <p:spPr>
          <a:xfrm>
            <a:off x="7132320" y="4167294"/>
            <a:ext cx="47548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aec_len=128, aec_sheet='aec_128', crop_points=None — 전체 128pt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AD2D77-F283-E799-B807-8D74C5F8F4CD}"/>
              </a:ext>
            </a:extLst>
          </p:cNvPr>
          <p:cNvSpPr txBox="1"/>
          <p:nvPr/>
        </p:nvSpPr>
        <p:spPr>
          <a:xfrm>
            <a:off x="5897879" y="4543060"/>
            <a:ext cx="1224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맑은 고딕"/>
              </a:rPr>
              <a:t>crop80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EEE071-D3FD-4C65-CAEC-98C203868641}"/>
              </a:ext>
            </a:extLst>
          </p:cNvPr>
          <p:cNvSpPr txBox="1"/>
          <p:nvPr/>
        </p:nvSpPr>
        <p:spPr>
          <a:xfrm>
            <a:off x="7132320" y="4543060"/>
            <a:ext cx="47548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1A1A2E"/>
                </a:solidFill>
                <a:latin typeface="맑은 고딕"/>
              </a:rPr>
              <a:t>aec_len</a:t>
            </a:r>
            <a:r>
              <a:rPr sz="1150" b="0" i="0" dirty="0">
                <a:solidFill>
                  <a:srgbClr val="1A1A2E"/>
                </a:solidFill>
                <a:latin typeface="맑은 고딕"/>
              </a:rPr>
              <a:t>=128, </a:t>
            </a:r>
            <a:r>
              <a:rPr sz="1150" b="0" i="0" dirty="0" err="1">
                <a:solidFill>
                  <a:srgbClr val="1A1A2E"/>
                </a:solidFill>
                <a:latin typeface="맑은 고딕"/>
              </a:rPr>
              <a:t>aec_sheet</a:t>
            </a:r>
            <a:r>
              <a:rPr sz="1150" b="0" i="0" dirty="0">
                <a:solidFill>
                  <a:srgbClr val="1A1A2E"/>
                </a:solidFill>
                <a:latin typeface="맑은 고딕"/>
              </a:rPr>
              <a:t>='aec_128', </a:t>
            </a:r>
            <a:r>
              <a:rPr sz="1150" b="0" i="0" dirty="0" err="1">
                <a:solidFill>
                  <a:srgbClr val="1A1A2E"/>
                </a:solidFill>
                <a:latin typeface="맑은 고딕"/>
              </a:rPr>
              <a:t>crop_points</a:t>
            </a:r>
            <a:r>
              <a:rPr sz="1150" b="0" i="0" dirty="0">
                <a:solidFill>
                  <a:srgbClr val="1A1A2E"/>
                </a:solidFill>
                <a:latin typeface="맑은 고딕"/>
              </a:rPr>
              <a:t>=103 — </a:t>
            </a:r>
            <a:r>
              <a:rPr sz="1150" b="0" i="0" dirty="0" err="1">
                <a:solidFill>
                  <a:srgbClr val="1A1A2E"/>
                </a:solidFill>
                <a:latin typeface="맑은 고딕"/>
              </a:rPr>
              <a:t>중앙</a:t>
            </a:r>
            <a:r>
              <a:rPr sz="1150" b="0" i="0" dirty="0">
                <a:solidFill>
                  <a:srgbClr val="1A1A2E"/>
                </a:solidFill>
                <a:latin typeface="맑은 고딕"/>
              </a:rPr>
              <a:t> 80%</a:t>
            </a:r>
          </a:p>
        </p:txBody>
      </p:sp>
    </p:spTree>
    <p:extLst>
      <p:ext uri="{BB962C8B-B14F-4D97-AF65-F5344CB8AC3E}">
        <p14:creationId xmlns:p14="http://schemas.microsoft.com/office/powerpoint/2010/main" val="136745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44898-1EA8-CF07-7E02-26048CE9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BC6F9E0B-D34D-E87C-DDE2-078C95AE131C}"/>
              </a:ext>
            </a:extLst>
          </p:cNvPr>
          <p:cNvGrpSpPr/>
          <p:nvPr/>
        </p:nvGrpSpPr>
        <p:grpSpPr>
          <a:xfrm>
            <a:off x="436254" y="1370230"/>
            <a:ext cx="11319492" cy="4751680"/>
            <a:chOff x="0" y="1497208"/>
            <a:chExt cx="12192000" cy="511794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41C82AF-52AD-27F8-FD09-97C8A2239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55519"/>
              <a:ext cx="12192000" cy="2559629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BD7F0465-BA28-A98D-B03B-D3C0B3646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497208"/>
              <a:ext cx="12192000" cy="2558311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F2BCD2D-7782-9D76-BA25-5330E4D5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AE68D5-46F8-923E-317D-05B78C02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222E321-62CA-171F-C2E6-CDAB810A7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AEC Data Preprocessing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58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9000-7316-306D-594B-BDDD9BD9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60468554-D3BE-BFD5-485A-DDCB3C77EF3B}"/>
              </a:ext>
            </a:extLst>
          </p:cNvPr>
          <p:cNvGrpSpPr/>
          <p:nvPr/>
        </p:nvGrpSpPr>
        <p:grpSpPr>
          <a:xfrm>
            <a:off x="1039091" y="1309142"/>
            <a:ext cx="10113818" cy="5057496"/>
            <a:chOff x="926276" y="1244816"/>
            <a:chExt cx="10139548" cy="507036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8D4F00E-161D-8F01-D354-68404471E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276" y="3805053"/>
              <a:ext cx="10139548" cy="251012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AB61651-B904-8CD7-B326-08B57009B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6276" y="1244816"/>
              <a:ext cx="10139548" cy="2510125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25CA2584-7CFA-260A-5CF6-2CDF260F2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9C4AA-00D2-96D9-907D-C21233B2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2C1A3E8-CDA7-9AF2-4624-215AB6C37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AEC Data Preprocessing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520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1C4B-54E6-011E-EFFD-A2A15D89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B6598-FA5F-E38E-F43F-E69D93D2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73CC87-060F-3656-B804-C3B36565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50" name="Rectangle 44">
            <a:extLst>
              <a:ext uri="{FF2B5EF4-FFF2-40B4-BE49-F238E27FC236}">
                <a16:creationId xmlns:a16="http://schemas.microsoft.com/office/drawing/2014/main" id="{49FACED4-D670-B97D-102A-480DB2ECFD36}"/>
              </a:ext>
            </a:extLst>
          </p:cNvPr>
          <p:cNvSpPr/>
          <p:nvPr/>
        </p:nvSpPr>
        <p:spPr>
          <a:xfrm>
            <a:off x="5715000" y="905256"/>
            <a:ext cx="6172200" cy="3026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7" name="Picture 6" descr="roc_all_models_raw.png">
            <a:extLst>
              <a:ext uri="{FF2B5EF4-FFF2-40B4-BE49-F238E27FC236}">
                <a16:creationId xmlns:a16="http://schemas.microsoft.com/office/drawing/2014/main" id="{4147AD6A-EC88-E138-A303-B7DA07A7D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61" y="828136"/>
            <a:ext cx="4714013" cy="2687252"/>
          </a:xfrm>
          <a:prstGeom prst="rect">
            <a:avLst/>
          </a:prstGeom>
        </p:spPr>
      </p:pic>
      <p:pic>
        <p:nvPicPr>
          <p:cNvPr id="118" name="Picture 9" descr="roc_all_models_std_scaled.png">
            <a:extLst>
              <a:ext uri="{FF2B5EF4-FFF2-40B4-BE49-F238E27FC236}">
                <a16:creationId xmlns:a16="http://schemas.microsoft.com/office/drawing/2014/main" id="{B41A5B79-BE52-F488-A569-BFE4C0C7C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129" y="828135"/>
            <a:ext cx="4714013" cy="2687252"/>
          </a:xfrm>
          <a:prstGeom prst="rect">
            <a:avLst/>
          </a:prstGeom>
        </p:spPr>
      </p:pic>
      <p:pic>
        <p:nvPicPr>
          <p:cNvPr id="119" name="Picture 12" descr="roc_all_models_norm.png">
            <a:extLst>
              <a:ext uri="{FF2B5EF4-FFF2-40B4-BE49-F238E27FC236}">
                <a16:creationId xmlns:a16="http://schemas.microsoft.com/office/drawing/2014/main" id="{04DFC78F-5AA5-C08B-9389-9F9055D3F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61" y="3710095"/>
            <a:ext cx="4714013" cy="2687252"/>
          </a:xfrm>
          <a:prstGeom prst="rect">
            <a:avLst/>
          </a:prstGeom>
        </p:spPr>
      </p:pic>
      <p:pic>
        <p:nvPicPr>
          <p:cNvPr id="120" name="Picture 15" descr="roc_all_models_global_zscore.png">
            <a:extLst>
              <a:ext uri="{FF2B5EF4-FFF2-40B4-BE49-F238E27FC236}">
                <a16:creationId xmlns:a16="http://schemas.microsoft.com/office/drawing/2014/main" id="{0F7351B3-C50D-1072-0706-9FE9F7C3CF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129" y="3717883"/>
            <a:ext cx="4714013" cy="268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94631-A444-AA82-398B-8EE57AF4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87167-EDC6-A2BA-F92D-B57D62A6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88503F-EF3B-C2C4-9775-34AC88D7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0" name="Rectangle 44">
            <a:extLst>
              <a:ext uri="{FF2B5EF4-FFF2-40B4-BE49-F238E27FC236}">
                <a16:creationId xmlns:a16="http://schemas.microsoft.com/office/drawing/2014/main" id="{2646A3CA-7E63-9CC9-B820-D191F45C02C4}"/>
              </a:ext>
            </a:extLst>
          </p:cNvPr>
          <p:cNvSpPr/>
          <p:nvPr/>
        </p:nvSpPr>
        <p:spPr>
          <a:xfrm>
            <a:off x="5715000" y="905256"/>
            <a:ext cx="6172200" cy="3026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내용 개체 틀 2">
            <a:extLst>
              <a:ext uri="{FF2B5EF4-FFF2-40B4-BE49-F238E27FC236}">
                <a16:creationId xmlns:a16="http://schemas.microsoft.com/office/drawing/2014/main" id="{E2CBFED4-945C-5676-1A08-849E44DB7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AEC </a:t>
            </a:r>
            <a:r>
              <a:rPr lang="en-US" altLang="ko-KR" dirty="0" err="1"/>
              <a:t>Varient</a:t>
            </a:r>
            <a:r>
              <a:rPr lang="en-US" altLang="ko-KR" dirty="0"/>
              <a:t> </a:t>
            </a:r>
            <a:r>
              <a:rPr lang="ko-KR" altLang="en-US" dirty="0"/>
              <a:t>성능</a:t>
            </a:r>
            <a:endParaRPr lang="en-US" altLang="ko-KR" dirty="0"/>
          </a:p>
        </p:txBody>
      </p: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A22A27E6-411B-B232-06C7-6CEDA8795A03}"/>
              </a:ext>
            </a:extLst>
          </p:cNvPr>
          <p:cNvGrpSpPr/>
          <p:nvPr/>
        </p:nvGrpSpPr>
        <p:grpSpPr>
          <a:xfrm>
            <a:off x="701040" y="1659310"/>
            <a:ext cx="10789920" cy="3977639"/>
            <a:chOff x="1203960" y="1659310"/>
            <a:chExt cx="10789920" cy="3977639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EE70C73D-ACC2-4B3A-09BB-AEB3B24D8377}"/>
                </a:ext>
              </a:extLst>
            </p:cNvPr>
            <p:cNvSpPr/>
            <p:nvPr/>
          </p:nvSpPr>
          <p:spPr>
            <a:xfrm>
              <a:off x="1203960" y="1659310"/>
              <a:ext cx="11887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6CDC30-E523-FF93-CB11-F2C7092697E4}"/>
                </a:ext>
              </a:extLst>
            </p:cNvPr>
            <p:cNvSpPr txBox="1"/>
            <p:nvPr/>
          </p:nvSpPr>
          <p:spPr>
            <a:xfrm>
              <a:off x="1203960" y="1659310"/>
              <a:ext cx="11887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모델·변환</a:t>
              </a: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58F773D-15AF-9D80-C978-F4253ECEDAC6}"/>
                </a:ext>
              </a:extLst>
            </p:cNvPr>
            <p:cNvSpPr/>
            <p:nvPr/>
          </p:nvSpPr>
          <p:spPr>
            <a:xfrm>
              <a:off x="2438400" y="1659310"/>
              <a:ext cx="10515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855AD7-2278-326A-BCC1-1C2A38A788E5}"/>
                </a:ext>
              </a:extLst>
            </p:cNvPr>
            <p:cNvSpPr txBox="1"/>
            <p:nvPr/>
          </p:nvSpPr>
          <p:spPr>
            <a:xfrm>
              <a:off x="2438400" y="1659310"/>
              <a:ext cx="10515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AUC-ROC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F425C00D-426D-FBEC-773A-FDFB63F05C31}"/>
                </a:ext>
              </a:extLst>
            </p:cNvPr>
            <p:cNvSpPr/>
            <p:nvPr/>
          </p:nvSpPr>
          <p:spPr>
            <a:xfrm>
              <a:off x="3535680" y="1659310"/>
              <a:ext cx="12801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A93C44-23F9-FBE9-3E2B-BDCE9F071F87}"/>
                </a:ext>
              </a:extLst>
            </p:cNvPr>
            <p:cNvSpPr txBox="1"/>
            <p:nvPr/>
          </p:nvSpPr>
          <p:spPr>
            <a:xfrm>
              <a:off x="3535680" y="1659310"/>
              <a:ext cx="12801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CI AUC</a:t>
              </a: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5A06A9FE-F111-FBD8-09AC-A6A7DB35802F}"/>
                </a:ext>
              </a:extLst>
            </p:cNvPr>
            <p:cNvSpPr/>
            <p:nvPr/>
          </p:nvSpPr>
          <p:spPr>
            <a:xfrm>
              <a:off x="4861560" y="1659310"/>
              <a:ext cx="9601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FDB5A5-DB4B-68A2-B533-C899315C6A07}"/>
                </a:ext>
              </a:extLst>
            </p:cNvPr>
            <p:cNvSpPr txBox="1"/>
            <p:nvPr/>
          </p:nvSpPr>
          <p:spPr>
            <a:xfrm>
              <a:off x="4861560" y="1659310"/>
              <a:ext cx="9601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02A72DAA-5EF6-ABF0-3228-A939D967F7AD}"/>
                </a:ext>
              </a:extLst>
            </p:cNvPr>
            <p:cNvSpPr/>
            <p:nvPr/>
          </p:nvSpPr>
          <p:spPr>
            <a:xfrm>
              <a:off x="5867400" y="1659310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62DCB4-B915-A1B7-78AA-4842968CBE17}"/>
                </a:ext>
              </a:extLst>
            </p:cNvPr>
            <p:cNvSpPr txBox="1"/>
            <p:nvPr/>
          </p:nvSpPr>
          <p:spPr>
            <a:xfrm>
              <a:off x="5867400" y="1659310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247A1AF4-4F31-4636-8EA2-7605862E347B}"/>
                </a:ext>
              </a:extLst>
            </p:cNvPr>
            <p:cNvSpPr/>
            <p:nvPr/>
          </p:nvSpPr>
          <p:spPr>
            <a:xfrm>
              <a:off x="6827520" y="1659310"/>
              <a:ext cx="11887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4C1268-9E1D-EA97-B2E2-9E0369C83071}"/>
                </a:ext>
              </a:extLst>
            </p:cNvPr>
            <p:cNvSpPr txBox="1"/>
            <p:nvPr/>
          </p:nvSpPr>
          <p:spPr>
            <a:xfrm>
              <a:off x="6827520" y="1659310"/>
              <a:ext cx="11887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vs M1 ΔAUC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68D72A9B-6E13-1408-7954-28B1CF186A21}"/>
                </a:ext>
              </a:extLst>
            </p:cNvPr>
            <p:cNvSpPr/>
            <p:nvPr/>
          </p:nvSpPr>
          <p:spPr>
            <a:xfrm>
              <a:off x="8061960" y="1659310"/>
              <a:ext cx="146304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BC075A-DEC4-DF5B-555E-A5198242B9A4}"/>
                </a:ext>
              </a:extLst>
            </p:cNvPr>
            <p:cNvSpPr txBox="1"/>
            <p:nvPr/>
          </p:nvSpPr>
          <p:spPr>
            <a:xfrm>
              <a:off x="8061960" y="1659310"/>
              <a:ext cx="14630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vs M1 CV Δ</a:t>
              </a: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0083E282-739C-B957-CFCA-2492F9EABD09}"/>
                </a:ext>
              </a:extLst>
            </p:cNvPr>
            <p:cNvSpPr/>
            <p:nvPr/>
          </p:nvSpPr>
          <p:spPr>
            <a:xfrm>
              <a:off x="9570720" y="1659310"/>
              <a:ext cx="11430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FE36990-E105-2E32-0C58-EA338E4F65F3}"/>
                </a:ext>
              </a:extLst>
            </p:cNvPr>
            <p:cNvSpPr txBox="1"/>
            <p:nvPr/>
          </p:nvSpPr>
          <p:spPr>
            <a:xfrm>
              <a:off x="9570720" y="1659310"/>
              <a:ext cx="1143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M1vM2 p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243E65C9-24CA-F0DC-EF9E-593B1A5EB274}"/>
                </a:ext>
              </a:extLst>
            </p:cNvPr>
            <p:cNvSpPr/>
            <p:nvPr/>
          </p:nvSpPr>
          <p:spPr>
            <a:xfrm>
              <a:off x="10759440" y="1659310"/>
              <a:ext cx="123444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C1BD7A7-1A58-CD13-42D4-670273900F6A}"/>
                </a:ext>
              </a:extLst>
            </p:cNvPr>
            <p:cNvSpPr txBox="1"/>
            <p:nvPr/>
          </p:nvSpPr>
          <p:spPr>
            <a:xfrm>
              <a:off x="10759440" y="1659310"/>
              <a:ext cx="12344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최고여부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972C64FF-B646-919F-3BCF-45C5D1FD4470}"/>
                </a:ext>
              </a:extLst>
            </p:cNvPr>
            <p:cNvSpPr/>
            <p:nvPr/>
          </p:nvSpPr>
          <p:spPr>
            <a:xfrm>
              <a:off x="1203960" y="1951918"/>
              <a:ext cx="118872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E0ACDA6-E256-C061-BA9E-89C79FE81C5F}"/>
                </a:ext>
              </a:extLst>
            </p:cNvPr>
            <p:cNvSpPr txBox="1"/>
            <p:nvPr/>
          </p:nvSpPr>
          <p:spPr>
            <a:xfrm>
              <a:off x="1203960" y="1951918"/>
              <a:ext cx="118872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M1/</a:t>
              </a:r>
              <a:r>
                <a:rPr sz="1050" b="0" i="0" dirty="0" err="1">
                  <a:solidFill>
                    <a:srgbClr val="1A1A2E"/>
                  </a:solidFill>
                  <a:latin typeface="맑은 고딕"/>
                </a:rPr>
                <a:t>scale_all</a:t>
              </a:r>
              <a:endParaRPr sz="1050" b="0" i="0" dirty="0">
                <a:solidFill>
                  <a:srgbClr val="1A1A2E"/>
                </a:solidFill>
                <a:latin typeface="맑은 고딕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A889CFD2-14CB-8812-81DB-D39F9404A9F3}"/>
                </a:ext>
              </a:extLst>
            </p:cNvPr>
            <p:cNvSpPr/>
            <p:nvPr/>
          </p:nvSpPr>
          <p:spPr>
            <a:xfrm>
              <a:off x="2438400" y="1951918"/>
              <a:ext cx="105156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0FEDA1-C6CF-70C3-861C-D9C6C56F08CC}"/>
                </a:ext>
              </a:extLst>
            </p:cNvPr>
            <p:cNvSpPr txBox="1"/>
            <p:nvPr/>
          </p:nvSpPr>
          <p:spPr>
            <a:xfrm>
              <a:off x="2438400" y="1951918"/>
              <a:ext cx="105156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83B013D2-F98F-9E53-70E4-7FE4C923FFE5}"/>
                </a:ext>
              </a:extLst>
            </p:cNvPr>
            <p:cNvSpPr/>
            <p:nvPr/>
          </p:nvSpPr>
          <p:spPr>
            <a:xfrm>
              <a:off x="3535680" y="1951918"/>
              <a:ext cx="128016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79488FA-71C9-4CBF-2EA0-63B83CA35F29}"/>
                </a:ext>
              </a:extLst>
            </p:cNvPr>
            <p:cNvSpPr txBox="1"/>
            <p:nvPr/>
          </p:nvSpPr>
          <p:spPr>
            <a:xfrm>
              <a:off x="3535680" y="1951918"/>
              <a:ext cx="128016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[0.720,0.872]</a:t>
              </a: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D339B7DD-23B1-8C40-1980-87A603331440}"/>
                </a:ext>
              </a:extLst>
            </p:cNvPr>
            <p:cNvSpPr/>
            <p:nvPr/>
          </p:nvSpPr>
          <p:spPr>
            <a:xfrm>
              <a:off x="4861560" y="1951918"/>
              <a:ext cx="96012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42F2CF7-ED27-ABD3-1FC5-54D471014796}"/>
                </a:ext>
              </a:extLst>
            </p:cNvPr>
            <p:cNvSpPr txBox="1"/>
            <p:nvPr/>
          </p:nvSpPr>
          <p:spPr>
            <a:xfrm>
              <a:off x="4861560" y="1951918"/>
              <a:ext cx="96012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0.3123</a:t>
              </a: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A57D9248-4982-A8F9-9E61-8C82893B6554}"/>
                </a:ext>
              </a:extLst>
            </p:cNvPr>
            <p:cNvSpPr/>
            <p:nvPr/>
          </p:nvSpPr>
          <p:spPr>
            <a:xfrm>
              <a:off x="5867400" y="1951918"/>
              <a:ext cx="91440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B29FD20-476D-CDD0-5FC1-29C265E63408}"/>
                </a:ext>
              </a:extLst>
            </p:cNvPr>
            <p:cNvSpPr txBox="1"/>
            <p:nvPr/>
          </p:nvSpPr>
          <p:spPr>
            <a:xfrm>
              <a:off x="5867400" y="1951918"/>
              <a:ext cx="91440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0.3725</a:t>
              </a: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93B66113-72F9-8FEB-AD56-62A38EB870C1}"/>
                </a:ext>
              </a:extLst>
            </p:cNvPr>
            <p:cNvSpPr/>
            <p:nvPr/>
          </p:nvSpPr>
          <p:spPr>
            <a:xfrm>
              <a:off x="6827520" y="1951918"/>
              <a:ext cx="118872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CBBF63-792A-A257-A74B-5A9185F5D27B}"/>
                </a:ext>
              </a:extLst>
            </p:cNvPr>
            <p:cNvSpPr txBox="1"/>
            <p:nvPr/>
          </p:nvSpPr>
          <p:spPr>
            <a:xfrm>
              <a:off x="6827520" y="1951918"/>
              <a:ext cx="118872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기준</a:t>
              </a: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F838EC16-1D3E-8B4A-516C-99359FB2EBEA}"/>
                </a:ext>
              </a:extLst>
            </p:cNvPr>
            <p:cNvSpPr/>
            <p:nvPr/>
          </p:nvSpPr>
          <p:spPr>
            <a:xfrm>
              <a:off x="8061960" y="1951918"/>
              <a:ext cx="146304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B279EDF-1814-B95C-E162-8709A58B8FA7}"/>
                </a:ext>
              </a:extLst>
            </p:cNvPr>
            <p:cNvSpPr txBox="1"/>
            <p:nvPr/>
          </p:nvSpPr>
          <p:spPr>
            <a:xfrm>
              <a:off x="8061960" y="1951918"/>
              <a:ext cx="146304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AE685DA1-6355-653A-16AB-266DC4FC5E0E}"/>
                </a:ext>
              </a:extLst>
            </p:cNvPr>
            <p:cNvSpPr/>
            <p:nvPr/>
          </p:nvSpPr>
          <p:spPr>
            <a:xfrm>
              <a:off x="9570720" y="1951918"/>
              <a:ext cx="114300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2A6EDD3-4210-102F-6940-6EBF46B4094C}"/>
                </a:ext>
              </a:extLst>
            </p:cNvPr>
            <p:cNvSpPr txBox="1"/>
            <p:nvPr/>
          </p:nvSpPr>
          <p:spPr>
            <a:xfrm>
              <a:off x="9570720" y="1951918"/>
              <a:ext cx="114300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0B376C52-0082-BB32-B18B-E4009F365CA7}"/>
                </a:ext>
              </a:extLst>
            </p:cNvPr>
            <p:cNvSpPr/>
            <p:nvPr/>
          </p:nvSpPr>
          <p:spPr>
            <a:xfrm>
              <a:off x="10759440" y="1951918"/>
              <a:ext cx="1234440" cy="283464"/>
            </a:xfrm>
            <a:prstGeom prst="rect">
              <a:avLst/>
            </a:prstGeom>
            <a:solidFill>
              <a:schemeClr val="accent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9C326A-CBF9-9376-DCF5-621D87AEC286}"/>
                </a:ext>
              </a:extLst>
            </p:cNvPr>
            <p:cNvSpPr txBox="1"/>
            <p:nvPr/>
          </p:nvSpPr>
          <p:spPr>
            <a:xfrm>
              <a:off x="10759440" y="1951918"/>
              <a:ext cx="1234440" cy="283464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E8B4C"/>
                  </a:solidFill>
                  <a:latin typeface="맑은 고딕"/>
                </a:rPr>
                <a:t>★ Best</a:t>
              </a: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BDA8883A-ED0F-5613-21FB-E5A2DC937648}"/>
                </a:ext>
              </a:extLst>
            </p:cNvPr>
            <p:cNvSpPr/>
            <p:nvPr/>
          </p:nvSpPr>
          <p:spPr>
            <a:xfrm>
              <a:off x="1203960" y="2235382"/>
              <a:ext cx="11887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BD5632A-12C9-FAD3-74A3-987F8ACF1155}"/>
                </a:ext>
              </a:extLst>
            </p:cNvPr>
            <p:cNvSpPr txBox="1"/>
            <p:nvPr/>
          </p:nvSpPr>
          <p:spPr>
            <a:xfrm>
              <a:off x="1203960" y="2235382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M2/raw</a:t>
              </a: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37AECBAB-FEDA-227E-F0CC-F73B4CED4A31}"/>
                </a:ext>
              </a:extLst>
            </p:cNvPr>
            <p:cNvSpPr/>
            <p:nvPr/>
          </p:nvSpPr>
          <p:spPr>
            <a:xfrm>
              <a:off x="2438400" y="2235382"/>
              <a:ext cx="105156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AD12AAA-13BB-F980-2FE8-C0413EC0870D}"/>
                </a:ext>
              </a:extLst>
            </p:cNvPr>
            <p:cNvSpPr txBox="1"/>
            <p:nvPr/>
          </p:nvSpPr>
          <p:spPr>
            <a:xfrm>
              <a:off x="2438400" y="2235382"/>
              <a:ext cx="10515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0.7896</a:t>
              </a:r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87E99C81-9CDB-0D96-E89A-C6704F8E5266}"/>
                </a:ext>
              </a:extLst>
            </p:cNvPr>
            <p:cNvSpPr/>
            <p:nvPr/>
          </p:nvSpPr>
          <p:spPr>
            <a:xfrm>
              <a:off x="3535680" y="2235382"/>
              <a:ext cx="128016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3ECF330-4E4B-2E12-3634-4FAB50F9561F}"/>
                </a:ext>
              </a:extLst>
            </p:cNvPr>
            <p:cNvSpPr txBox="1"/>
            <p:nvPr/>
          </p:nvSpPr>
          <p:spPr>
            <a:xfrm>
              <a:off x="3535680" y="2235382"/>
              <a:ext cx="12801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[0.692,0.873]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C20ED7A-5688-EC03-5046-4E35201A3527}"/>
                </a:ext>
              </a:extLst>
            </p:cNvPr>
            <p:cNvSpPr/>
            <p:nvPr/>
          </p:nvSpPr>
          <p:spPr>
            <a:xfrm>
              <a:off x="4861560" y="2235382"/>
              <a:ext cx="9601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6A3D563-30BD-8E68-0F4B-03E112983CCB}"/>
                </a:ext>
              </a:extLst>
            </p:cNvPr>
            <p:cNvSpPr txBox="1"/>
            <p:nvPr/>
          </p:nvSpPr>
          <p:spPr>
            <a:xfrm>
              <a:off x="4861560" y="2235382"/>
              <a:ext cx="9601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0.2883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E1C52C7-FF37-4830-56FE-3F4C7A6C4782}"/>
                </a:ext>
              </a:extLst>
            </p:cNvPr>
            <p:cNvSpPr/>
            <p:nvPr/>
          </p:nvSpPr>
          <p:spPr>
            <a:xfrm>
              <a:off x="5867400" y="2235382"/>
              <a:ext cx="91440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10C8DEB-4410-3073-5B8F-D90881818C5D}"/>
                </a:ext>
              </a:extLst>
            </p:cNvPr>
            <p:cNvSpPr txBox="1"/>
            <p:nvPr/>
          </p:nvSpPr>
          <p:spPr>
            <a:xfrm>
              <a:off x="5867400" y="2235382"/>
              <a:ext cx="9144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0.3617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5DCB4C5-A7B9-4822-E6E2-86058E1574CA}"/>
                </a:ext>
              </a:extLst>
            </p:cNvPr>
            <p:cNvSpPr/>
            <p:nvPr/>
          </p:nvSpPr>
          <p:spPr>
            <a:xfrm>
              <a:off x="6827520" y="2235382"/>
              <a:ext cx="11887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5380C10-76D9-DD7D-1933-1AD076533941}"/>
                </a:ext>
              </a:extLst>
            </p:cNvPr>
            <p:cNvSpPr txBox="1"/>
            <p:nvPr/>
          </p:nvSpPr>
          <p:spPr>
            <a:xfrm>
              <a:off x="6827520" y="2235382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−0.013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BF0DCAB-13DF-6461-FDF4-DF2FF8818E8F}"/>
                </a:ext>
              </a:extLst>
            </p:cNvPr>
            <p:cNvSpPr/>
            <p:nvPr/>
          </p:nvSpPr>
          <p:spPr>
            <a:xfrm>
              <a:off x="8061960" y="2235382"/>
              <a:ext cx="146304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F2B1DF6-972D-93D5-2D0A-4FAD6B5B6A51}"/>
                </a:ext>
              </a:extLst>
            </p:cNvPr>
            <p:cNvSpPr txBox="1"/>
            <p:nvPr/>
          </p:nvSpPr>
          <p:spPr>
            <a:xfrm>
              <a:off x="8061960" y="2235382"/>
              <a:ext cx="14630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+0.005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F90F299-AEBE-483E-F953-0DCC952D2291}"/>
                </a:ext>
              </a:extLst>
            </p:cNvPr>
            <p:cNvSpPr/>
            <p:nvPr/>
          </p:nvSpPr>
          <p:spPr>
            <a:xfrm>
              <a:off x="9570720" y="2235382"/>
              <a:ext cx="114300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478CE68-1F51-87A1-0A64-BAA01805ACC5}"/>
                </a:ext>
              </a:extLst>
            </p:cNvPr>
            <p:cNvSpPr txBox="1"/>
            <p:nvPr/>
          </p:nvSpPr>
          <p:spPr>
            <a:xfrm>
              <a:off x="9570720" y="2235382"/>
              <a:ext cx="11430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0.788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9B96674-E98D-52BC-C12F-3928C954A501}"/>
                </a:ext>
              </a:extLst>
            </p:cNvPr>
            <p:cNvSpPr/>
            <p:nvPr/>
          </p:nvSpPr>
          <p:spPr>
            <a:xfrm>
              <a:off x="10759440" y="2235382"/>
              <a:ext cx="123444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BB8238B-7F6C-EA39-310F-37EA8E03C0CB}"/>
                </a:ext>
              </a:extLst>
            </p:cNvPr>
            <p:cNvSpPr txBox="1"/>
            <p:nvPr/>
          </p:nvSpPr>
          <p:spPr>
            <a:xfrm>
              <a:off x="10759440" y="2235382"/>
              <a:ext cx="12344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C2D08E1-0483-FC18-1A38-8DC5D43683FC}"/>
                </a:ext>
              </a:extLst>
            </p:cNvPr>
            <p:cNvSpPr/>
            <p:nvPr/>
          </p:nvSpPr>
          <p:spPr>
            <a:xfrm>
              <a:off x="1203960" y="2518846"/>
              <a:ext cx="11887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B44880A-CD9B-20F6-3FA0-77FBA4BCA277}"/>
                </a:ext>
              </a:extLst>
            </p:cNvPr>
            <p:cNvSpPr txBox="1"/>
            <p:nvPr/>
          </p:nvSpPr>
          <p:spPr>
            <a:xfrm>
              <a:off x="1203960" y="2518846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M2/</a:t>
              </a:r>
              <a:r>
                <a:rPr sz="1050" b="0" i="0" dirty="0" err="1">
                  <a:solidFill>
                    <a:srgbClr val="1A1A2E"/>
                  </a:solidFill>
                  <a:latin typeface="맑은 고딕"/>
                </a:rPr>
                <a:t>std_scal</a:t>
              </a:r>
              <a:endParaRPr sz="1050" b="0" i="0" dirty="0">
                <a:solidFill>
                  <a:srgbClr val="1A1A2E"/>
                </a:solidFill>
                <a:latin typeface="맑은 고딕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72E2EEE-AEAE-33F9-E35D-3F5D5849E370}"/>
                </a:ext>
              </a:extLst>
            </p:cNvPr>
            <p:cNvSpPr/>
            <p:nvPr/>
          </p:nvSpPr>
          <p:spPr>
            <a:xfrm>
              <a:off x="2438400" y="2518846"/>
              <a:ext cx="105156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6B0BBA8-18EC-1B2B-0482-42FCE3B9E3E0}"/>
                </a:ext>
              </a:extLst>
            </p:cNvPr>
            <p:cNvSpPr txBox="1"/>
            <p:nvPr/>
          </p:nvSpPr>
          <p:spPr>
            <a:xfrm>
              <a:off x="2438400" y="2518846"/>
              <a:ext cx="10515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0.7892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C142384-9222-0D33-9B84-BEB43B117DC5}"/>
                </a:ext>
              </a:extLst>
            </p:cNvPr>
            <p:cNvSpPr/>
            <p:nvPr/>
          </p:nvSpPr>
          <p:spPr>
            <a:xfrm>
              <a:off x="3535680" y="2518846"/>
              <a:ext cx="128016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CB20185-C717-FCA7-DC98-B38180DDCC11}"/>
                </a:ext>
              </a:extLst>
            </p:cNvPr>
            <p:cNvSpPr txBox="1"/>
            <p:nvPr/>
          </p:nvSpPr>
          <p:spPr>
            <a:xfrm>
              <a:off x="3535680" y="2518846"/>
              <a:ext cx="12801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[0.703,0.866]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D68F94-1865-0DA2-69FB-3CD0CE03C335}"/>
                </a:ext>
              </a:extLst>
            </p:cNvPr>
            <p:cNvSpPr/>
            <p:nvPr/>
          </p:nvSpPr>
          <p:spPr>
            <a:xfrm>
              <a:off x="4861560" y="2518846"/>
              <a:ext cx="9601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4D93183-AC24-B177-1A12-54089E65F81E}"/>
                </a:ext>
              </a:extLst>
            </p:cNvPr>
            <p:cNvSpPr txBox="1"/>
            <p:nvPr/>
          </p:nvSpPr>
          <p:spPr>
            <a:xfrm>
              <a:off x="4861560" y="2518846"/>
              <a:ext cx="9601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0.2895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11AD124-F4B9-E080-BB37-8DA955CE04C2}"/>
                </a:ext>
              </a:extLst>
            </p:cNvPr>
            <p:cNvSpPr/>
            <p:nvPr/>
          </p:nvSpPr>
          <p:spPr>
            <a:xfrm>
              <a:off x="5867400" y="2518846"/>
              <a:ext cx="91440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40CC6D0-4A1D-DF07-6FFB-D569C1423B3D}"/>
                </a:ext>
              </a:extLst>
            </p:cNvPr>
            <p:cNvSpPr txBox="1"/>
            <p:nvPr/>
          </p:nvSpPr>
          <p:spPr>
            <a:xfrm>
              <a:off x="5867400" y="2518846"/>
              <a:ext cx="9144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0.3434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1DFE96F-D789-4E8C-04A6-4B9FFBF4FD7A}"/>
                </a:ext>
              </a:extLst>
            </p:cNvPr>
            <p:cNvSpPr/>
            <p:nvPr/>
          </p:nvSpPr>
          <p:spPr>
            <a:xfrm>
              <a:off x="6827520" y="2518846"/>
              <a:ext cx="11887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C679E02-DE8A-33AA-276F-8F833BDDC547}"/>
                </a:ext>
              </a:extLst>
            </p:cNvPr>
            <p:cNvSpPr txBox="1"/>
            <p:nvPr/>
          </p:nvSpPr>
          <p:spPr>
            <a:xfrm>
              <a:off x="6827520" y="2518846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−0.014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CBFCAE1-6D7D-EE91-16CD-030437E40DD8}"/>
                </a:ext>
              </a:extLst>
            </p:cNvPr>
            <p:cNvSpPr/>
            <p:nvPr/>
          </p:nvSpPr>
          <p:spPr>
            <a:xfrm>
              <a:off x="8061960" y="2518846"/>
              <a:ext cx="146304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B407E6D-2C9A-FDB8-5248-C9CB0A13EFAD}"/>
                </a:ext>
              </a:extLst>
            </p:cNvPr>
            <p:cNvSpPr txBox="1"/>
            <p:nvPr/>
          </p:nvSpPr>
          <p:spPr>
            <a:xfrm>
              <a:off x="8061960" y="2518846"/>
              <a:ext cx="14630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+0.001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8AFB9EC-6C6B-9CC3-BE57-8E1A512E7A7F}"/>
                </a:ext>
              </a:extLst>
            </p:cNvPr>
            <p:cNvSpPr/>
            <p:nvPr/>
          </p:nvSpPr>
          <p:spPr>
            <a:xfrm>
              <a:off x="9570720" y="2518846"/>
              <a:ext cx="114300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4B1FF36-2229-A004-B8C3-24D4233B35F4}"/>
                </a:ext>
              </a:extLst>
            </p:cNvPr>
            <p:cNvSpPr txBox="1"/>
            <p:nvPr/>
          </p:nvSpPr>
          <p:spPr>
            <a:xfrm>
              <a:off x="9570720" y="2518846"/>
              <a:ext cx="11430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0.937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1452A14-DB87-B9DE-D754-7FA98B1288F7}"/>
                </a:ext>
              </a:extLst>
            </p:cNvPr>
            <p:cNvSpPr/>
            <p:nvPr/>
          </p:nvSpPr>
          <p:spPr>
            <a:xfrm>
              <a:off x="10759440" y="2518846"/>
              <a:ext cx="123444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54AC8EA-2F00-849B-2214-43E368DFE1DE}"/>
                </a:ext>
              </a:extLst>
            </p:cNvPr>
            <p:cNvSpPr txBox="1"/>
            <p:nvPr/>
          </p:nvSpPr>
          <p:spPr>
            <a:xfrm>
              <a:off x="10759440" y="2518846"/>
              <a:ext cx="12344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7E68F4A-6FA5-A0A8-B1EF-AA708D818F10}"/>
                </a:ext>
              </a:extLst>
            </p:cNvPr>
            <p:cNvSpPr/>
            <p:nvPr/>
          </p:nvSpPr>
          <p:spPr>
            <a:xfrm>
              <a:off x="1203960" y="2802310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39B0AA6-4667-5497-BC22-E34B42025FCA}"/>
                </a:ext>
              </a:extLst>
            </p:cNvPr>
            <p:cNvSpPr txBox="1"/>
            <p:nvPr/>
          </p:nvSpPr>
          <p:spPr>
            <a:xfrm>
              <a:off x="1203960" y="2802310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M2/norm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CC95A9F-C60F-C4CF-7D78-938DC138E820}"/>
                </a:ext>
              </a:extLst>
            </p:cNvPr>
            <p:cNvSpPr/>
            <p:nvPr/>
          </p:nvSpPr>
          <p:spPr>
            <a:xfrm>
              <a:off x="2438400" y="2802310"/>
              <a:ext cx="10515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3CBA181-59C4-5F83-6F88-E8155E28FE9A}"/>
                </a:ext>
              </a:extLst>
            </p:cNvPr>
            <p:cNvSpPr txBox="1"/>
            <p:nvPr/>
          </p:nvSpPr>
          <p:spPr>
            <a:xfrm>
              <a:off x="2438400" y="2802310"/>
              <a:ext cx="10515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0.8120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4E195BC-FE1A-5822-057D-C190B302FEDA}"/>
                </a:ext>
              </a:extLst>
            </p:cNvPr>
            <p:cNvSpPr/>
            <p:nvPr/>
          </p:nvSpPr>
          <p:spPr>
            <a:xfrm>
              <a:off x="3535680" y="2802310"/>
              <a:ext cx="12801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11E526A-DC23-8BE9-3D4A-7662724CCA7E}"/>
                </a:ext>
              </a:extLst>
            </p:cNvPr>
            <p:cNvSpPr txBox="1"/>
            <p:nvPr/>
          </p:nvSpPr>
          <p:spPr>
            <a:xfrm>
              <a:off x="3535680" y="2802310"/>
              <a:ext cx="12801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[0.739,0.877]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D2BABD2-6E19-5879-5554-010B96A7BC90}"/>
                </a:ext>
              </a:extLst>
            </p:cNvPr>
            <p:cNvSpPr/>
            <p:nvPr/>
          </p:nvSpPr>
          <p:spPr>
            <a:xfrm>
              <a:off x="4861560" y="2802310"/>
              <a:ext cx="9601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2CB7E95-6BA6-CBA3-8C66-1DCAB104D94A}"/>
                </a:ext>
              </a:extLst>
            </p:cNvPr>
            <p:cNvSpPr txBox="1"/>
            <p:nvPr/>
          </p:nvSpPr>
          <p:spPr>
            <a:xfrm>
              <a:off x="4861560" y="2802310"/>
              <a:ext cx="9601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0.2949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F192D5A-855F-BB1B-70FB-768FCF6ED858}"/>
                </a:ext>
              </a:extLst>
            </p:cNvPr>
            <p:cNvSpPr/>
            <p:nvPr/>
          </p:nvSpPr>
          <p:spPr>
            <a:xfrm>
              <a:off x="5867400" y="2802310"/>
              <a:ext cx="9144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14C95EF-189B-B45B-5CBC-59A0A6152CF8}"/>
                </a:ext>
              </a:extLst>
            </p:cNvPr>
            <p:cNvSpPr txBox="1"/>
            <p:nvPr/>
          </p:nvSpPr>
          <p:spPr>
            <a:xfrm>
              <a:off x="5867400" y="2802310"/>
              <a:ext cx="9144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0.3571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BCC03F9-BF4A-C038-A60C-3289A46BAE33}"/>
                </a:ext>
              </a:extLst>
            </p:cNvPr>
            <p:cNvSpPr/>
            <p:nvPr/>
          </p:nvSpPr>
          <p:spPr>
            <a:xfrm>
              <a:off x="6827520" y="2802310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02660B-5CB8-DAE4-FF70-596D874AB8A6}"/>
                </a:ext>
              </a:extLst>
            </p:cNvPr>
            <p:cNvSpPr txBox="1"/>
            <p:nvPr/>
          </p:nvSpPr>
          <p:spPr>
            <a:xfrm>
              <a:off x="6827520" y="2802310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+0.009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587F5D6-A898-EC4E-5A95-E06FEBA44DF6}"/>
                </a:ext>
              </a:extLst>
            </p:cNvPr>
            <p:cNvSpPr/>
            <p:nvPr/>
          </p:nvSpPr>
          <p:spPr>
            <a:xfrm>
              <a:off x="8061960" y="2802310"/>
              <a:ext cx="14630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08264E5-1B3F-A4BC-6C02-C105E206CB97}"/>
                </a:ext>
              </a:extLst>
            </p:cNvPr>
            <p:cNvSpPr txBox="1"/>
            <p:nvPr/>
          </p:nvSpPr>
          <p:spPr>
            <a:xfrm>
              <a:off x="8061960" y="2802310"/>
              <a:ext cx="14630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+0.007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A33F55C-5CBB-198E-300E-8789ADAF0377}"/>
                </a:ext>
              </a:extLst>
            </p:cNvPr>
            <p:cNvSpPr/>
            <p:nvPr/>
          </p:nvSpPr>
          <p:spPr>
            <a:xfrm>
              <a:off x="9570720" y="2802310"/>
              <a:ext cx="11430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0857581-1F7C-5E20-2F14-8B4D198340D0}"/>
                </a:ext>
              </a:extLst>
            </p:cNvPr>
            <p:cNvSpPr txBox="1"/>
            <p:nvPr/>
          </p:nvSpPr>
          <p:spPr>
            <a:xfrm>
              <a:off x="9570720" y="2802310"/>
              <a:ext cx="11430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0.488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7526DB5-7982-B6B0-0A5F-46AC1864E121}"/>
                </a:ext>
              </a:extLst>
            </p:cNvPr>
            <p:cNvSpPr/>
            <p:nvPr/>
          </p:nvSpPr>
          <p:spPr>
            <a:xfrm>
              <a:off x="10759440" y="2802310"/>
              <a:ext cx="12344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B26DDB3-8882-8251-AE01-6B9FCDA49579}"/>
                </a:ext>
              </a:extLst>
            </p:cNvPr>
            <p:cNvSpPr txBox="1"/>
            <p:nvPr/>
          </p:nvSpPr>
          <p:spPr>
            <a:xfrm>
              <a:off x="10759440" y="2802310"/>
              <a:ext cx="12344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E8B4C"/>
                  </a:solidFill>
                  <a:latin typeface="맑은 고딕"/>
                </a:rPr>
                <a:t>★ Best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A0447A0-3276-B549-2BD5-FA0DC3AD9E11}"/>
                </a:ext>
              </a:extLst>
            </p:cNvPr>
            <p:cNvSpPr/>
            <p:nvPr/>
          </p:nvSpPr>
          <p:spPr>
            <a:xfrm>
              <a:off x="1203960" y="3085774"/>
              <a:ext cx="11887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A321C79-DF0E-A9DF-A3F2-B7C28F7DB715}"/>
                </a:ext>
              </a:extLst>
            </p:cNvPr>
            <p:cNvSpPr txBox="1"/>
            <p:nvPr/>
          </p:nvSpPr>
          <p:spPr>
            <a:xfrm>
              <a:off x="1203960" y="3085774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M2/global_z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C1DB012-2CCE-2B81-D040-2920502D06A5}"/>
                </a:ext>
              </a:extLst>
            </p:cNvPr>
            <p:cNvSpPr/>
            <p:nvPr/>
          </p:nvSpPr>
          <p:spPr>
            <a:xfrm>
              <a:off x="2438400" y="3085774"/>
              <a:ext cx="105156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062CB84-98BD-2144-E3BA-10BFB8E48E80}"/>
                </a:ext>
              </a:extLst>
            </p:cNvPr>
            <p:cNvSpPr txBox="1"/>
            <p:nvPr/>
          </p:nvSpPr>
          <p:spPr>
            <a:xfrm>
              <a:off x="2438400" y="3085774"/>
              <a:ext cx="10515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0.7945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5D0E881-6F73-D599-BAB0-1B46AD9F4C9A}"/>
                </a:ext>
              </a:extLst>
            </p:cNvPr>
            <p:cNvSpPr/>
            <p:nvPr/>
          </p:nvSpPr>
          <p:spPr>
            <a:xfrm>
              <a:off x="3535680" y="3085774"/>
              <a:ext cx="128016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7094AA8-6A2B-29D4-52D3-D673AF987CCC}"/>
                </a:ext>
              </a:extLst>
            </p:cNvPr>
            <p:cNvSpPr txBox="1"/>
            <p:nvPr/>
          </p:nvSpPr>
          <p:spPr>
            <a:xfrm>
              <a:off x="3535680" y="3085774"/>
              <a:ext cx="12801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[0.702,0.874]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13E9670-18D9-20E6-AAAD-946FE0BD1E96}"/>
                </a:ext>
              </a:extLst>
            </p:cNvPr>
            <p:cNvSpPr/>
            <p:nvPr/>
          </p:nvSpPr>
          <p:spPr>
            <a:xfrm>
              <a:off x="4861560" y="3085774"/>
              <a:ext cx="9601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AB2EAD9-6D16-188C-8849-FF094C6C9263}"/>
                </a:ext>
              </a:extLst>
            </p:cNvPr>
            <p:cNvSpPr txBox="1"/>
            <p:nvPr/>
          </p:nvSpPr>
          <p:spPr>
            <a:xfrm>
              <a:off x="4861560" y="3085774"/>
              <a:ext cx="9601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0.2938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74CE01A-6304-A13D-35C7-360E8C5EE308}"/>
                </a:ext>
              </a:extLst>
            </p:cNvPr>
            <p:cNvSpPr/>
            <p:nvPr/>
          </p:nvSpPr>
          <p:spPr>
            <a:xfrm>
              <a:off x="5867400" y="3085774"/>
              <a:ext cx="91440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028FE00-B163-DF54-09F2-E610E24F3D02}"/>
                </a:ext>
              </a:extLst>
            </p:cNvPr>
            <p:cNvSpPr txBox="1"/>
            <p:nvPr/>
          </p:nvSpPr>
          <p:spPr>
            <a:xfrm>
              <a:off x="5867400" y="3085774"/>
              <a:ext cx="9144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0.3750</a:t>
              </a:r>
            </a:p>
          </p:txBody>
        </p:sp>
        <p:sp>
          <p:nvSpPr>
            <p:cNvPr id="121" name="Rectangle 116">
              <a:extLst>
                <a:ext uri="{FF2B5EF4-FFF2-40B4-BE49-F238E27FC236}">
                  <a16:creationId xmlns:a16="http://schemas.microsoft.com/office/drawing/2014/main" id="{C75AAC26-4B0A-B10C-59A3-0E0B597159B8}"/>
                </a:ext>
              </a:extLst>
            </p:cNvPr>
            <p:cNvSpPr/>
            <p:nvPr/>
          </p:nvSpPr>
          <p:spPr>
            <a:xfrm>
              <a:off x="6827520" y="3085774"/>
              <a:ext cx="11887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CE7BDFD0-B56C-399D-A362-085621B50FC1}"/>
                </a:ext>
              </a:extLst>
            </p:cNvPr>
            <p:cNvSpPr txBox="1"/>
            <p:nvPr/>
          </p:nvSpPr>
          <p:spPr>
            <a:xfrm>
              <a:off x="6827520" y="3085774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−0.009</a:t>
              </a:r>
            </a:p>
          </p:txBody>
        </p:sp>
        <p:sp>
          <p:nvSpPr>
            <p:cNvPr id="123" name="Rectangle 118">
              <a:extLst>
                <a:ext uri="{FF2B5EF4-FFF2-40B4-BE49-F238E27FC236}">
                  <a16:creationId xmlns:a16="http://schemas.microsoft.com/office/drawing/2014/main" id="{16C6CC3F-0D72-5E87-A9FA-5D855537D91F}"/>
                </a:ext>
              </a:extLst>
            </p:cNvPr>
            <p:cNvSpPr/>
            <p:nvPr/>
          </p:nvSpPr>
          <p:spPr>
            <a:xfrm>
              <a:off x="8061960" y="3085774"/>
              <a:ext cx="146304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0F0D30C-A0E5-2EE0-CBE2-B5C5147E17B6}"/>
                </a:ext>
              </a:extLst>
            </p:cNvPr>
            <p:cNvSpPr txBox="1"/>
            <p:nvPr/>
          </p:nvSpPr>
          <p:spPr>
            <a:xfrm>
              <a:off x="8061960" y="3085774"/>
              <a:ext cx="14630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-0.003</a:t>
              </a:r>
            </a:p>
          </p:txBody>
        </p:sp>
        <p:sp>
          <p:nvSpPr>
            <p:cNvPr id="125" name="Rectangle 120">
              <a:extLst>
                <a:ext uri="{FF2B5EF4-FFF2-40B4-BE49-F238E27FC236}">
                  <a16:creationId xmlns:a16="http://schemas.microsoft.com/office/drawing/2014/main" id="{26D47B4B-FA68-9FD0-8F0B-BEC19F745E99}"/>
                </a:ext>
              </a:extLst>
            </p:cNvPr>
            <p:cNvSpPr/>
            <p:nvPr/>
          </p:nvSpPr>
          <p:spPr>
            <a:xfrm>
              <a:off x="9570720" y="3085774"/>
              <a:ext cx="114300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5F55F39-9F40-0C8B-475C-C655736F46BD}"/>
                </a:ext>
              </a:extLst>
            </p:cNvPr>
            <p:cNvSpPr txBox="1"/>
            <p:nvPr/>
          </p:nvSpPr>
          <p:spPr>
            <a:xfrm>
              <a:off x="9570720" y="3085774"/>
              <a:ext cx="11430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0.907</a:t>
              </a:r>
            </a:p>
          </p:txBody>
        </p:sp>
        <p:sp>
          <p:nvSpPr>
            <p:cNvPr id="127" name="Rectangle 122">
              <a:extLst>
                <a:ext uri="{FF2B5EF4-FFF2-40B4-BE49-F238E27FC236}">
                  <a16:creationId xmlns:a16="http://schemas.microsoft.com/office/drawing/2014/main" id="{A7432318-B6DD-940F-9A58-B7B4CA0BD2FD}"/>
                </a:ext>
              </a:extLst>
            </p:cNvPr>
            <p:cNvSpPr/>
            <p:nvPr/>
          </p:nvSpPr>
          <p:spPr>
            <a:xfrm>
              <a:off x="10759440" y="3085774"/>
              <a:ext cx="123444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53116DA-117A-AB8C-81F6-8E87A203A133}"/>
                </a:ext>
              </a:extLst>
            </p:cNvPr>
            <p:cNvSpPr txBox="1"/>
            <p:nvPr/>
          </p:nvSpPr>
          <p:spPr>
            <a:xfrm>
              <a:off x="10759440" y="3085774"/>
              <a:ext cx="12344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129" name="Rectangle 124">
              <a:extLst>
                <a:ext uri="{FF2B5EF4-FFF2-40B4-BE49-F238E27FC236}">
                  <a16:creationId xmlns:a16="http://schemas.microsoft.com/office/drawing/2014/main" id="{58C6E2C7-761E-7B47-0852-1A623067B1F4}"/>
                </a:ext>
              </a:extLst>
            </p:cNvPr>
            <p:cNvSpPr/>
            <p:nvPr/>
          </p:nvSpPr>
          <p:spPr>
            <a:xfrm>
              <a:off x="1203960" y="3369238"/>
              <a:ext cx="11887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83C94E1-2E5F-4C47-7940-931DA4BC2D21}"/>
                </a:ext>
              </a:extLst>
            </p:cNvPr>
            <p:cNvSpPr txBox="1"/>
            <p:nvPr/>
          </p:nvSpPr>
          <p:spPr>
            <a:xfrm>
              <a:off x="1203960" y="3369238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M2_2/raw</a:t>
              </a:r>
            </a:p>
          </p:txBody>
        </p:sp>
        <p:sp>
          <p:nvSpPr>
            <p:cNvPr id="131" name="Rectangle 126">
              <a:extLst>
                <a:ext uri="{FF2B5EF4-FFF2-40B4-BE49-F238E27FC236}">
                  <a16:creationId xmlns:a16="http://schemas.microsoft.com/office/drawing/2014/main" id="{604824E4-D650-9B1A-D942-AE9F97BDDBEC}"/>
                </a:ext>
              </a:extLst>
            </p:cNvPr>
            <p:cNvSpPr/>
            <p:nvPr/>
          </p:nvSpPr>
          <p:spPr>
            <a:xfrm>
              <a:off x="2438400" y="3369238"/>
              <a:ext cx="105156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8E57D7D-DA02-39BA-A90D-EB473118B761}"/>
                </a:ext>
              </a:extLst>
            </p:cNvPr>
            <p:cNvSpPr txBox="1"/>
            <p:nvPr/>
          </p:nvSpPr>
          <p:spPr>
            <a:xfrm>
              <a:off x="2438400" y="3369238"/>
              <a:ext cx="10515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0.7963</a:t>
              </a:r>
            </a:p>
          </p:txBody>
        </p:sp>
        <p:sp>
          <p:nvSpPr>
            <p:cNvPr id="133" name="Rectangle 128">
              <a:extLst>
                <a:ext uri="{FF2B5EF4-FFF2-40B4-BE49-F238E27FC236}">
                  <a16:creationId xmlns:a16="http://schemas.microsoft.com/office/drawing/2014/main" id="{589BE635-8E53-06A3-10F6-9BBC8A0977D0}"/>
                </a:ext>
              </a:extLst>
            </p:cNvPr>
            <p:cNvSpPr/>
            <p:nvPr/>
          </p:nvSpPr>
          <p:spPr>
            <a:xfrm>
              <a:off x="3535680" y="3369238"/>
              <a:ext cx="128016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E88B79F-2381-ACCD-654E-42981521B039}"/>
                </a:ext>
              </a:extLst>
            </p:cNvPr>
            <p:cNvSpPr txBox="1"/>
            <p:nvPr/>
          </p:nvSpPr>
          <p:spPr>
            <a:xfrm>
              <a:off x="3535680" y="3369238"/>
              <a:ext cx="12801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[0.696,0.878]</a:t>
              </a:r>
            </a:p>
          </p:txBody>
        </p:sp>
        <p:sp>
          <p:nvSpPr>
            <p:cNvPr id="135" name="Rectangle 130">
              <a:extLst>
                <a:ext uri="{FF2B5EF4-FFF2-40B4-BE49-F238E27FC236}">
                  <a16:creationId xmlns:a16="http://schemas.microsoft.com/office/drawing/2014/main" id="{43FFBF79-8A0D-AB66-F3D8-BB8529766703}"/>
                </a:ext>
              </a:extLst>
            </p:cNvPr>
            <p:cNvSpPr/>
            <p:nvPr/>
          </p:nvSpPr>
          <p:spPr>
            <a:xfrm>
              <a:off x="4861560" y="3369238"/>
              <a:ext cx="9601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1DB350A-788B-C6D4-C28F-066D7C2C9994}"/>
                </a:ext>
              </a:extLst>
            </p:cNvPr>
            <p:cNvSpPr txBox="1"/>
            <p:nvPr/>
          </p:nvSpPr>
          <p:spPr>
            <a:xfrm>
              <a:off x="4861560" y="3369238"/>
              <a:ext cx="9601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0.3325</a:t>
              </a:r>
            </a:p>
          </p:txBody>
        </p:sp>
        <p:sp>
          <p:nvSpPr>
            <p:cNvPr id="139" name="Rectangle 134">
              <a:extLst>
                <a:ext uri="{FF2B5EF4-FFF2-40B4-BE49-F238E27FC236}">
                  <a16:creationId xmlns:a16="http://schemas.microsoft.com/office/drawing/2014/main" id="{1D0B0220-C40B-6721-9959-1681B560A222}"/>
                </a:ext>
              </a:extLst>
            </p:cNvPr>
            <p:cNvSpPr/>
            <p:nvPr/>
          </p:nvSpPr>
          <p:spPr>
            <a:xfrm>
              <a:off x="5867400" y="3369238"/>
              <a:ext cx="91440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C3FF322A-6C52-652D-14F5-AA3EF6B9FBB8}"/>
                </a:ext>
              </a:extLst>
            </p:cNvPr>
            <p:cNvSpPr txBox="1"/>
            <p:nvPr/>
          </p:nvSpPr>
          <p:spPr>
            <a:xfrm>
              <a:off x="5867400" y="3369238"/>
              <a:ext cx="9144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0.3387</a:t>
              </a:r>
            </a:p>
          </p:txBody>
        </p:sp>
        <p:sp>
          <p:nvSpPr>
            <p:cNvPr id="141" name="Rectangle 136">
              <a:extLst>
                <a:ext uri="{FF2B5EF4-FFF2-40B4-BE49-F238E27FC236}">
                  <a16:creationId xmlns:a16="http://schemas.microsoft.com/office/drawing/2014/main" id="{7CC1C087-034D-ED0C-D35E-54F08408EEDF}"/>
                </a:ext>
              </a:extLst>
            </p:cNvPr>
            <p:cNvSpPr/>
            <p:nvPr/>
          </p:nvSpPr>
          <p:spPr>
            <a:xfrm>
              <a:off x="6827520" y="3369238"/>
              <a:ext cx="11887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856737DC-A6AA-A4C7-1F3A-6A445AA2E926}"/>
                </a:ext>
              </a:extLst>
            </p:cNvPr>
            <p:cNvSpPr txBox="1"/>
            <p:nvPr/>
          </p:nvSpPr>
          <p:spPr>
            <a:xfrm>
              <a:off x="6827520" y="3369238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−0.007</a:t>
              </a:r>
            </a:p>
          </p:txBody>
        </p:sp>
        <p:sp>
          <p:nvSpPr>
            <p:cNvPr id="143" name="Rectangle 138">
              <a:extLst>
                <a:ext uri="{FF2B5EF4-FFF2-40B4-BE49-F238E27FC236}">
                  <a16:creationId xmlns:a16="http://schemas.microsoft.com/office/drawing/2014/main" id="{C5BDFA66-E8D5-7712-9ACE-0B999BC35A0D}"/>
                </a:ext>
              </a:extLst>
            </p:cNvPr>
            <p:cNvSpPr/>
            <p:nvPr/>
          </p:nvSpPr>
          <p:spPr>
            <a:xfrm>
              <a:off x="8061960" y="3369238"/>
              <a:ext cx="146304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C2350F6-9093-0DC6-2692-9B9E97F23ACC}"/>
                </a:ext>
              </a:extLst>
            </p:cNvPr>
            <p:cNvSpPr txBox="1"/>
            <p:nvPr/>
          </p:nvSpPr>
          <p:spPr>
            <a:xfrm>
              <a:off x="8061960" y="3369238"/>
              <a:ext cx="14630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45" name="Rectangle 140">
              <a:extLst>
                <a:ext uri="{FF2B5EF4-FFF2-40B4-BE49-F238E27FC236}">
                  <a16:creationId xmlns:a16="http://schemas.microsoft.com/office/drawing/2014/main" id="{348250CA-F90A-3A9E-A073-658AECF7E8FD}"/>
                </a:ext>
              </a:extLst>
            </p:cNvPr>
            <p:cNvSpPr/>
            <p:nvPr/>
          </p:nvSpPr>
          <p:spPr>
            <a:xfrm>
              <a:off x="9570720" y="3369238"/>
              <a:ext cx="114300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3C64A556-71E1-09C3-8EDF-44125CAFDE40}"/>
                </a:ext>
              </a:extLst>
            </p:cNvPr>
            <p:cNvSpPr txBox="1"/>
            <p:nvPr/>
          </p:nvSpPr>
          <p:spPr>
            <a:xfrm>
              <a:off x="9570720" y="3369238"/>
              <a:ext cx="11430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47" name="Rectangle 142">
              <a:extLst>
                <a:ext uri="{FF2B5EF4-FFF2-40B4-BE49-F238E27FC236}">
                  <a16:creationId xmlns:a16="http://schemas.microsoft.com/office/drawing/2014/main" id="{06EDCE21-6C7D-FBD2-2E80-206E3DA1AF85}"/>
                </a:ext>
              </a:extLst>
            </p:cNvPr>
            <p:cNvSpPr/>
            <p:nvPr/>
          </p:nvSpPr>
          <p:spPr>
            <a:xfrm>
              <a:off x="10759440" y="3369238"/>
              <a:ext cx="123444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4A1CAA0-440F-A670-B982-545EB7DE3B80}"/>
                </a:ext>
              </a:extLst>
            </p:cNvPr>
            <p:cNvSpPr txBox="1"/>
            <p:nvPr/>
          </p:nvSpPr>
          <p:spPr>
            <a:xfrm>
              <a:off x="10759440" y="3369238"/>
              <a:ext cx="12344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149" name="Rectangle 144">
              <a:extLst>
                <a:ext uri="{FF2B5EF4-FFF2-40B4-BE49-F238E27FC236}">
                  <a16:creationId xmlns:a16="http://schemas.microsoft.com/office/drawing/2014/main" id="{C5C5488E-48FE-DF84-9D5D-CF80FB5337C0}"/>
                </a:ext>
              </a:extLst>
            </p:cNvPr>
            <p:cNvSpPr/>
            <p:nvPr/>
          </p:nvSpPr>
          <p:spPr>
            <a:xfrm>
              <a:off x="1203960" y="3652702"/>
              <a:ext cx="11887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E3A6421-BA01-B958-9C9B-F0A9259FF327}"/>
                </a:ext>
              </a:extLst>
            </p:cNvPr>
            <p:cNvSpPr txBox="1"/>
            <p:nvPr/>
          </p:nvSpPr>
          <p:spPr>
            <a:xfrm>
              <a:off x="1203960" y="3652702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M2_2/std_scal</a:t>
              </a:r>
            </a:p>
          </p:txBody>
        </p:sp>
        <p:sp>
          <p:nvSpPr>
            <p:cNvPr id="151" name="Rectangle 146">
              <a:extLst>
                <a:ext uri="{FF2B5EF4-FFF2-40B4-BE49-F238E27FC236}">
                  <a16:creationId xmlns:a16="http://schemas.microsoft.com/office/drawing/2014/main" id="{56130400-6478-8F24-4E6D-E7811DDFA41C}"/>
                </a:ext>
              </a:extLst>
            </p:cNvPr>
            <p:cNvSpPr/>
            <p:nvPr/>
          </p:nvSpPr>
          <p:spPr>
            <a:xfrm>
              <a:off x="2438400" y="3652702"/>
              <a:ext cx="105156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3FAA8B14-DFEF-8FD9-1685-D3CF5CDB6828}"/>
                </a:ext>
              </a:extLst>
            </p:cNvPr>
            <p:cNvSpPr txBox="1"/>
            <p:nvPr/>
          </p:nvSpPr>
          <p:spPr>
            <a:xfrm>
              <a:off x="2438400" y="3652702"/>
              <a:ext cx="10515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0.7803</a:t>
              </a:r>
            </a:p>
          </p:txBody>
        </p:sp>
        <p:sp>
          <p:nvSpPr>
            <p:cNvPr id="153" name="Rectangle 148">
              <a:extLst>
                <a:ext uri="{FF2B5EF4-FFF2-40B4-BE49-F238E27FC236}">
                  <a16:creationId xmlns:a16="http://schemas.microsoft.com/office/drawing/2014/main" id="{AD45DDD4-965F-F2D4-9B32-86B33E5191E4}"/>
                </a:ext>
              </a:extLst>
            </p:cNvPr>
            <p:cNvSpPr/>
            <p:nvPr/>
          </p:nvSpPr>
          <p:spPr>
            <a:xfrm>
              <a:off x="3535680" y="3652702"/>
              <a:ext cx="128016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214D02D-3534-EC93-864B-66CC31DC3192}"/>
                </a:ext>
              </a:extLst>
            </p:cNvPr>
            <p:cNvSpPr txBox="1"/>
            <p:nvPr/>
          </p:nvSpPr>
          <p:spPr>
            <a:xfrm>
              <a:off x="3535680" y="3652702"/>
              <a:ext cx="12801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[0.696,0.855]</a:t>
              </a:r>
            </a:p>
          </p:txBody>
        </p:sp>
        <p:sp>
          <p:nvSpPr>
            <p:cNvPr id="155" name="Rectangle 150">
              <a:extLst>
                <a:ext uri="{FF2B5EF4-FFF2-40B4-BE49-F238E27FC236}">
                  <a16:creationId xmlns:a16="http://schemas.microsoft.com/office/drawing/2014/main" id="{867338F7-D313-87EC-82BC-A3CF69E9C06D}"/>
                </a:ext>
              </a:extLst>
            </p:cNvPr>
            <p:cNvSpPr/>
            <p:nvPr/>
          </p:nvSpPr>
          <p:spPr>
            <a:xfrm>
              <a:off x="4861560" y="3652702"/>
              <a:ext cx="9601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60CF85F-CC9E-864D-60C3-C8364A3EA24C}"/>
                </a:ext>
              </a:extLst>
            </p:cNvPr>
            <p:cNvSpPr txBox="1"/>
            <p:nvPr/>
          </p:nvSpPr>
          <p:spPr>
            <a:xfrm>
              <a:off x="4861560" y="3652702"/>
              <a:ext cx="9601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0.3070</a:t>
              </a:r>
            </a:p>
          </p:txBody>
        </p:sp>
        <p:sp>
          <p:nvSpPr>
            <p:cNvPr id="159" name="Rectangle 154">
              <a:extLst>
                <a:ext uri="{FF2B5EF4-FFF2-40B4-BE49-F238E27FC236}">
                  <a16:creationId xmlns:a16="http://schemas.microsoft.com/office/drawing/2014/main" id="{6398440A-E8AC-728B-64E9-42D2FBECB27C}"/>
                </a:ext>
              </a:extLst>
            </p:cNvPr>
            <p:cNvSpPr/>
            <p:nvPr/>
          </p:nvSpPr>
          <p:spPr>
            <a:xfrm>
              <a:off x="5867400" y="3652702"/>
              <a:ext cx="91440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9A7C3614-0D59-F696-71A0-D49C6DC02751}"/>
                </a:ext>
              </a:extLst>
            </p:cNvPr>
            <p:cNvSpPr txBox="1"/>
            <p:nvPr/>
          </p:nvSpPr>
          <p:spPr>
            <a:xfrm>
              <a:off x="5867400" y="3652702"/>
              <a:ext cx="9144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0.3333</a:t>
              </a:r>
            </a:p>
          </p:txBody>
        </p:sp>
        <p:sp>
          <p:nvSpPr>
            <p:cNvPr id="161" name="Rectangle 156">
              <a:extLst>
                <a:ext uri="{FF2B5EF4-FFF2-40B4-BE49-F238E27FC236}">
                  <a16:creationId xmlns:a16="http://schemas.microsoft.com/office/drawing/2014/main" id="{7C246BF1-E727-552E-6B57-57056AED32DF}"/>
                </a:ext>
              </a:extLst>
            </p:cNvPr>
            <p:cNvSpPr/>
            <p:nvPr/>
          </p:nvSpPr>
          <p:spPr>
            <a:xfrm>
              <a:off x="6827520" y="3652702"/>
              <a:ext cx="11887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3BA631F-74BB-2698-E877-332650705360}"/>
                </a:ext>
              </a:extLst>
            </p:cNvPr>
            <p:cNvSpPr txBox="1"/>
            <p:nvPr/>
          </p:nvSpPr>
          <p:spPr>
            <a:xfrm>
              <a:off x="6827520" y="3652702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−0.023</a:t>
              </a:r>
            </a:p>
          </p:txBody>
        </p:sp>
        <p:sp>
          <p:nvSpPr>
            <p:cNvPr id="163" name="Rectangle 158">
              <a:extLst>
                <a:ext uri="{FF2B5EF4-FFF2-40B4-BE49-F238E27FC236}">
                  <a16:creationId xmlns:a16="http://schemas.microsoft.com/office/drawing/2014/main" id="{1FB0F2B1-5225-5C24-049E-913DB9260A43}"/>
                </a:ext>
              </a:extLst>
            </p:cNvPr>
            <p:cNvSpPr/>
            <p:nvPr/>
          </p:nvSpPr>
          <p:spPr>
            <a:xfrm>
              <a:off x="8061960" y="3652702"/>
              <a:ext cx="146304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E8AE39C-0821-D0E4-569D-93EE3FE0CA1D}"/>
                </a:ext>
              </a:extLst>
            </p:cNvPr>
            <p:cNvSpPr txBox="1"/>
            <p:nvPr/>
          </p:nvSpPr>
          <p:spPr>
            <a:xfrm>
              <a:off x="8061960" y="3652702"/>
              <a:ext cx="14630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65" name="Rectangle 160">
              <a:extLst>
                <a:ext uri="{FF2B5EF4-FFF2-40B4-BE49-F238E27FC236}">
                  <a16:creationId xmlns:a16="http://schemas.microsoft.com/office/drawing/2014/main" id="{CD76AC0E-4C5E-AA73-7A68-01AD8064E8E9}"/>
                </a:ext>
              </a:extLst>
            </p:cNvPr>
            <p:cNvSpPr/>
            <p:nvPr/>
          </p:nvSpPr>
          <p:spPr>
            <a:xfrm>
              <a:off x="9570720" y="3652702"/>
              <a:ext cx="114300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CD9118A5-3659-0061-ED2E-8432AD59E694}"/>
                </a:ext>
              </a:extLst>
            </p:cNvPr>
            <p:cNvSpPr txBox="1"/>
            <p:nvPr/>
          </p:nvSpPr>
          <p:spPr>
            <a:xfrm>
              <a:off x="9570720" y="3652702"/>
              <a:ext cx="11430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67" name="Rectangle 162">
              <a:extLst>
                <a:ext uri="{FF2B5EF4-FFF2-40B4-BE49-F238E27FC236}">
                  <a16:creationId xmlns:a16="http://schemas.microsoft.com/office/drawing/2014/main" id="{C2341DF4-4F3E-0C2F-B21C-8F87A66FC317}"/>
                </a:ext>
              </a:extLst>
            </p:cNvPr>
            <p:cNvSpPr/>
            <p:nvPr/>
          </p:nvSpPr>
          <p:spPr>
            <a:xfrm>
              <a:off x="10759440" y="3652702"/>
              <a:ext cx="123444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44408EAB-3552-DC48-AA44-17CCDB091C08}"/>
                </a:ext>
              </a:extLst>
            </p:cNvPr>
            <p:cNvSpPr txBox="1"/>
            <p:nvPr/>
          </p:nvSpPr>
          <p:spPr>
            <a:xfrm>
              <a:off x="10759440" y="3652702"/>
              <a:ext cx="12344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169" name="Rectangle 164">
              <a:extLst>
                <a:ext uri="{FF2B5EF4-FFF2-40B4-BE49-F238E27FC236}">
                  <a16:creationId xmlns:a16="http://schemas.microsoft.com/office/drawing/2014/main" id="{35AE8446-A547-801E-833C-EFCC3B0C8E0B}"/>
                </a:ext>
              </a:extLst>
            </p:cNvPr>
            <p:cNvSpPr/>
            <p:nvPr/>
          </p:nvSpPr>
          <p:spPr>
            <a:xfrm>
              <a:off x="1203960" y="3936166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51D81B2C-8A71-13A8-C8F5-1128499F7492}"/>
                </a:ext>
              </a:extLst>
            </p:cNvPr>
            <p:cNvSpPr txBox="1"/>
            <p:nvPr/>
          </p:nvSpPr>
          <p:spPr>
            <a:xfrm>
              <a:off x="1203960" y="3936166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M2_2/norm</a:t>
              </a:r>
            </a:p>
          </p:txBody>
        </p:sp>
        <p:sp>
          <p:nvSpPr>
            <p:cNvPr id="171" name="Rectangle 166">
              <a:extLst>
                <a:ext uri="{FF2B5EF4-FFF2-40B4-BE49-F238E27FC236}">
                  <a16:creationId xmlns:a16="http://schemas.microsoft.com/office/drawing/2014/main" id="{01056334-2112-0CD9-4F10-63F51CDE4462}"/>
                </a:ext>
              </a:extLst>
            </p:cNvPr>
            <p:cNvSpPr/>
            <p:nvPr/>
          </p:nvSpPr>
          <p:spPr>
            <a:xfrm>
              <a:off x="2438400" y="3936166"/>
              <a:ext cx="10515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451C9A8-6539-B570-2D32-DB5A5112C6EF}"/>
                </a:ext>
              </a:extLst>
            </p:cNvPr>
            <p:cNvSpPr txBox="1"/>
            <p:nvPr/>
          </p:nvSpPr>
          <p:spPr>
            <a:xfrm>
              <a:off x="2438400" y="3936166"/>
              <a:ext cx="10515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0.8472</a:t>
              </a:r>
            </a:p>
          </p:txBody>
        </p:sp>
        <p:sp>
          <p:nvSpPr>
            <p:cNvPr id="173" name="Rectangle 168">
              <a:extLst>
                <a:ext uri="{FF2B5EF4-FFF2-40B4-BE49-F238E27FC236}">
                  <a16:creationId xmlns:a16="http://schemas.microsoft.com/office/drawing/2014/main" id="{022A61AE-5B5A-6623-F0D9-E4E4FDB57096}"/>
                </a:ext>
              </a:extLst>
            </p:cNvPr>
            <p:cNvSpPr/>
            <p:nvPr/>
          </p:nvSpPr>
          <p:spPr>
            <a:xfrm>
              <a:off x="3535680" y="3936166"/>
              <a:ext cx="12801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A70E3077-4F33-747E-7C9F-ED246448414C}"/>
                </a:ext>
              </a:extLst>
            </p:cNvPr>
            <p:cNvSpPr txBox="1"/>
            <p:nvPr/>
          </p:nvSpPr>
          <p:spPr>
            <a:xfrm>
              <a:off x="3535680" y="3936166"/>
              <a:ext cx="12801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[0.771,0.909]</a:t>
              </a:r>
            </a:p>
          </p:txBody>
        </p:sp>
        <p:sp>
          <p:nvSpPr>
            <p:cNvPr id="175" name="Rectangle 170">
              <a:extLst>
                <a:ext uri="{FF2B5EF4-FFF2-40B4-BE49-F238E27FC236}">
                  <a16:creationId xmlns:a16="http://schemas.microsoft.com/office/drawing/2014/main" id="{106BAB00-3842-0ABD-07DC-1DEFC75DC332}"/>
                </a:ext>
              </a:extLst>
            </p:cNvPr>
            <p:cNvSpPr/>
            <p:nvPr/>
          </p:nvSpPr>
          <p:spPr>
            <a:xfrm>
              <a:off x="4861560" y="3936166"/>
              <a:ext cx="9601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48D51749-AEE3-3366-41E8-651D4104FA7C}"/>
                </a:ext>
              </a:extLst>
            </p:cNvPr>
            <p:cNvSpPr txBox="1"/>
            <p:nvPr/>
          </p:nvSpPr>
          <p:spPr>
            <a:xfrm>
              <a:off x="4861560" y="3936166"/>
              <a:ext cx="9601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0.3767</a:t>
              </a:r>
            </a:p>
          </p:txBody>
        </p:sp>
        <p:sp>
          <p:nvSpPr>
            <p:cNvPr id="179" name="Rectangle 174">
              <a:extLst>
                <a:ext uri="{FF2B5EF4-FFF2-40B4-BE49-F238E27FC236}">
                  <a16:creationId xmlns:a16="http://schemas.microsoft.com/office/drawing/2014/main" id="{8ED0D15E-63DF-7357-C8D2-813AE8F778CE}"/>
                </a:ext>
              </a:extLst>
            </p:cNvPr>
            <p:cNvSpPr/>
            <p:nvPr/>
          </p:nvSpPr>
          <p:spPr>
            <a:xfrm>
              <a:off x="5867400" y="3936166"/>
              <a:ext cx="9144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DEED726-D2FB-F1BD-CA8C-148D7CE54FAA}"/>
                </a:ext>
              </a:extLst>
            </p:cNvPr>
            <p:cNvSpPr txBox="1"/>
            <p:nvPr/>
          </p:nvSpPr>
          <p:spPr>
            <a:xfrm>
              <a:off x="5867400" y="3936166"/>
              <a:ext cx="9144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0.3800</a:t>
              </a:r>
            </a:p>
          </p:txBody>
        </p:sp>
        <p:sp>
          <p:nvSpPr>
            <p:cNvPr id="181" name="Rectangle 176">
              <a:extLst>
                <a:ext uri="{FF2B5EF4-FFF2-40B4-BE49-F238E27FC236}">
                  <a16:creationId xmlns:a16="http://schemas.microsoft.com/office/drawing/2014/main" id="{2BD07029-C7AD-308E-0899-99682BD6273E}"/>
                </a:ext>
              </a:extLst>
            </p:cNvPr>
            <p:cNvSpPr/>
            <p:nvPr/>
          </p:nvSpPr>
          <p:spPr>
            <a:xfrm>
              <a:off x="6827520" y="3936166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6A9E895-C930-B169-6BC7-83D90C8BCC06}"/>
                </a:ext>
              </a:extLst>
            </p:cNvPr>
            <p:cNvSpPr txBox="1"/>
            <p:nvPr/>
          </p:nvSpPr>
          <p:spPr>
            <a:xfrm>
              <a:off x="6827520" y="3936166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+0.044</a:t>
              </a:r>
            </a:p>
          </p:txBody>
        </p:sp>
        <p:sp>
          <p:nvSpPr>
            <p:cNvPr id="183" name="Rectangle 178">
              <a:extLst>
                <a:ext uri="{FF2B5EF4-FFF2-40B4-BE49-F238E27FC236}">
                  <a16:creationId xmlns:a16="http://schemas.microsoft.com/office/drawing/2014/main" id="{5DBB44C3-DE95-0F69-466F-58B63F1E9912}"/>
                </a:ext>
              </a:extLst>
            </p:cNvPr>
            <p:cNvSpPr/>
            <p:nvPr/>
          </p:nvSpPr>
          <p:spPr>
            <a:xfrm>
              <a:off x="8061960" y="3936166"/>
              <a:ext cx="14630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7A7C7C28-7270-150D-E558-8FE0A15DED09}"/>
                </a:ext>
              </a:extLst>
            </p:cNvPr>
            <p:cNvSpPr txBox="1"/>
            <p:nvPr/>
          </p:nvSpPr>
          <p:spPr>
            <a:xfrm>
              <a:off x="8061960" y="3936166"/>
              <a:ext cx="14630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85" name="Rectangle 180">
              <a:extLst>
                <a:ext uri="{FF2B5EF4-FFF2-40B4-BE49-F238E27FC236}">
                  <a16:creationId xmlns:a16="http://schemas.microsoft.com/office/drawing/2014/main" id="{1827EB09-EEB6-0A0D-4F4B-2DB5DBED332B}"/>
                </a:ext>
              </a:extLst>
            </p:cNvPr>
            <p:cNvSpPr/>
            <p:nvPr/>
          </p:nvSpPr>
          <p:spPr>
            <a:xfrm>
              <a:off x="9570720" y="3936166"/>
              <a:ext cx="11430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969550E-51BE-AB69-3425-9975C7AAD5BB}"/>
                </a:ext>
              </a:extLst>
            </p:cNvPr>
            <p:cNvSpPr txBox="1"/>
            <p:nvPr/>
          </p:nvSpPr>
          <p:spPr>
            <a:xfrm>
              <a:off x="9570720" y="3936166"/>
              <a:ext cx="11430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87" name="Rectangle 182">
              <a:extLst>
                <a:ext uri="{FF2B5EF4-FFF2-40B4-BE49-F238E27FC236}">
                  <a16:creationId xmlns:a16="http://schemas.microsoft.com/office/drawing/2014/main" id="{2424EEC2-AE4C-D9BE-AF49-D4879041C231}"/>
                </a:ext>
              </a:extLst>
            </p:cNvPr>
            <p:cNvSpPr/>
            <p:nvPr/>
          </p:nvSpPr>
          <p:spPr>
            <a:xfrm>
              <a:off x="10759440" y="3936166"/>
              <a:ext cx="12344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7E1F95F4-A4EB-0C2A-7EC6-622C684C6B03}"/>
                </a:ext>
              </a:extLst>
            </p:cNvPr>
            <p:cNvSpPr txBox="1"/>
            <p:nvPr/>
          </p:nvSpPr>
          <p:spPr>
            <a:xfrm>
              <a:off x="10759440" y="3936166"/>
              <a:ext cx="12344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E8B4C"/>
                  </a:solidFill>
                  <a:latin typeface="맑은 고딕"/>
                </a:rPr>
                <a:t>★ Best</a:t>
              </a:r>
            </a:p>
          </p:txBody>
        </p:sp>
        <p:sp>
          <p:nvSpPr>
            <p:cNvPr id="189" name="Rectangle 184">
              <a:extLst>
                <a:ext uri="{FF2B5EF4-FFF2-40B4-BE49-F238E27FC236}">
                  <a16:creationId xmlns:a16="http://schemas.microsoft.com/office/drawing/2014/main" id="{151289EC-059E-D2BE-515F-23245ED34F84}"/>
                </a:ext>
              </a:extLst>
            </p:cNvPr>
            <p:cNvSpPr/>
            <p:nvPr/>
          </p:nvSpPr>
          <p:spPr>
            <a:xfrm>
              <a:off x="1203960" y="4219630"/>
              <a:ext cx="11887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50D3883E-AF6A-59E2-CEB9-4372E607A3FF}"/>
                </a:ext>
              </a:extLst>
            </p:cNvPr>
            <p:cNvSpPr txBox="1"/>
            <p:nvPr/>
          </p:nvSpPr>
          <p:spPr>
            <a:xfrm>
              <a:off x="1203960" y="4219630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M2_2/global_z</a:t>
              </a:r>
            </a:p>
          </p:txBody>
        </p:sp>
        <p:sp>
          <p:nvSpPr>
            <p:cNvPr id="191" name="Rectangle 186">
              <a:extLst>
                <a:ext uri="{FF2B5EF4-FFF2-40B4-BE49-F238E27FC236}">
                  <a16:creationId xmlns:a16="http://schemas.microsoft.com/office/drawing/2014/main" id="{8B23FB2E-2E3B-2267-DE4B-231726EE4B36}"/>
                </a:ext>
              </a:extLst>
            </p:cNvPr>
            <p:cNvSpPr/>
            <p:nvPr/>
          </p:nvSpPr>
          <p:spPr>
            <a:xfrm>
              <a:off x="2438400" y="4219630"/>
              <a:ext cx="105156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8C5CF76-1460-B01A-462C-FBBFC1CBD5E4}"/>
                </a:ext>
              </a:extLst>
            </p:cNvPr>
            <p:cNvSpPr txBox="1"/>
            <p:nvPr/>
          </p:nvSpPr>
          <p:spPr>
            <a:xfrm>
              <a:off x="2438400" y="4219630"/>
              <a:ext cx="10515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0.7606</a:t>
              </a:r>
            </a:p>
          </p:txBody>
        </p:sp>
        <p:sp>
          <p:nvSpPr>
            <p:cNvPr id="193" name="Rectangle 188">
              <a:extLst>
                <a:ext uri="{FF2B5EF4-FFF2-40B4-BE49-F238E27FC236}">
                  <a16:creationId xmlns:a16="http://schemas.microsoft.com/office/drawing/2014/main" id="{5EE2C97E-776C-2F91-594D-61E5993CDDAC}"/>
                </a:ext>
              </a:extLst>
            </p:cNvPr>
            <p:cNvSpPr/>
            <p:nvPr/>
          </p:nvSpPr>
          <p:spPr>
            <a:xfrm>
              <a:off x="3535680" y="4219630"/>
              <a:ext cx="128016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5C0F9D94-7551-408B-1959-D5AB4F55123D}"/>
                </a:ext>
              </a:extLst>
            </p:cNvPr>
            <p:cNvSpPr txBox="1"/>
            <p:nvPr/>
          </p:nvSpPr>
          <p:spPr>
            <a:xfrm>
              <a:off x="3535680" y="4219630"/>
              <a:ext cx="128016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[0.672,0.840]</a:t>
              </a:r>
            </a:p>
          </p:txBody>
        </p:sp>
        <p:sp>
          <p:nvSpPr>
            <p:cNvPr id="195" name="Rectangle 190">
              <a:extLst>
                <a:ext uri="{FF2B5EF4-FFF2-40B4-BE49-F238E27FC236}">
                  <a16:creationId xmlns:a16="http://schemas.microsoft.com/office/drawing/2014/main" id="{87F93312-F669-B530-F054-131C458F286F}"/>
                </a:ext>
              </a:extLst>
            </p:cNvPr>
            <p:cNvSpPr/>
            <p:nvPr/>
          </p:nvSpPr>
          <p:spPr>
            <a:xfrm>
              <a:off x="4861560" y="4219630"/>
              <a:ext cx="9601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03D8D16-AA5C-C69E-66DD-41FC04A92C11}"/>
                </a:ext>
              </a:extLst>
            </p:cNvPr>
            <p:cNvSpPr txBox="1"/>
            <p:nvPr/>
          </p:nvSpPr>
          <p:spPr>
            <a:xfrm>
              <a:off x="4861560" y="4219630"/>
              <a:ext cx="9601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0.2736</a:t>
              </a:r>
            </a:p>
          </p:txBody>
        </p:sp>
        <p:sp>
          <p:nvSpPr>
            <p:cNvPr id="199" name="Rectangle 194">
              <a:extLst>
                <a:ext uri="{FF2B5EF4-FFF2-40B4-BE49-F238E27FC236}">
                  <a16:creationId xmlns:a16="http://schemas.microsoft.com/office/drawing/2014/main" id="{770BBF7B-6AF4-10C2-C130-74FC7D12D909}"/>
                </a:ext>
              </a:extLst>
            </p:cNvPr>
            <p:cNvSpPr/>
            <p:nvPr/>
          </p:nvSpPr>
          <p:spPr>
            <a:xfrm>
              <a:off x="5867400" y="4219630"/>
              <a:ext cx="91440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F3F106B-824E-8364-7C0A-9DE2A42EB072}"/>
                </a:ext>
              </a:extLst>
            </p:cNvPr>
            <p:cNvSpPr txBox="1"/>
            <p:nvPr/>
          </p:nvSpPr>
          <p:spPr>
            <a:xfrm>
              <a:off x="5867400" y="4219630"/>
              <a:ext cx="9144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0.2877</a:t>
              </a:r>
            </a:p>
          </p:txBody>
        </p:sp>
        <p:sp>
          <p:nvSpPr>
            <p:cNvPr id="201" name="Rectangle 196">
              <a:extLst>
                <a:ext uri="{FF2B5EF4-FFF2-40B4-BE49-F238E27FC236}">
                  <a16:creationId xmlns:a16="http://schemas.microsoft.com/office/drawing/2014/main" id="{B981EF44-7389-2B95-9A8D-89ED89501539}"/>
                </a:ext>
              </a:extLst>
            </p:cNvPr>
            <p:cNvSpPr/>
            <p:nvPr/>
          </p:nvSpPr>
          <p:spPr>
            <a:xfrm>
              <a:off x="6827520" y="4219630"/>
              <a:ext cx="118872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86B4AD98-0E66-EB2D-7427-67294EB9E8E3}"/>
                </a:ext>
              </a:extLst>
            </p:cNvPr>
            <p:cNvSpPr txBox="1"/>
            <p:nvPr/>
          </p:nvSpPr>
          <p:spPr>
            <a:xfrm>
              <a:off x="6827520" y="4219630"/>
              <a:ext cx="118872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−0.042</a:t>
              </a:r>
            </a:p>
          </p:txBody>
        </p:sp>
        <p:sp>
          <p:nvSpPr>
            <p:cNvPr id="203" name="Rectangle 198">
              <a:extLst>
                <a:ext uri="{FF2B5EF4-FFF2-40B4-BE49-F238E27FC236}">
                  <a16:creationId xmlns:a16="http://schemas.microsoft.com/office/drawing/2014/main" id="{FEE79D4C-9930-8275-6567-67AD73AC40A6}"/>
                </a:ext>
              </a:extLst>
            </p:cNvPr>
            <p:cNvSpPr/>
            <p:nvPr/>
          </p:nvSpPr>
          <p:spPr>
            <a:xfrm>
              <a:off x="8061960" y="4219630"/>
              <a:ext cx="146304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8DDDE422-0839-3451-C619-BA0CA20ED312}"/>
                </a:ext>
              </a:extLst>
            </p:cNvPr>
            <p:cNvSpPr txBox="1"/>
            <p:nvPr/>
          </p:nvSpPr>
          <p:spPr>
            <a:xfrm>
              <a:off x="8061960" y="4219630"/>
              <a:ext cx="14630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205" name="Rectangle 200">
              <a:extLst>
                <a:ext uri="{FF2B5EF4-FFF2-40B4-BE49-F238E27FC236}">
                  <a16:creationId xmlns:a16="http://schemas.microsoft.com/office/drawing/2014/main" id="{D7D5B78E-5D32-7868-D81A-EBFF5F433D38}"/>
                </a:ext>
              </a:extLst>
            </p:cNvPr>
            <p:cNvSpPr/>
            <p:nvPr/>
          </p:nvSpPr>
          <p:spPr>
            <a:xfrm>
              <a:off x="9570720" y="4219630"/>
              <a:ext cx="114300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8904CDB1-F4A2-AC69-71BE-D3444E39842D}"/>
                </a:ext>
              </a:extLst>
            </p:cNvPr>
            <p:cNvSpPr txBox="1"/>
            <p:nvPr/>
          </p:nvSpPr>
          <p:spPr>
            <a:xfrm>
              <a:off x="9570720" y="4219630"/>
              <a:ext cx="114300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207" name="Rectangle 202">
              <a:extLst>
                <a:ext uri="{FF2B5EF4-FFF2-40B4-BE49-F238E27FC236}">
                  <a16:creationId xmlns:a16="http://schemas.microsoft.com/office/drawing/2014/main" id="{B256443E-5BCD-ABCB-CA2F-579FCD20BB1A}"/>
                </a:ext>
              </a:extLst>
            </p:cNvPr>
            <p:cNvSpPr/>
            <p:nvPr/>
          </p:nvSpPr>
          <p:spPr>
            <a:xfrm>
              <a:off x="10759440" y="4219630"/>
              <a:ext cx="1234440" cy="283464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A189AD75-A2C4-9225-C49A-4AAC04C8F756}"/>
                </a:ext>
              </a:extLst>
            </p:cNvPr>
            <p:cNvSpPr txBox="1"/>
            <p:nvPr/>
          </p:nvSpPr>
          <p:spPr>
            <a:xfrm>
              <a:off x="10759440" y="4219630"/>
              <a:ext cx="1234440" cy="2834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209" name="Rectangle 204">
              <a:extLst>
                <a:ext uri="{FF2B5EF4-FFF2-40B4-BE49-F238E27FC236}">
                  <a16:creationId xmlns:a16="http://schemas.microsoft.com/office/drawing/2014/main" id="{DD2DDFB5-CFD2-D078-A705-19E518E0830E}"/>
                </a:ext>
              </a:extLst>
            </p:cNvPr>
            <p:cNvSpPr/>
            <p:nvPr/>
          </p:nvSpPr>
          <p:spPr>
            <a:xfrm>
              <a:off x="1203960" y="4503094"/>
              <a:ext cx="11887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389E7AF-EABE-764D-A8DA-6B54D2FB1E21}"/>
                </a:ext>
              </a:extLst>
            </p:cNvPr>
            <p:cNvSpPr txBox="1"/>
            <p:nvPr/>
          </p:nvSpPr>
          <p:spPr>
            <a:xfrm>
              <a:off x="1203960" y="4503094"/>
              <a:ext cx="11887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M3/raw</a:t>
              </a:r>
            </a:p>
          </p:txBody>
        </p:sp>
        <p:sp>
          <p:nvSpPr>
            <p:cNvPr id="211" name="Rectangle 206">
              <a:extLst>
                <a:ext uri="{FF2B5EF4-FFF2-40B4-BE49-F238E27FC236}">
                  <a16:creationId xmlns:a16="http://schemas.microsoft.com/office/drawing/2014/main" id="{C45BF4A6-8B7A-48D4-F7F8-A7AFAAB67952}"/>
                </a:ext>
              </a:extLst>
            </p:cNvPr>
            <p:cNvSpPr/>
            <p:nvPr/>
          </p:nvSpPr>
          <p:spPr>
            <a:xfrm>
              <a:off x="2438400" y="4503094"/>
              <a:ext cx="105156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9342CBCB-4C0D-3DC1-25E8-6C820C7CDDA7}"/>
                </a:ext>
              </a:extLst>
            </p:cNvPr>
            <p:cNvSpPr txBox="1"/>
            <p:nvPr/>
          </p:nvSpPr>
          <p:spPr>
            <a:xfrm>
              <a:off x="2438400" y="4503094"/>
              <a:ext cx="105156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0.7705</a:t>
              </a:r>
            </a:p>
          </p:txBody>
        </p:sp>
        <p:sp>
          <p:nvSpPr>
            <p:cNvPr id="213" name="Rectangle 208">
              <a:extLst>
                <a:ext uri="{FF2B5EF4-FFF2-40B4-BE49-F238E27FC236}">
                  <a16:creationId xmlns:a16="http://schemas.microsoft.com/office/drawing/2014/main" id="{F208CF19-2C90-488E-CF71-EDE59D62728D}"/>
                </a:ext>
              </a:extLst>
            </p:cNvPr>
            <p:cNvSpPr/>
            <p:nvPr/>
          </p:nvSpPr>
          <p:spPr>
            <a:xfrm>
              <a:off x="3535680" y="4503094"/>
              <a:ext cx="128016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466B7DE2-7687-6C5F-A0AD-B3207CF9E716}"/>
                </a:ext>
              </a:extLst>
            </p:cNvPr>
            <p:cNvSpPr txBox="1"/>
            <p:nvPr/>
          </p:nvSpPr>
          <p:spPr>
            <a:xfrm>
              <a:off x="3535680" y="4503094"/>
              <a:ext cx="128016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[0.686,0.854]</a:t>
              </a:r>
            </a:p>
          </p:txBody>
        </p:sp>
        <p:sp>
          <p:nvSpPr>
            <p:cNvPr id="215" name="Rectangle 210">
              <a:extLst>
                <a:ext uri="{FF2B5EF4-FFF2-40B4-BE49-F238E27FC236}">
                  <a16:creationId xmlns:a16="http://schemas.microsoft.com/office/drawing/2014/main" id="{48230F85-6AF0-991A-0726-D835A7E947AF}"/>
                </a:ext>
              </a:extLst>
            </p:cNvPr>
            <p:cNvSpPr/>
            <p:nvPr/>
          </p:nvSpPr>
          <p:spPr>
            <a:xfrm>
              <a:off x="4861560" y="4503094"/>
              <a:ext cx="9601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1E17CA0-13EC-F176-7F0D-5DF06C94922E}"/>
                </a:ext>
              </a:extLst>
            </p:cNvPr>
            <p:cNvSpPr txBox="1"/>
            <p:nvPr/>
          </p:nvSpPr>
          <p:spPr>
            <a:xfrm>
              <a:off x="4861560" y="4503094"/>
              <a:ext cx="9601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0.2507</a:t>
              </a:r>
            </a:p>
          </p:txBody>
        </p:sp>
        <p:sp>
          <p:nvSpPr>
            <p:cNvPr id="219" name="Rectangle 214">
              <a:extLst>
                <a:ext uri="{FF2B5EF4-FFF2-40B4-BE49-F238E27FC236}">
                  <a16:creationId xmlns:a16="http://schemas.microsoft.com/office/drawing/2014/main" id="{9B5DADD8-FCA1-C29C-9A79-537F5E7771FF}"/>
                </a:ext>
              </a:extLst>
            </p:cNvPr>
            <p:cNvSpPr/>
            <p:nvPr/>
          </p:nvSpPr>
          <p:spPr>
            <a:xfrm>
              <a:off x="5867400" y="4503094"/>
              <a:ext cx="91440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DCDFC2F0-97A8-E81F-128D-443D2CF90517}"/>
                </a:ext>
              </a:extLst>
            </p:cNvPr>
            <p:cNvSpPr txBox="1"/>
            <p:nvPr/>
          </p:nvSpPr>
          <p:spPr>
            <a:xfrm>
              <a:off x="5867400" y="4503094"/>
              <a:ext cx="91440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0.3265</a:t>
              </a:r>
            </a:p>
          </p:txBody>
        </p:sp>
        <p:sp>
          <p:nvSpPr>
            <p:cNvPr id="221" name="Rectangle 216">
              <a:extLst>
                <a:ext uri="{FF2B5EF4-FFF2-40B4-BE49-F238E27FC236}">
                  <a16:creationId xmlns:a16="http://schemas.microsoft.com/office/drawing/2014/main" id="{FE62F706-EC1D-E2DA-EA42-454DAB406A57}"/>
                </a:ext>
              </a:extLst>
            </p:cNvPr>
            <p:cNvSpPr/>
            <p:nvPr/>
          </p:nvSpPr>
          <p:spPr>
            <a:xfrm>
              <a:off x="6827520" y="4503094"/>
              <a:ext cx="11887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6353B577-410C-2571-D31A-C8872C389A0D}"/>
                </a:ext>
              </a:extLst>
            </p:cNvPr>
            <p:cNvSpPr txBox="1"/>
            <p:nvPr/>
          </p:nvSpPr>
          <p:spPr>
            <a:xfrm>
              <a:off x="6827520" y="4503094"/>
              <a:ext cx="11887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−0.033</a:t>
              </a:r>
            </a:p>
          </p:txBody>
        </p:sp>
        <p:sp>
          <p:nvSpPr>
            <p:cNvPr id="223" name="Rectangle 218">
              <a:extLst>
                <a:ext uri="{FF2B5EF4-FFF2-40B4-BE49-F238E27FC236}">
                  <a16:creationId xmlns:a16="http://schemas.microsoft.com/office/drawing/2014/main" id="{EB715CA4-ED0A-EFCB-FD9F-7FE09E55C1FD}"/>
                </a:ext>
              </a:extLst>
            </p:cNvPr>
            <p:cNvSpPr/>
            <p:nvPr/>
          </p:nvSpPr>
          <p:spPr>
            <a:xfrm>
              <a:off x="8061960" y="4503094"/>
              <a:ext cx="146304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9D32D066-3733-BCFF-DF44-24376A392102}"/>
                </a:ext>
              </a:extLst>
            </p:cNvPr>
            <p:cNvSpPr txBox="1"/>
            <p:nvPr/>
          </p:nvSpPr>
          <p:spPr>
            <a:xfrm>
              <a:off x="8061960" y="4503094"/>
              <a:ext cx="146304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-0.029</a:t>
              </a:r>
            </a:p>
          </p:txBody>
        </p:sp>
        <p:sp>
          <p:nvSpPr>
            <p:cNvPr id="225" name="Rectangle 220">
              <a:extLst>
                <a:ext uri="{FF2B5EF4-FFF2-40B4-BE49-F238E27FC236}">
                  <a16:creationId xmlns:a16="http://schemas.microsoft.com/office/drawing/2014/main" id="{98898B8B-A061-3BE8-F982-D8EBC7F09D82}"/>
                </a:ext>
              </a:extLst>
            </p:cNvPr>
            <p:cNvSpPr/>
            <p:nvPr/>
          </p:nvSpPr>
          <p:spPr>
            <a:xfrm>
              <a:off x="9570720" y="4503094"/>
              <a:ext cx="114300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E187BE44-7957-D6B0-F091-43FCBE88F8DA}"/>
                </a:ext>
              </a:extLst>
            </p:cNvPr>
            <p:cNvSpPr txBox="1"/>
            <p:nvPr/>
          </p:nvSpPr>
          <p:spPr>
            <a:xfrm>
              <a:off x="9570720" y="4503094"/>
              <a:ext cx="114300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0.449</a:t>
              </a:r>
            </a:p>
          </p:txBody>
        </p:sp>
        <p:sp>
          <p:nvSpPr>
            <p:cNvPr id="227" name="Rectangle 222">
              <a:extLst>
                <a:ext uri="{FF2B5EF4-FFF2-40B4-BE49-F238E27FC236}">
                  <a16:creationId xmlns:a16="http://schemas.microsoft.com/office/drawing/2014/main" id="{0D956209-9CBB-3E43-18FA-93C0CFE47E0D}"/>
                </a:ext>
              </a:extLst>
            </p:cNvPr>
            <p:cNvSpPr/>
            <p:nvPr/>
          </p:nvSpPr>
          <p:spPr>
            <a:xfrm>
              <a:off x="10759440" y="4503094"/>
              <a:ext cx="123444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2880F32C-76AF-7DBD-1774-A6143C85999D}"/>
                </a:ext>
              </a:extLst>
            </p:cNvPr>
            <p:cNvSpPr txBox="1"/>
            <p:nvPr/>
          </p:nvSpPr>
          <p:spPr>
            <a:xfrm>
              <a:off x="10759440" y="4503094"/>
              <a:ext cx="123444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229" name="Rectangle 224">
              <a:extLst>
                <a:ext uri="{FF2B5EF4-FFF2-40B4-BE49-F238E27FC236}">
                  <a16:creationId xmlns:a16="http://schemas.microsoft.com/office/drawing/2014/main" id="{AF700794-0EE4-02B9-E1A5-6F051678EB41}"/>
                </a:ext>
              </a:extLst>
            </p:cNvPr>
            <p:cNvSpPr/>
            <p:nvPr/>
          </p:nvSpPr>
          <p:spPr>
            <a:xfrm>
              <a:off x="1203960" y="4786558"/>
              <a:ext cx="11887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C0A816A7-96A7-0608-1122-B47B235E158A}"/>
                </a:ext>
              </a:extLst>
            </p:cNvPr>
            <p:cNvSpPr txBox="1"/>
            <p:nvPr/>
          </p:nvSpPr>
          <p:spPr>
            <a:xfrm>
              <a:off x="1203960" y="4786558"/>
              <a:ext cx="11887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M3/std_scal</a:t>
              </a:r>
            </a:p>
          </p:txBody>
        </p:sp>
        <p:sp>
          <p:nvSpPr>
            <p:cNvPr id="231" name="Rectangle 226">
              <a:extLst>
                <a:ext uri="{FF2B5EF4-FFF2-40B4-BE49-F238E27FC236}">
                  <a16:creationId xmlns:a16="http://schemas.microsoft.com/office/drawing/2014/main" id="{C8EF78DF-A8E6-123D-3760-2FAB3DE3E619}"/>
                </a:ext>
              </a:extLst>
            </p:cNvPr>
            <p:cNvSpPr/>
            <p:nvPr/>
          </p:nvSpPr>
          <p:spPr>
            <a:xfrm>
              <a:off x="2438400" y="4786558"/>
              <a:ext cx="105156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EB7EABC4-5BF6-C93A-5F69-B456F2DE6BCC}"/>
                </a:ext>
              </a:extLst>
            </p:cNvPr>
            <p:cNvSpPr txBox="1"/>
            <p:nvPr/>
          </p:nvSpPr>
          <p:spPr>
            <a:xfrm>
              <a:off x="2438400" y="4786558"/>
              <a:ext cx="105156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0.7382</a:t>
              </a:r>
            </a:p>
          </p:txBody>
        </p:sp>
        <p:sp>
          <p:nvSpPr>
            <p:cNvPr id="233" name="Rectangle 228">
              <a:extLst>
                <a:ext uri="{FF2B5EF4-FFF2-40B4-BE49-F238E27FC236}">
                  <a16:creationId xmlns:a16="http://schemas.microsoft.com/office/drawing/2014/main" id="{AE711AE0-72B1-5986-A67E-635A11C2C379}"/>
                </a:ext>
              </a:extLst>
            </p:cNvPr>
            <p:cNvSpPr/>
            <p:nvPr/>
          </p:nvSpPr>
          <p:spPr>
            <a:xfrm>
              <a:off x="3535680" y="4786558"/>
              <a:ext cx="128016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002D788B-53A8-757F-9082-23AAD2E31C90}"/>
                </a:ext>
              </a:extLst>
            </p:cNvPr>
            <p:cNvSpPr txBox="1"/>
            <p:nvPr/>
          </p:nvSpPr>
          <p:spPr>
            <a:xfrm>
              <a:off x="3535680" y="4786558"/>
              <a:ext cx="128016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[0.634,0.834]</a:t>
              </a:r>
            </a:p>
          </p:txBody>
        </p:sp>
        <p:sp>
          <p:nvSpPr>
            <p:cNvPr id="235" name="Rectangle 230">
              <a:extLst>
                <a:ext uri="{FF2B5EF4-FFF2-40B4-BE49-F238E27FC236}">
                  <a16:creationId xmlns:a16="http://schemas.microsoft.com/office/drawing/2014/main" id="{A6160D53-D8D4-2AAA-2B4E-4D14C6C2BB57}"/>
                </a:ext>
              </a:extLst>
            </p:cNvPr>
            <p:cNvSpPr/>
            <p:nvPr/>
          </p:nvSpPr>
          <p:spPr>
            <a:xfrm>
              <a:off x="4861560" y="4786558"/>
              <a:ext cx="9601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8B3EC553-A727-A70E-F95C-ADA52247EE3E}"/>
                </a:ext>
              </a:extLst>
            </p:cNvPr>
            <p:cNvSpPr txBox="1"/>
            <p:nvPr/>
          </p:nvSpPr>
          <p:spPr>
            <a:xfrm>
              <a:off x="4861560" y="4786558"/>
              <a:ext cx="9601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0.2212</a:t>
              </a:r>
            </a:p>
          </p:txBody>
        </p:sp>
        <p:sp>
          <p:nvSpPr>
            <p:cNvPr id="239" name="Rectangle 234">
              <a:extLst>
                <a:ext uri="{FF2B5EF4-FFF2-40B4-BE49-F238E27FC236}">
                  <a16:creationId xmlns:a16="http://schemas.microsoft.com/office/drawing/2014/main" id="{1566DE82-3B84-9D42-EA22-DFEFBE47FDB9}"/>
                </a:ext>
              </a:extLst>
            </p:cNvPr>
            <p:cNvSpPr/>
            <p:nvPr/>
          </p:nvSpPr>
          <p:spPr>
            <a:xfrm>
              <a:off x="5867400" y="4786558"/>
              <a:ext cx="91440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CF249933-1A36-9EAA-6E82-6150DEB2D126}"/>
                </a:ext>
              </a:extLst>
            </p:cNvPr>
            <p:cNvSpPr txBox="1"/>
            <p:nvPr/>
          </p:nvSpPr>
          <p:spPr>
            <a:xfrm>
              <a:off x="5867400" y="4786558"/>
              <a:ext cx="91440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0.2917</a:t>
              </a:r>
            </a:p>
          </p:txBody>
        </p:sp>
        <p:sp>
          <p:nvSpPr>
            <p:cNvPr id="241" name="Rectangle 236">
              <a:extLst>
                <a:ext uri="{FF2B5EF4-FFF2-40B4-BE49-F238E27FC236}">
                  <a16:creationId xmlns:a16="http://schemas.microsoft.com/office/drawing/2014/main" id="{9927112D-9CBE-732C-66DF-01E347F654CA}"/>
                </a:ext>
              </a:extLst>
            </p:cNvPr>
            <p:cNvSpPr/>
            <p:nvPr/>
          </p:nvSpPr>
          <p:spPr>
            <a:xfrm>
              <a:off x="6827520" y="4786558"/>
              <a:ext cx="11887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4814CDCA-D7F5-AC61-95BF-45A2121AFCFA}"/>
                </a:ext>
              </a:extLst>
            </p:cNvPr>
            <p:cNvSpPr txBox="1"/>
            <p:nvPr/>
          </p:nvSpPr>
          <p:spPr>
            <a:xfrm>
              <a:off x="6827520" y="4786558"/>
              <a:ext cx="11887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−0.065</a:t>
              </a:r>
            </a:p>
          </p:txBody>
        </p:sp>
        <p:sp>
          <p:nvSpPr>
            <p:cNvPr id="243" name="Rectangle 238">
              <a:extLst>
                <a:ext uri="{FF2B5EF4-FFF2-40B4-BE49-F238E27FC236}">
                  <a16:creationId xmlns:a16="http://schemas.microsoft.com/office/drawing/2014/main" id="{419FE6A9-93FE-D275-8EF6-68004D0150A9}"/>
                </a:ext>
              </a:extLst>
            </p:cNvPr>
            <p:cNvSpPr/>
            <p:nvPr/>
          </p:nvSpPr>
          <p:spPr>
            <a:xfrm>
              <a:off x="8061960" y="4786558"/>
              <a:ext cx="146304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F149CE22-3454-42A9-D8FE-18E4C748CBDD}"/>
                </a:ext>
              </a:extLst>
            </p:cNvPr>
            <p:cNvSpPr txBox="1"/>
            <p:nvPr/>
          </p:nvSpPr>
          <p:spPr>
            <a:xfrm>
              <a:off x="8061960" y="4786558"/>
              <a:ext cx="146304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-0.012</a:t>
              </a:r>
            </a:p>
          </p:txBody>
        </p:sp>
        <p:sp>
          <p:nvSpPr>
            <p:cNvPr id="245" name="Rectangle 240">
              <a:extLst>
                <a:ext uri="{FF2B5EF4-FFF2-40B4-BE49-F238E27FC236}">
                  <a16:creationId xmlns:a16="http://schemas.microsoft.com/office/drawing/2014/main" id="{9E36232E-71A2-0FF2-A5CD-7BD1B6F2F86A}"/>
                </a:ext>
              </a:extLst>
            </p:cNvPr>
            <p:cNvSpPr/>
            <p:nvPr/>
          </p:nvSpPr>
          <p:spPr>
            <a:xfrm>
              <a:off x="9570720" y="4786558"/>
              <a:ext cx="114300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20FF1A05-075F-7B6B-E90F-61BC8B5CF135}"/>
                </a:ext>
              </a:extLst>
            </p:cNvPr>
            <p:cNvSpPr txBox="1"/>
            <p:nvPr/>
          </p:nvSpPr>
          <p:spPr>
            <a:xfrm>
              <a:off x="9570720" y="4786558"/>
              <a:ext cx="114300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0.574</a:t>
              </a:r>
            </a:p>
          </p:txBody>
        </p:sp>
        <p:sp>
          <p:nvSpPr>
            <p:cNvPr id="247" name="Rectangle 242">
              <a:extLst>
                <a:ext uri="{FF2B5EF4-FFF2-40B4-BE49-F238E27FC236}">
                  <a16:creationId xmlns:a16="http://schemas.microsoft.com/office/drawing/2014/main" id="{FBE29F4E-38B1-0D06-6EAF-1E4205F1EEB9}"/>
                </a:ext>
              </a:extLst>
            </p:cNvPr>
            <p:cNvSpPr/>
            <p:nvPr/>
          </p:nvSpPr>
          <p:spPr>
            <a:xfrm>
              <a:off x="10759440" y="4786558"/>
              <a:ext cx="123444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DA4F0D52-7289-6878-B47B-DD2EC3046EB7}"/>
                </a:ext>
              </a:extLst>
            </p:cNvPr>
            <p:cNvSpPr txBox="1"/>
            <p:nvPr/>
          </p:nvSpPr>
          <p:spPr>
            <a:xfrm>
              <a:off x="10759440" y="4786558"/>
              <a:ext cx="123444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249" name="Rectangle 244">
              <a:extLst>
                <a:ext uri="{FF2B5EF4-FFF2-40B4-BE49-F238E27FC236}">
                  <a16:creationId xmlns:a16="http://schemas.microsoft.com/office/drawing/2014/main" id="{6445E706-E62C-4C41-FB1C-2FCC62FA11A4}"/>
                </a:ext>
              </a:extLst>
            </p:cNvPr>
            <p:cNvSpPr/>
            <p:nvPr/>
          </p:nvSpPr>
          <p:spPr>
            <a:xfrm>
              <a:off x="1203960" y="5070022"/>
              <a:ext cx="11887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88C7223E-9632-DB21-00A2-43C3CCF94CCF}"/>
                </a:ext>
              </a:extLst>
            </p:cNvPr>
            <p:cNvSpPr txBox="1"/>
            <p:nvPr/>
          </p:nvSpPr>
          <p:spPr>
            <a:xfrm>
              <a:off x="1203960" y="5070022"/>
              <a:ext cx="11887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M3/norm</a:t>
              </a:r>
            </a:p>
          </p:txBody>
        </p:sp>
        <p:sp>
          <p:nvSpPr>
            <p:cNvPr id="251" name="Rectangle 246">
              <a:extLst>
                <a:ext uri="{FF2B5EF4-FFF2-40B4-BE49-F238E27FC236}">
                  <a16:creationId xmlns:a16="http://schemas.microsoft.com/office/drawing/2014/main" id="{A3AEA4F3-FA1E-CB2E-2018-566E26B9327A}"/>
                </a:ext>
              </a:extLst>
            </p:cNvPr>
            <p:cNvSpPr/>
            <p:nvPr/>
          </p:nvSpPr>
          <p:spPr>
            <a:xfrm>
              <a:off x="2438400" y="5070022"/>
              <a:ext cx="105156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CC0F2F58-550C-4CA5-1C7F-71A3FF6C21CE}"/>
                </a:ext>
              </a:extLst>
            </p:cNvPr>
            <p:cNvSpPr txBox="1"/>
            <p:nvPr/>
          </p:nvSpPr>
          <p:spPr>
            <a:xfrm>
              <a:off x="2438400" y="5070022"/>
              <a:ext cx="105156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0.7482</a:t>
              </a:r>
            </a:p>
          </p:txBody>
        </p:sp>
        <p:sp>
          <p:nvSpPr>
            <p:cNvPr id="253" name="Rectangle 248">
              <a:extLst>
                <a:ext uri="{FF2B5EF4-FFF2-40B4-BE49-F238E27FC236}">
                  <a16:creationId xmlns:a16="http://schemas.microsoft.com/office/drawing/2014/main" id="{08EE5D77-7FBE-4241-998C-7C95705487B0}"/>
                </a:ext>
              </a:extLst>
            </p:cNvPr>
            <p:cNvSpPr/>
            <p:nvPr/>
          </p:nvSpPr>
          <p:spPr>
            <a:xfrm>
              <a:off x="3535680" y="5070022"/>
              <a:ext cx="128016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F98A396-FCA3-591A-4914-1669733A3377}"/>
                </a:ext>
              </a:extLst>
            </p:cNvPr>
            <p:cNvSpPr txBox="1"/>
            <p:nvPr/>
          </p:nvSpPr>
          <p:spPr>
            <a:xfrm>
              <a:off x="3535680" y="5070022"/>
              <a:ext cx="128016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[0.654,0.838]</a:t>
              </a:r>
            </a:p>
          </p:txBody>
        </p:sp>
        <p:sp>
          <p:nvSpPr>
            <p:cNvPr id="255" name="Rectangle 250">
              <a:extLst>
                <a:ext uri="{FF2B5EF4-FFF2-40B4-BE49-F238E27FC236}">
                  <a16:creationId xmlns:a16="http://schemas.microsoft.com/office/drawing/2014/main" id="{062042BB-939F-D4A9-F67A-910F3150544D}"/>
                </a:ext>
              </a:extLst>
            </p:cNvPr>
            <p:cNvSpPr/>
            <p:nvPr/>
          </p:nvSpPr>
          <p:spPr>
            <a:xfrm>
              <a:off x="4861560" y="5070022"/>
              <a:ext cx="9601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13D4DD22-D016-F44C-1762-175CB70CE4F9}"/>
                </a:ext>
              </a:extLst>
            </p:cNvPr>
            <p:cNvSpPr txBox="1"/>
            <p:nvPr/>
          </p:nvSpPr>
          <p:spPr>
            <a:xfrm>
              <a:off x="4861560" y="5070022"/>
              <a:ext cx="9601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0.2681</a:t>
              </a:r>
            </a:p>
          </p:txBody>
        </p:sp>
        <p:sp>
          <p:nvSpPr>
            <p:cNvPr id="259" name="Rectangle 254">
              <a:extLst>
                <a:ext uri="{FF2B5EF4-FFF2-40B4-BE49-F238E27FC236}">
                  <a16:creationId xmlns:a16="http://schemas.microsoft.com/office/drawing/2014/main" id="{97EB5D73-4896-69FB-50FD-2954FFA986B1}"/>
                </a:ext>
              </a:extLst>
            </p:cNvPr>
            <p:cNvSpPr/>
            <p:nvPr/>
          </p:nvSpPr>
          <p:spPr>
            <a:xfrm>
              <a:off x="5867400" y="5070022"/>
              <a:ext cx="91440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92C3B512-D11C-9F4F-B52F-519FBEDEE875}"/>
                </a:ext>
              </a:extLst>
            </p:cNvPr>
            <p:cNvSpPr txBox="1"/>
            <p:nvPr/>
          </p:nvSpPr>
          <p:spPr>
            <a:xfrm>
              <a:off x="5867400" y="5070022"/>
              <a:ext cx="91440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0.3214</a:t>
              </a:r>
            </a:p>
          </p:txBody>
        </p:sp>
        <p:sp>
          <p:nvSpPr>
            <p:cNvPr id="261" name="Rectangle 256">
              <a:extLst>
                <a:ext uri="{FF2B5EF4-FFF2-40B4-BE49-F238E27FC236}">
                  <a16:creationId xmlns:a16="http://schemas.microsoft.com/office/drawing/2014/main" id="{5F4D1977-62D3-CED6-2A22-324102A221B7}"/>
                </a:ext>
              </a:extLst>
            </p:cNvPr>
            <p:cNvSpPr/>
            <p:nvPr/>
          </p:nvSpPr>
          <p:spPr>
            <a:xfrm>
              <a:off x="6827520" y="5070022"/>
              <a:ext cx="118872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48B47558-B52F-F27C-6E8A-AD2E6E48439F}"/>
                </a:ext>
              </a:extLst>
            </p:cNvPr>
            <p:cNvSpPr txBox="1"/>
            <p:nvPr/>
          </p:nvSpPr>
          <p:spPr>
            <a:xfrm>
              <a:off x="6827520" y="5070022"/>
              <a:ext cx="118872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−0.055</a:t>
              </a:r>
            </a:p>
          </p:txBody>
        </p:sp>
        <p:sp>
          <p:nvSpPr>
            <p:cNvPr id="263" name="Rectangle 258">
              <a:extLst>
                <a:ext uri="{FF2B5EF4-FFF2-40B4-BE49-F238E27FC236}">
                  <a16:creationId xmlns:a16="http://schemas.microsoft.com/office/drawing/2014/main" id="{5386A66A-0944-5739-9D0C-C2AA7D671203}"/>
                </a:ext>
              </a:extLst>
            </p:cNvPr>
            <p:cNvSpPr/>
            <p:nvPr/>
          </p:nvSpPr>
          <p:spPr>
            <a:xfrm>
              <a:off x="8061960" y="5070022"/>
              <a:ext cx="146304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ACC0882B-F622-BCA0-76F4-7D80472FBABE}"/>
                </a:ext>
              </a:extLst>
            </p:cNvPr>
            <p:cNvSpPr txBox="1"/>
            <p:nvPr/>
          </p:nvSpPr>
          <p:spPr>
            <a:xfrm>
              <a:off x="8061960" y="5070022"/>
              <a:ext cx="146304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-0.001</a:t>
              </a:r>
            </a:p>
          </p:txBody>
        </p:sp>
        <p:sp>
          <p:nvSpPr>
            <p:cNvPr id="265" name="Rectangle 260">
              <a:extLst>
                <a:ext uri="{FF2B5EF4-FFF2-40B4-BE49-F238E27FC236}">
                  <a16:creationId xmlns:a16="http://schemas.microsoft.com/office/drawing/2014/main" id="{55576E31-BB20-EBEE-13EC-03E662F51F2E}"/>
                </a:ext>
              </a:extLst>
            </p:cNvPr>
            <p:cNvSpPr/>
            <p:nvPr/>
          </p:nvSpPr>
          <p:spPr>
            <a:xfrm>
              <a:off x="9570720" y="5070022"/>
              <a:ext cx="114300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09B666A3-2024-7F23-DF69-4FACB08E028F}"/>
                </a:ext>
              </a:extLst>
            </p:cNvPr>
            <p:cNvSpPr txBox="1"/>
            <p:nvPr/>
          </p:nvSpPr>
          <p:spPr>
            <a:xfrm>
              <a:off x="9570720" y="5070022"/>
              <a:ext cx="114300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0.960</a:t>
              </a:r>
            </a:p>
          </p:txBody>
        </p:sp>
        <p:sp>
          <p:nvSpPr>
            <p:cNvPr id="267" name="Rectangle 262">
              <a:extLst>
                <a:ext uri="{FF2B5EF4-FFF2-40B4-BE49-F238E27FC236}">
                  <a16:creationId xmlns:a16="http://schemas.microsoft.com/office/drawing/2014/main" id="{9B846A46-2046-C4DD-D07D-1F3BBFAA14F9}"/>
                </a:ext>
              </a:extLst>
            </p:cNvPr>
            <p:cNvSpPr/>
            <p:nvPr/>
          </p:nvSpPr>
          <p:spPr>
            <a:xfrm>
              <a:off x="10759440" y="5070022"/>
              <a:ext cx="1234440" cy="28346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551DF4B4-7111-CF26-C976-E2BBB67CB476}"/>
                </a:ext>
              </a:extLst>
            </p:cNvPr>
            <p:cNvSpPr txBox="1"/>
            <p:nvPr/>
          </p:nvSpPr>
          <p:spPr>
            <a:xfrm>
              <a:off x="10759440" y="5070022"/>
              <a:ext cx="1234440" cy="2834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269" name="Rectangle 264">
              <a:extLst>
                <a:ext uri="{FF2B5EF4-FFF2-40B4-BE49-F238E27FC236}">
                  <a16:creationId xmlns:a16="http://schemas.microsoft.com/office/drawing/2014/main" id="{5745579A-9AB1-17D9-54E4-FDA4700FCF6B}"/>
                </a:ext>
              </a:extLst>
            </p:cNvPr>
            <p:cNvSpPr/>
            <p:nvPr/>
          </p:nvSpPr>
          <p:spPr>
            <a:xfrm>
              <a:off x="1203960" y="5353485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A855AAE6-F6B5-A2FF-C1F9-102B4FB2A068}"/>
                </a:ext>
              </a:extLst>
            </p:cNvPr>
            <p:cNvSpPr txBox="1"/>
            <p:nvPr/>
          </p:nvSpPr>
          <p:spPr>
            <a:xfrm>
              <a:off x="1203960" y="5353485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M3/global_z</a:t>
              </a:r>
            </a:p>
          </p:txBody>
        </p:sp>
        <p:sp>
          <p:nvSpPr>
            <p:cNvPr id="271" name="Rectangle 266">
              <a:extLst>
                <a:ext uri="{FF2B5EF4-FFF2-40B4-BE49-F238E27FC236}">
                  <a16:creationId xmlns:a16="http://schemas.microsoft.com/office/drawing/2014/main" id="{50C58B89-8F59-453F-A621-C63EDF14FFDB}"/>
                </a:ext>
              </a:extLst>
            </p:cNvPr>
            <p:cNvSpPr/>
            <p:nvPr/>
          </p:nvSpPr>
          <p:spPr>
            <a:xfrm>
              <a:off x="2438400" y="5353485"/>
              <a:ext cx="10515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28DFFA09-9C23-6EAB-E5F2-9BA1885A9B78}"/>
                </a:ext>
              </a:extLst>
            </p:cNvPr>
            <p:cNvSpPr txBox="1"/>
            <p:nvPr/>
          </p:nvSpPr>
          <p:spPr>
            <a:xfrm>
              <a:off x="2438400" y="5353485"/>
              <a:ext cx="10515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0.8006</a:t>
              </a:r>
            </a:p>
          </p:txBody>
        </p:sp>
        <p:sp>
          <p:nvSpPr>
            <p:cNvPr id="273" name="Rectangle 268">
              <a:extLst>
                <a:ext uri="{FF2B5EF4-FFF2-40B4-BE49-F238E27FC236}">
                  <a16:creationId xmlns:a16="http://schemas.microsoft.com/office/drawing/2014/main" id="{383CEB3D-F203-A916-EFD7-AFAD66669E64}"/>
                </a:ext>
              </a:extLst>
            </p:cNvPr>
            <p:cNvSpPr/>
            <p:nvPr/>
          </p:nvSpPr>
          <p:spPr>
            <a:xfrm>
              <a:off x="3535680" y="5353485"/>
              <a:ext cx="12801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AE111872-025A-8B5A-3491-19B0BD6CC800}"/>
                </a:ext>
              </a:extLst>
            </p:cNvPr>
            <p:cNvSpPr txBox="1"/>
            <p:nvPr/>
          </p:nvSpPr>
          <p:spPr>
            <a:xfrm>
              <a:off x="3535680" y="5353485"/>
              <a:ext cx="128016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[0.718,0.881]</a:t>
              </a:r>
            </a:p>
          </p:txBody>
        </p:sp>
        <p:sp>
          <p:nvSpPr>
            <p:cNvPr id="275" name="Rectangle 270">
              <a:extLst>
                <a:ext uri="{FF2B5EF4-FFF2-40B4-BE49-F238E27FC236}">
                  <a16:creationId xmlns:a16="http://schemas.microsoft.com/office/drawing/2014/main" id="{3FD5455B-2488-B5F9-3FD6-CCC23B3D091B}"/>
                </a:ext>
              </a:extLst>
            </p:cNvPr>
            <p:cNvSpPr/>
            <p:nvPr/>
          </p:nvSpPr>
          <p:spPr>
            <a:xfrm>
              <a:off x="4861560" y="5353485"/>
              <a:ext cx="9601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DC2CD4E7-F83F-DEB8-4337-B2602794FF79}"/>
                </a:ext>
              </a:extLst>
            </p:cNvPr>
            <p:cNvSpPr txBox="1"/>
            <p:nvPr/>
          </p:nvSpPr>
          <p:spPr>
            <a:xfrm>
              <a:off x="4861560" y="5353485"/>
              <a:ext cx="9601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0.2996</a:t>
              </a:r>
            </a:p>
          </p:txBody>
        </p:sp>
        <p:sp>
          <p:nvSpPr>
            <p:cNvPr id="279" name="Rectangle 274">
              <a:extLst>
                <a:ext uri="{FF2B5EF4-FFF2-40B4-BE49-F238E27FC236}">
                  <a16:creationId xmlns:a16="http://schemas.microsoft.com/office/drawing/2014/main" id="{94C13F74-41A1-379C-66ED-C3E44DDE1FA9}"/>
                </a:ext>
              </a:extLst>
            </p:cNvPr>
            <p:cNvSpPr/>
            <p:nvPr/>
          </p:nvSpPr>
          <p:spPr>
            <a:xfrm>
              <a:off x="5867400" y="5353485"/>
              <a:ext cx="9144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D1F32777-0C5E-F0A4-244E-6664354E2E9C}"/>
                </a:ext>
              </a:extLst>
            </p:cNvPr>
            <p:cNvSpPr txBox="1"/>
            <p:nvPr/>
          </p:nvSpPr>
          <p:spPr>
            <a:xfrm>
              <a:off x="5867400" y="5353485"/>
              <a:ext cx="9144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0.3421</a:t>
              </a:r>
            </a:p>
          </p:txBody>
        </p:sp>
        <p:sp>
          <p:nvSpPr>
            <p:cNvPr id="281" name="Rectangle 276">
              <a:extLst>
                <a:ext uri="{FF2B5EF4-FFF2-40B4-BE49-F238E27FC236}">
                  <a16:creationId xmlns:a16="http://schemas.microsoft.com/office/drawing/2014/main" id="{49860ECA-1755-127F-9F91-A11EAB458354}"/>
                </a:ext>
              </a:extLst>
            </p:cNvPr>
            <p:cNvSpPr/>
            <p:nvPr/>
          </p:nvSpPr>
          <p:spPr>
            <a:xfrm>
              <a:off x="6827520" y="5353485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66847B7E-BA42-00EF-F9D3-DC89F5ABE47D}"/>
                </a:ext>
              </a:extLst>
            </p:cNvPr>
            <p:cNvSpPr txBox="1"/>
            <p:nvPr/>
          </p:nvSpPr>
          <p:spPr>
            <a:xfrm>
              <a:off x="6827520" y="5353485"/>
              <a:ext cx="118872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−0.002</a:t>
              </a:r>
            </a:p>
          </p:txBody>
        </p:sp>
        <p:sp>
          <p:nvSpPr>
            <p:cNvPr id="283" name="Rectangle 278">
              <a:extLst>
                <a:ext uri="{FF2B5EF4-FFF2-40B4-BE49-F238E27FC236}">
                  <a16:creationId xmlns:a16="http://schemas.microsoft.com/office/drawing/2014/main" id="{A4B65C44-98F6-53EF-B58F-308D037C263C}"/>
                </a:ext>
              </a:extLst>
            </p:cNvPr>
            <p:cNvSpPr/>
            <p:nvPr/>
          </p:nvSpPr>
          <p:spPr>
            <a:xfrm>
              <a:off x="8061960" y="5353485"/>
              <a:ext cx="14630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0BF3C66D-3BE7-7C68-232A-E9A49E52C309}"/>
                </a:ext>
              </a:extLst>
            </p:cNvPr>
            <p:cNvSpPr txBox="1"/>
            <p:nvPr/>
          </p:nvSpPr>
          <p:spPr>
            <a:xfrm>
              <a:off x="8061960" y="5353485"/>
              <a:ext cx="14630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-0.016</a:t>
              </a:r>
            </a:p>
          </p:txBody>
        </p:sp>
        <p:sp>
          <p:nvSpPr>
            <p:cNvPr id="285" name="Rectangle 280">
              <a:extLst>
                <a:ext uri="{FF2B5EF4-FFF2-40B4-BE49-F238E27FC236}">
                  <a16:creationId xmlns:a16="http://schemas.microsoft.com/office/drawing/2014/main" id="{DB9326A9-5E04-F03E-D806-5BEA02A6754C}"/>
                </a:ext>
              </a:extLst>
            </p:cNvPr>
            <p:cNvSpPr/>
            <p:nvPr/>
          </p:nvSpPr>
          <p:spPr>
            <a:xfrm>
              <a:off x="9570720" y="5353485"/>
              <a:ext cx="11430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87FA667C-A471-C012-34C5-FA7789597085}"/>
                </a:ext>
              </a:extLst>
            </p:cNvPr>
            <p:cNvSpPr txBox="1"/>
            <p:nvPr/>
          </p:nvSpPr>
          <p:spPr>
            <a:xfrm>
              <a:off x="9570720" y="5353485"/>
              <a:ext cx="114300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0.464</a:t>
              </a:r>
            </a:p>
          </p:txBody>
        </p:sp>
        <p:sp>
          <p:nvSpPr>
            <p:cNvPr id="287" name="Rectangle 282">
              <a:extLst>
                <a:ext uri="{FF2B5EF4-FFF2-40B4-BE49-F238E27FC236}">
                  <a16:creationId xmlns:a16="http://schemas.microsoft.com/office/drawing/2014/main" id="{E99090B6-946B-6C4E-D01A-782D633BB902}"/>
                </a:ext>
              </a:extLst>
            </p:cNvPr>
            <p:cNvSpPr/>
            <p:nvPr/>
          </p:nvSpPr>
          <p:spPr>
            <a:xfrm>
              <a:off x="10759440" y="5353485"/>
              <a:ext cx="12344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2C196291-AF48-A7DA-7456-4FD224A7C517}"/>
                </a:ext>
              </a:extLst>
            </p:cNvPr>
            <p:cNvSpPr txBox="1"/>
            <p:nvPr/>
          </p:nvSpPr>
          <p:spPr>
            <a:xfrm>
              <a:off x="10759440" y="5353485"/>
              <a:ext cx="1234440" cy="283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E8B4C"/>
                  </a:solidFill>
                  <a:latin typeface="맑은 고딕"/>
                </a:rPr>
                <a:t>★ Best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751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D0B4-C953-D44F-C1A8-6C610260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51402-060A-B12D-1139-13126C9C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EC5425-B6A0-A6EA-C3C0-3B4E6C44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0D63AFA9-8E15-DF41-5D4A-C93CE4EB3C96}"/>
              </a:ext>
            </a:extLst>
          </p:cNvPr>
          <p:cNvSpPr/>
          <p:nvPr/>
        </p:nvSpPr>
        <p:spPr>
          <a:xfrm>
            <a:off x="182880" y="1508110"/>
            <a:ext cx="3886200" cy="228841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F9A6EF-6ED3-B329-600D-666123344608}"/>
              </a:ext>
            </a:extLst>
          </p:cNvPr>
          <p:cNvSpPr txBox="1"/>
          <p:nvPr/>
        </p:nvSpPr>
        <p:spPr>
          <a:xfrm>
            <a:off x="228600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 → A  (Clinic → AEC)</a:t>
            </a: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2A0357C5-CC5B-EED1-0625-7397962F7E9A}"/>
              </a:ext>
            </a:extLst>
          </p:cNvPr>
          <p:cNvSpPr/>
          <p:nvPr/>
        </p:nvSpPr>
        <p:spPr>
          <a:xfrm>
            <a:off x="4178808" y="1508110"/>
            <a:ext cx="3886200" cy="228841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173B5A-2223-B82E-7AB9-AC948EDB9777}"/>
              </a:ext>
            </a:extLst>
          </p:cNvPr>
          <p:cNvSpPr txBox="1"/>
          <p:nvPr/>
        </p:nvSpPr>
        <p:spPr>
          <a:xfrm>
            <a:off x="4224528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A → C  (AEC → Clinic)</a:t>
            </a:r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B7C6BB38-CDDB-796E-6003-9D802FB0F908}"/>
              </a:ext>
            </a:extLst>
          </p:cNvPr>
          <p:cNvSpPr/>
          <p:nvPr/>
        </p:nvSpPr>
        <p:spPr>
          <a:xfrm>
            <a:off x="8183879" y="1508110"/>
            <a:ext cx="3886200" cy="228841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D86028D-DC44-422C-E487-662E2DAACEEB}"/>
              </a:ext>
            </a:extLst>
          </p:cNvPr>
          <p:cNvSpPr txBox="1"/>
          <p:nvPr/>
        </p:nvSpPr>
        <p:spPr>
          <a:xfrm>
            <a:off x="8229600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Grad-CAM AEC</a:t>
            </a:r>
          </a:p>
        </p:txBody>
      </p:sp>
      <p:sp>
        <p:nvSpPr>
          <p:cNvPr id="93" name="Rectangle 10">
            <a:extLst>
              <a:ext uri="{FF2B5EF4-FFF2-40B4-BE49-F238E27FC236}">
                <a16:creationId xmlns:a16="http://schemas.microsoft.com/office/drawing/2014/main" id="{E41CEC02-55F5-EE58-C7E6-6D12EAF25CFD}"/>
              </a:ext>
            </a:extLst>
          </p:cNvPr>
          <p:cNvSpPr/>
          <p:nvPr/>
        </p:nvSpPr>
        <p:spPr>
          <a:xfrm>
            <a:off x="182880" y="1759834"/>
            <a:ext cx="274320" cy="4571627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BBBAE4-7003-1C27-F161-720AB830DC7C}"/>
              </a:ext>
            </a:extLst>
          </p:cNvPr>
          <p:cNvSpPr txBox="1"/>
          <p:nvPr/>
        </p:nvSpPr>
        <p:spPr>
          <a:xfrm>
            <a:off x="138738" y="3436098"/>
            <a:ext cx="362599" cy="40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pic>
        <p:nvPicPr>
          <p:cNvPr id="113" name="Picture 12" descr="attention_heatmap_c2a.png">
            <a:extLst>
              <a:ext uri="{FF2B5EF4-FFF2-40B4-BE49-F238E27FC236}">
                <a16:creationId xmlns:a16="http://schemas.microsoft.com/office/drawing/2014/main" id="{8B4425BD-4647-54A7-A449-86886971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59834"/>
            <a:ext cx="3593592" cy="2971558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5CCF6B4C-0D3B-E9D2-D30D-9063DCD8BFDC}"/>
              </a:ext>
            </a:extLst>
          </p:cNvPr>
          <p:cNvSpPr txBox="1"/>
          <p:nvPr/>
        </p:nvSpPr>
        <p:spPr>
          <a:xfrm>
            <a:off x="475488" y="4777106"/>
            <a:ext cx="3593592" cy="2438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117" name="Picture 14" descr="attention_map_c2a.png">
            <a:extLst>
              <a:ext uri="{FF2B5EF4-FFF2-40B4-BE49-F238E27FC236}">
                <a16:creationId xmlns:a16="http://schemas.microsoft.com/office/drawing/2014/main" id="{66DCEB38-7425-42F2-1A94-CFA21DCA1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5020927"/>
            <a:ext cx="3593592" cy="1307295"/>
          </a:xfrm>
          <a:prstGeom prst="rect">
            <a:avLst/>
          </a:prstGeom>
        </p:spPr>
      </p:pic>
      <p:pic>
        <p:nvPicPr>
          <p:cNvPr id="118" name="Picture 15" descr="attention_heatmap_a2c.png">
            <a:extLst>
              <a:ext uri="{FF2B5EF4-FFF2-40B4-BE49-F238E27FC236}">
                <a16:creationId xmlns:a16="http://schemas.microsoft.com/office/drawing/2014/main" id="{D449949E-AC37-11B0-7073-084F9E279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759834"/>
            <a:ext cx="3593592" cy="2971558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6AE7A216-1052-E304-B260-47640990B180}"/>
              </a:ext>
            </a:extLst>
          </p:cNvPr>
          <p:cNvSpPr txBox="1"/>
          <p:nvPr/>
        </p:nvSpPr>
        <p:spPr>
          <a:xfrm>
            <a:off x="4471416" y="4777106"/>
            <a:ext cx="3593592" cy="2438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120" name="Picture 17" descr="attention_map_a2c.png">
            <a:extLst>
              <a:ext uri="{FF2B5EF4-FFF2-40B4-BE49-F238E27FC236}">
                <a16:creationId xmlns:a16="http://schemas.microsoft.com/office/drawing/2014/main" id="{FB8A6C9E-CF35-8D6B-7344-85271C4B2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5020927"/>
            <a:ext cx="3593592" cy="1307295"/>
          </a:xfrm>
          <a:prstGeom prst="rect">
            <a:avLst/>
          </a:prstGeom>
        </p:spPr>
      </p:pic>
      <p:pic>
        <p:nvPicPr>
          <p:cNvPr id="137" name="Picture 18" descr="cam_aec_heatmap.png">
            <a:extLst>
              <a:ext uri="{FF2B5EF4-FFF2-40B4-BE49-F238E27FC236}">
                <a16:creationId xmlns:a16="http://schemas.microsoft.com/office/drawing/2014/main" id="{F0C68AC2-6BA2-F7B5-E755-B8CE709825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1759834"/>
            <a:ext cx="3593592" cy="2971558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7C8D63BE-BEEA-4BCF-971C-75764A0C6E5A}"/>
              </a:ext>
            </a:extLst>
          </p:cNvPr>
          <p:cNvSpPr txBox="1"/>
          <p:nvPr/>
        </p:nvSpPr>
        <p:spPr>
          <a:xfrm>
            <a:off x="8476488" y="4777106"/>
            <a:ext cx="3593592" cy="2438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157" name="Picture 20" descr="cam_aec_mean.png">
            <a:extLst>
              <a:ext uri="{FF2B5EF4-FFF2-40B4-BE49-F238E27FC236}">
                <a16:creationId xmlns:a16="http://schemas.microsoft.com/office/drawing/2014/main" id="{97EB8DC7-39FC-FBF9-C4AE-CD7CEF3457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5020927"/>
            <a:ext cx="3593592" cy="1307295"/>
          </a:xfrm>
          <a:prstGeom prst="rect">
            <a:avLst/>
          </a:prstGeom>
        </p:spPr>
      </p:pic>
      <p:sp>
        <p:nvSpPr>
          <p:cNvPr id="278" name="내용 개체 틀 2">
            <a:extLst>
              <a:ext uri="{FF2B5EF4-FFF2-40B4-BE49-F238E27FC236}">
                <a16:creationId xmlns:a16="http://schemas.microsoft.com/office/drawing/2014/main" id="{8B884671-CA54-4FE6-3BAF-06E94DA39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Attention Map · Grad-CAM (Normalized)</a:t>
            </a:r>
          </a:p>
        </p:txBody>
      </p:sp>
    </p:spTree>
    <p:extLst>
      <p:ext uri="{BB962C8B-B14F-4D97-AF65-F5344CB8AC3E}">
        <p14:creationId xmlns:p14="http://schemas.microsoft.com/office/powerpoint/2010/main" val="3389696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3894-6FDA-4089-B621-C521F291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4CF69-9ADF-7180-C57C-66466184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7C5037-554A-2D47-E383-2F206628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70E5ACEB-99D6-7AD3-4975-41DB167FAE15}"/>
              </a:ext>
            </a:extLst>
          </p:cNvPr>
          <p:cNvSpPr/>
          <p:nvPr/>
        </p:nvSpPr>
        <p:spPr>
          <a:xfrm>
            <a:off x="182880" y="1508110"/>
            <a:ext cx="3886200" cy="228841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4AD262-5310-955D-8852-6E669B273892}"/>
              </a:ext>
            </a:extLst>
          </p:cNvPr>
          <p:cNvSpPr txBox="1"/>
          <p:nvPr/>
        </p:nvSpPr>
        <p:spPr>
          <a:xfrm>
            <a:off x="228600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 → A  (Clinic → AEC)</a:t>
            </a: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AE5DAA76-BD6D-43B4-409A-01DAE4902352}"/>
              </a:ext>
            </a:extLst>
          </p:cNvPr>
          <p:cNvSpPr/>
          <p:nvPr/>
        </p:nvSpPr>
        <p:spPr>
          <a:xfrm>
            <a:off x="4178808" y="1508110"/>
            <a:ext cx="3886200" cy="228841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8C8EA0-4BFC-2867-DD7B-837DFFBDBBC9}"/>
              </a:ext>
            </a:extLst>
          </p:cNvPr>
          <p:cNvSpPr txBox="1"/>
          <p:nvPr/>
        </p:nvSpPr>
        <p:spPr>
          <a:xfrm>
            <a:off x="4224528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A → C  (AEC → Clinic)</a:t>
            </a:r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5DB012CC-AD69-0F2A-CB75-593403450A62}"/>
              </a:ext>
            </a:extLst>
          </p:cNvPr>
          <p:cNvSpPr/>
          <p:nvPr/>
        </p:nvSpPr>
        <p:spPr>
          <a:xfrm>
            <a:off x="8183879" y="1508110"/>
            <a:ext cx="3886200" cy="228841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B3DD514-5FDC-CCE7-DD52-C8ACDAA0D1AE}"/>
              </a:ext>
            </a:extLst>
          </p:cNvPr>
          <p:cNvSpPr txBox="1"/>
          <p:nvPr/>
        </p:nvSpPr>
        <p:spPr>
          <a:xfrm>
            <a:off x="8229600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Grad-CAM AEC</a:t>
            </a:r>
          </a:p>
        </p:txBody>
      </p:sp>
      <p:sp>
        <p:nvSpPr>
          <p:cNvPr id="158" name="Rectangle 21">
            <a:extLst>
              <a:ext uri="{FF2B5EF4-FFF2-40B4-BE49-F238E27FC236}">
                <a16:creationId xmlns:a16="http://schemas.microsoft.com/office/drawing/2014/main" id="{0F48C403-7DF7-7AEC-34A3-2C1291124F43}"/>
              </a:ext>
            </a:extLst>
          </p:cNvPr>
          <p:cNvSpPr/>
          <p:nvPr/>
        </p:nvSpPr>
        <p:spPr>
          <a:xfrm>
            <a:off x="182880" y="1785464"/>
            <a:ext cx="274320" cy="458933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F579DA8-8C10-E561-7F76-DD0FB6834DB2}"/>
              </a:ext>
            </a:extLst>
          </p:cNvPr>
          <p:cNvSpPr txBox="1"/>
          <p:nvPr/>
        </p:nvSpPr>
        <p:spPr>
          <a:xfrm>
            <a:off x="138738" y="3468221"/>
            <a:ext cx="362599" cy="405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pic>
        <p:nvPicPr>
          <p:cNvPr id="178" name="Picture 23" descr="attention_heatmap_c2a.png">
            <a:extLst>
              <a:ext uri="{FF2B5EF4-FFF2-40B4-BE49-F238E27FC236}">
                <a16:creationId xmlns:a16="http://schemas.microsoft.com/office/drawing/2014/main" id="{3ECFD62C-C392-8A1C-47A4-29D9962D5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85464"/>
            <a:ext cx="3593592" cy="2983068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82BC6CC2-E59D-9765-16A7-889B26EE6263}"/>
              </a:ext>
            </a:extLst>
          </p:cNvPr>
          <p:cNvSpPr txBox="1"/>
          <p:nvPr/>
        </p:nvSpPr>
        <p:spPr>
          <a:xfrm>
            <a:off x="475488" y="4814427"/>
            <a:ext cx="3593592" cy="244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198" name="Picture 25" descr="attention_map_c2a.png">
            <a:extLst>
              <a:ext uri="{FF2B5EF4-FFF2-40B4-BE49-F238E27FC236}">
                <a16:creationId xmlns:a16="http://schemas.microsoft.com/office/drawing/2014/main" id="{01AF58BA-8E8F-C04B-73ED-5E69548FD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5105085"/>
            <a:ext cx="3593592" cy="1269713"/>
          </a:xfrm>
          <a:prstGeom prst="rect">
            <a:avLst/>
          </a:prstGeom>
        </p:spPr>
      </p:pic>
      <p:pic>
        <p:nvPicPr>
          <p:cNvPr id="217" name="Picture 26" descr="attention_heatmap_a2c.png">
            <a:extLst>
              <a:ext uri="{FF2B5EF4-FFF2-40B4-BE49-F238E27FC236}">
                <a16:creationId xmlns:a16="http://schemas.microsoft.com/office/drawing/2014/main" id="{F205BAE7-5C7F-5AC5-6A3B-395B438C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785464"/>
            <a:ext cx="3593592" cy="2983068"/>
          </a:xfrm>
          <a:prstGeom prst="rect">
            <a:avLst/>
          </a:prstGeom>
        </p:spPr>
      </p:pic>
      <p:sp>
        <p:nvSpPr>
          <p:cNvPr id="218" name="TextBox 217">
            <a:extLst>
              <a:ext uri="{FF2B5EF4-FFF2-40B4-BE49-F238E27FC236}">
                <a16:creationId xmlns:a16="http://schemas.microsoft.com/office/drawing/2014/main" id="{B01F284D-7CAF-A944-2EC8-A287AE461EEE}"/>
              </a:ext>
            </a:extLst>
          </p:cNvPr>
          <p:cNvSpPr txBox="1"/>
          <p:nvPr/>
        </p:nvSpPr>
        <p:spPr>
          <a:xfrm>
            <a:off x="4471416" y="4814427"/>
            <a:ext cx="3593592" cy="244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237" name="Picture 28" descr="attention_map_a2c.png">
            <a:extLst>
              <a:ext uri="{FF2B5EF4-FFF2-40B4-BE49-F238E27FC236}">
                <a16:creationId xmlns:a16="http://schemas.microsoft.com/office/drawing/2014/main" id="{7835D5AA-9401-630A-7E49-6228C75B1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5105085"/>
            <a:ext cx="3593592" cy="1269713"/>
          </a:xfrm>
          <a:prstGeom prst="rect">
            <a:avLst/>
          </a:prstGeom>
        </p:spPr>
      </p:pic>
      <p:pic>
        <p:nvPicPr>
          <p:cNvPr id="238" name="Picture 29" descr="cam_aec_heatmap.png">
            <a:extLst>
              <a:ext uri="{FF2B5EF4-FFF2-40B4-BE49-F238E27FC236}">
                <a16:creationId xmlns:a16="http://schemas.microsoft.com/office/drawing/2014/main" id="{D69A1C16-6A91-525F-8612-CE9B232D94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1785464"/>
            <a:ext cx="3593592" cy="2983068"/>
          </a:xfrm>
          <a:prstGeom prst="rect">
            <a:avLst/>
          </a:prstGeom>
        </p:spPr>
      </p:pic>
      <p:sp>
        <p:nvSpPr>
          <p:cNvPr id="257" name="TextBox 256">
            <a:extLst>
              <a:ext uri="{FF2B5EF4-FFF2-40B4-BE49-F238E27FC236}">
                <a16:creationId xmlns:a16="http://schemas.microsoft.com/office/drawing/2014/main" id="{CC34EECE-5539-03F8-92AB-B4306E7407EA}"/>
              </a:ext>
            </a:extLst>
          </p:cNvPr>
          <p:cNvSpPr txBox="1"/>
          <p:nvPr/>
        </p:nvSpPr>
        <p:spPr>
          <a:xfrm>
            <a:off x="8476488" y="4814427"/>
            <a:ext cx="3593592" cy="244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258" name="Picture 31" descr="cam_aec_mean.png">
            <a:extLst>
              <a:ext uri="{FF2B5EF4-FFF2-40B4-BE49-F238E27FC236}">
                <a16:creationId xmlns:a16="http://schemas.microsoft.com/office/drawing/2014/main" id="{DD00AB48-1AEC-3D13-47A4-45982580D6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5105085"/>
            <a:ext cx="3593592" cy="1269713"/>
          </a:xfrm>
          <a:prstGeom prst="rect">
            <a:avLst/>
          </a:prstGeom>
        </p:spPr>
      </p:pic>
      <p:sp>
        <p:nvSpPr>
          <p:cNvPr id="278" name="내용 개체 틀 2">
            <a:extLst>
              <a:ext uri="{FF2B5EF4-FFF2-40B4-BE49-F238E27FC236}">
                <a16:creationId xmlns:a16="http://schemas.microsoft.com/office/drawing/2014/main" id="{A99858AC-B294-53EC-E193-67E5B51A5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Attention Map · Grad-CAM (Normalized)</a:t>
            </a:r>
          </a:p>
        </p:txBody>
      </p:sp>
    </p:spTree>
    <p:extLst>
      <p:ext uri="{BB962C8B-B14F-4D97-AF65-F5344CB8AC3E}">
        <p14:creationId xmlns:p14="http://schemas.microsoft.com/office/powerpoint/2010/main" val="237066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EAAA-CE6B-5208-A8BA-5BA57526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13BD6-3240-60C5-1C04-AA4825AC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EB664-B79A-015F-2ADA-F430ADD9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1D4B7F54-8086-1A60-5D1C-E89129E7ECBA}"/>
              </a:ext>
            </a:extLst>
          </p:cNvPr>
          <p:cNvSpPr/>
          <p:nvPr/>
        </p:nvSpPr>
        <p:spPr>
          <a:xfrm>
            <a:off x="182880" y="1508110"/>
            <a:ext cx="3886200" cy="228841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A48749-B733-7A27-6E69-A0188B4A36DA}"/>
              </a:ext>
            </a:extLst>
          </p:cNvPr>
          <p:cNvSpPr txBox="1"/>
          <p:nvPr/>
        </p:nvSpPr>
        <p:spPr>
          <a:xfrm>
            <a:off x="228600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 → A  (Clinic → AEC)</a:t>
            </a: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2590A1D0-138B-1279-D299-06DF9CDE24D4}"/>
              </a:ext>
            </a:extLst>
          </p:cNvPr>
          <p:cNvSpPr/>
          <p:nvPr/>
        </p:nvSpPr>
        <p:spPr>
          <a:xfrm>
            <a:off x="4178808" y="1508110"/>
            <a:ext cx="3886200" cy="228841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876D3D-A263-4688-9609-325056F0442B}"/>
              </a:ext>
            </a:extLst>
          </p:cNvPr>
          <p:cNvSpPr txBox="1"/>
          <p:nvPr/>
        </p:nvSpPr>
        <p:spPr>
          <a:xfrm>
            <a:off x="4224528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A → C  (AEC → Clinic)</a:t>
            </a:r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F74B7127-1ABD-A4FE-CB33-D1BF94C86CE1}"/>
              </a:ext>
            </a:extLst>
          </p:cNvPr>
          <p:cNvSpPr/>
          <p:nvPr/>
        </p:nvSpPr>
        <p:spPr>
          <a:xfrm>
            <a:off x="8183879" y="1508110"/>
            <a:ext cx="3886200" cy="228841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B3DF3A-E665-DCE8-B655-B2C3AE8CFAE9}"/>
              </a:ext>
            </a:extLst>
          </p:cNvPr>
          <p:cNvSpPr txBox="1"/>
          <p:nvPr/>
        </p:nvSpPr>
        <p:spPr>
          <a:xfrm>
            <a:off x="8229600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Grad-CAM AEC</a:t>
            </a:r>
          </a:p>
        </p:txBody>
      </p:sp>
      <p:sp>
        <p:nvSpPr>
          <p:cNvPr id="93" name="Rectangle 10">
            <a:extLst>
              <a:ext uri="{FF2B5EF4-FFF2-40B4-BE49-F238E27FC236}">
                <a16:creationId xmlns:a16="http://schemas.microsoft.com/office/drawing/2014/main" id="{BA865BF6-90C7-FDF9-669C-731C6BEB82B9}"/>
              </a:ext>
            </a:extLst>
          </p:cNvPr>
          <p:cNvSpPr/>
          <p:nvPr/>
        </p:nvSpPr>
        <p:spPr>
          <a:xfrm>
            <a:off x="182880" y="1759834"/>
            <a:ext cx="274320" cy="4571627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CB23AFE-770B-8BE3-0C3E-C1133021E24F}"/>
              </a:ext>
            </a:extLst>
          </p:cNvPr>
          <p:cNvSpPr txBox="1"/>
          <p:nvPr/>
        </p:nvSpPr>
        <p:spPr>
          <a:xfrm>
            <a:off x="138738" y="3436098"/>
            <a:ext cx="362599" cy="40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5C3A07-6D1E-372C-61BC-D4F989F41331}"/>
              </a:ext>
            </a:extLst>
          </p:cNvPr>
          <p:cNvSpPr txBox="1"/>
          <p:nvPr/>
        </p:nvSpPr>
        <p:spPr>
          <a:xfrm>
            <a:off x="475488" y="4777106"/>
            <a:ext cx="3593592" cy="2438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2075129-69D6-3AF5-394B-EC0EA71363B7}"/>
              </a:ext>
            </a:extLst>
          </p:cNvPr>
          <p:cNvSpPr txBox="1"/>
          <p:nvPr/>
        </p:nvSpPr>
        <p:spPr>
          <a:xfrm>
            <a:off x="4471416" y="4777106"/>
            <a:ext cx="3593592" cy="2438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90EB6A2-AA4C-5560-6FC8-F857D83303E2}"/>
              </a:ext>
            </a:extLst>
          </p:cNvPr>
          <p:cNvSpPr txBox="1"/>
          <p:nvPr/>
        </p:nvSpPr>
        <p:spPr>
          <a:xfrm>
            <a:off x="8476488" y="4777106"/>
            <a:ext cx="3593592" cy="2438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sp>
        <p:nvSpPr>
          <p:cNvPr id="278" name="내용 개체 틀 2">
            <a:extLst>
              <a:ext uri="{FF2B5EF4-FFF2-40B4-BE49-F238E27FC236}">
                <a16:creationId xmlns:a16="http://schemas.microsoft.com/office/drawing/2014/main" id="{E43D8533-BB17-3DB3-8B76-459291DEC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Crop80 Attention Map · Grad-CAM (Normalized)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04ED4B-5186-96B0-2E93-102A88F8A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879" y="1759834"/>
            <a:ext cx="3869383" cy="297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AF1E2C-89D5-98BC-D5A1-E32C9E9B6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808" y="1759834"/>
            <a:ext cx="3886200" cy="297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48FDD0F-148C-3BF4-C961-AE69C827B2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" y="1759834"/>
            <a:ext cx="3584448" cy="297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763BC6-2202-647C-667A-150304CBEA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808" y="5020927"/>
            <a:ext cx="3840480" cy="13068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2E8D88D-3C63-7B3F-7DCA-DE99F2E98F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021422"/>
            <a:ext cx="3551936" cy="13068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F6D390C-5BB1-6B07-2FBE-51378883CC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020927"/>
            <a:ext cx="379476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06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EC2B6-1C8A-6FA5-CC91-FE9C98F0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8BF24-38C8-A0B9-57BA-A42C34A28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9DFDE7-0945-E113-E55F-25D3C93B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C644AC2E-13CC-3E47-7101-2A856D8540C3}"/>
              </a:ext>
            </a:extLst>
          </p:cNvPr>
          <p:cNvSpPr/>
          <p:nvPr/>
        </p:nvSpPr>
        <p:spPr>
          <a:xfrm>
            <a:off x="182880" y="1508110"/>
            <a:ext cx="3886200" cy="228841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DF9F60-B443-BD71-7869-AD73BAB9BB15}"/>
              </a:ext>
            </a:extLst>
          </p:cNvPr>
          <p:cNvSpPr txBox="1"/>
          <p:nvPr/>
        </p:nvSpPr>
        <p:spPr>
          <a:xfrm>
            <a:off x="228600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 → A  (Clinic → AEC)</a:t>
            </a: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40D9E70B-DEFF-88E2-8C99-2202E858E83D}"/>
              </a:ext>
            </a:extLst>
          </p:cNvPr>
          <p:cNvSpPr/>
          <p:nvPr/>
        </p:nvSpPr>
        <p:spPr>
          <a:xfrm>
            <a:off x="4178808" y="1508110"/>
            <a:ext cx="3886200" cy="228841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AE8A1-01EF-15E1-2E0C-B84057052EC2}"/>
              </a:ext>
            </a:extLst>
          </p:cNvPr>
          <p:cNvSpPr txBox="1"/>
          <p:nvPr/>
        </p:nvSpPr>
        <p:spPr>
          <a:xfrm>
            <a:off x="4224528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A → C  (AEC → Clinic)</a:t>
            </a:r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C130F4AA-33F6-F923-5FB8-9621D0CBF281}"/>
              </a:ext>
            </a:extLst>
          </p:cNvPr>
          <p:cNvSpPr/>
          <p:nvPr/>
        </p:nvSpPr>
        <p:spPr>
          <a:xfrm>
            <a:off x="8183879" y="1508110"/>
            <a:ext cx="3886200" cy="228841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DA2888-479D-3C2E-3B24-90546F75AE1D}"/>
              </a:ext>
            </a:extLst>
          </p:cNvPr>
          <p:cNvSpPr txBox="1"/>
          <p:nvPr/>
        </p:nvSpPr>
        <p:spPr>
          <a:xfrm>
            <a:off x="8229600" y="1515738"/>
            <a:ext cx="379476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Grad-CAM AEC</a:t>
            </a:r>
          </a:p>
        </p:txBody>
      </p:sp>
      <p:sp>
        <p:nvSpPr>
          <p:cNvPr id="158" name="Rectangle 21">
            <a:extLst>
              <a:ext uri="{FF2B5EF4-FFF2-40B4-BE49-F238E27FC236}">
                <a16:creationId xmlns:a16="http://schemas.microsoft.com/office/drawing/2014/main" id="{DC337651-7359-020C-3A5E-1BC4A8FCC58B}"/>
              </a:ext>
            </a:extLst>
          </p:cNvPr>
          <p:cNvSpPr/>
          <p:nvPr/>
        </p:nvSpPr>
        <p:spPr>
          <a:xfrm>
            <a:off x="182880" y="1785464"/>
            <a:ext cx="274320" cy="458933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948FD13-43D1-3C27-CC88-8322B84DDBB6}"/>
              </a:ext>
            </a:extLst>
          </p:cNvPr>
          <p:cNvSpPr txBox="1"/>
          <p:nvPr/>
        </p:nvSpPr>
        <p:spPr>
          <a:xfrm>
            <a:off x="138738" y="3468221"/>
            <a:ext cx="362599" cy="405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09316AD-8FEC-3084-1447-E0F2F270C0B6}"/>
              </a:ext>
            </a:extLst>
          </p:cNvPr>
          <p:cNvSpPr txBox="1"/>
          <p:nvPr/>
        </p:nvSpPr>
        <p:spPr>
          <a:xfrm>
            <a:off x="475488" y="4814427"/>
            <a:ext cx="3593592" cy="244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B9C532B-3573-2E47-860E-AA4EADDCF265}"/>
              </a:ext>
            </a:extLst>
          </p:cNvPr>
          <p:cNvSpPr txBox="1"/>
          <p:nvPr/>
        </p:nvSpPr>
        <p:spPr>
          <a:xfrm>
            <a:off x="4471416" y="4814427"/>
            <a:ext cx="3593592" cy="244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710D084-EBFE-17A0-A43D-6DBBA44D8302}"/>
              </a:ext>
            </a:extLst>
          </p:cNvPr>
          <p:cNvSpPr txBox="1"/>
          <p:nvPr/>
        </p:nvSpPr>
        <p:spPr>
          <a:xfrm>
            <a:off x="8476488" y="4814427"/>
            <a:ext cx="3593592" cy="244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sp>
        <p:nvSpPr>
          <p:cNvPr id="278" name="내용 개체 틀 2">
            <a:extLst>
              <a:ext uri="{FF2B5EF4-FFF2-40B4-BE49-F238E27FC236}">
                <a16:creationId xmlns:a16="http://schemas.microsoft.com/office/drawing/2014/main" id="{A68916F2-9700-E6E6-817A-90AC483DD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Crop80 Attention Map · Grad-CAM (Normalized)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9BF7B4-D692-2AE4-1590-F81D27511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879" y="1782844"/>
            <a:ext cx="3886200" cy="297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153509A-9B19-C1A2-3833-E32947D361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808" y="1782844"/>
            <a:ext cx="3886200" cy="297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744F76-24E5-F092-B09D-EEE75FF16E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52" y="1790689"/>
            <a:ext cx="3571828" cy="297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0F9B2A7-8320-1D6E-D885-A9D0C61C3A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059192"/>
            <a:ext cx="3840479" cy="117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CFA6549-32D8-948A-9AEA-74595EFEF6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0" y="5068918"/>
            <a:ext cx="3950208" cy="117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3C4CE44-7290-8E8F-6DAD-D40F669DE9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059192"/>
            <a:ext cx="3510280" cy="11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11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05E59-1A04-847D-5AEE-3781FE57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44D16-49D0-E747-4149-AB3A7223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FBF480-3C52-5433-5E13-87D9A26D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50" name="Rectangle 44">
            <a:extLst>
              <a:ext uri="{FF2B5EF4-FFF2-40B4-BE49-F238E27FC236}">
                <a16:creationId xmlns:a16="http://schemas.microsoft.com/office/drawing/2014/main" id="{1769495F-E7D9-B6AA-9D10-B565E90CD067}"/>
              </a:ext>
            </a:extLst>
          </p:cNvPr>
          <p:cNvSpPr/>
          <p:nvPr/>
        </p:nvSpPr>
        <p:spPr>
          <a:xfrm>
            <a:off x="5715000" y="905256"/>
            <a:ext cx="6172200" cy="3026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5F0FB8F-114C-A762-EBFB-130D25F730FC}"/>
              </a:ext>
            </a:extLst>
          </p:cNvPr>
          <p:cNvGrpSpPr/>
          <p:nvPr/>
        </p:nvGrpSpPr>
        <p:grpSpPr>
          <a:xfrm>
            <a:off x="274320" y="905256"/>
            <a:ext cx="11612880" cy="5303520"/>
            <a:chOff x="274320" y="905256"/>
            <a:chExt cx="11612880" cy="5303520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73920FFF-6D44-D527-E03C-0B1282460E4D}"/>
                </a:ext>
              </a:extLst>
            </p:cNvPr>
            <p:cNvSpPr/>
            <p:nvPr/>
          </p:nvSpPr>
          <p:spPr>
            <a:xfrm>
              <a:off x="274320" y="905256"/>
              <a:ext cx="11612880" cy="475488"/>
            </a:xfrm>
            <a:prstGeom prst="rect">
              <a:avLst/>
            </a:prstGeom>
            <a:solidFill>
              <a:srgbClr val="EEF5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1F2ABF-3311-4135-7B2F-0FA9EE469BF4}"/>
                </a:ext>
              </a:extLst>
            </p:cNvPr>
            <p:cNvSpPr txBox="1"/>
            <p:nvPr/>
          </p:nvSpPr>
          <p:spPr>
            <a:xfrm>
              <a:off x="457200" y="932688"/>
              <a:ext cx="1124712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300" b="1" i="0">
                  <a:solidFill>
                    <a:srgbClr val="1A1A2E"/>
                  </a:solidFill>
                  <a:latin typeface="맑은 고딕"/>
                </a:rPr>
                <a:t>설계 원칙:  Stage 0 Baseline 고정 후 → 각 Stage에서 파라미터 하나씩 독립 변경</a:t>
              </a: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6112E84-6B6D-1BD7-5619-F25965818D8C}"/>
                </a:ext>
              </a:extLst>
            </p:cNvPr>
            <p:cNvSpPr/>
            <p:nvPr/>
          </p:nvSpPr>
          <p:spPr>
            <a:xfrm>
              <a:off x="274320" y="1472184"/>
              <a:ext cx="164592" cy="713232"/>
            </a:xfrm>
            <a:prstGeom prst="rect">
              <a:avLst/>
            </a:prstGeom>
            <a:solidFill>
              <a:srgbClr val="9EA3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E4E8E312-1157-2860-E527-9814D0B8E6FB}"/>
                </a:ext>
              </a:extLst>
            </p:cNvPr>
            <p:cNvSpPr/>
            <p:nvPr/>
          </p:nvSpPr>
          <p:spPr>
            <a:xfrm>
              <a:off x="438912" y="1472184"/>
              <a:ext cx="11448288" cy="713232"/>
            </a:xfrm>
            <a:prstGeom prst="rect">
              <a:avLst/>
            </a:prstGeom>
            <a:solidFill>
              <a:srgbClr val="F0F4F8"/>
            </a:solidFill>
            <a:ln w="381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48BA9F-3C05-A442-8050-27325459C376}"/>
                </a:ext>
              </a:extLst>
            </p:cNvPr>
            <p:cNvSpPr txBox="1"/>
            <p:nvPr/>
          </p:nvSpPr>
          <p:spPr>
            <a:xfrm>
              <a:off x="502920" y="1508760"/>
              <a:ext cx="10058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9EA3AB"/>
                  </a:solidFill>
                  <a:latin typeface="맑은 고딕"/>
                </a:rPr>
                <a:t>Stage 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7A44FD-4968-010B-8F34-3D60C0B1F4BD}"/>
                </a:ext>
              </a:extLst>
            </p:cNvPr>
            <p:cNvSpPr txBox="1"/>
            <p:nvPr/>
          </p:nvSpPr>
          <p:spPr>
            <a:xfrm>
              <a:off x="502920" y="1856232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9EA3AB"/>
                  </a:solidFill>
                  <a:latin typeface="맑은 고딕"/>
                </a:rPr>
                <a:t>Baseline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30C927-372A-0FFD-BC84-550A7195362E}"/>
                </a:ext>
              </a:extLst>
            </p:cNvPr>
            <p:cNvSpPr txBox="1"/>
            <p:nvPr/>
          </p:nvSpPr>
          <p:spPr>
            <a:xfrm>
              <a:off x="1920240" y="1600200"/>
              <a:ext cx="68580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>
                  <a:solidFill>
                    <a:srgbClr val="1A1A2E"/>
                  </a:solidFill>
                  <a:latin typeface="Consolas"/>
                </a:rPr>
                <a:t>LR=1e-5 HIDDEN=16 N_HEADS=1 N_BLOCKS=1 GradClip=0 CA_Layers=1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059B98-9F3B-8E93-7BAA-B9E934510BB7}"/>
                </a:ext>
              </a:extLst>
            </p:cNvPr>
            <p:cNvSpPr txBox="1"/>
            <p:nvPr/>
          </p:nvSpPr>
          <p:spPr>
            <a:xfrm>
              <a:off x="1920240" y="1883664"/>
              <a:ext cx="96012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M2 best: 0.8120(norm)  M3 best: 0.8006(global_zscore)</a:t>
              </a:r>
            </a:p>
          </p:txBody>
        </p:sp>
        <p:sp>
          <p:nvSpPr>
            <p:cNvPr id="65" name="Rectangle 12">
              <a:extLst>
                <a:ext uri="{FF2B5EF4-FFF2-40B4-BE49-F238E27FC236}">
                  <a16:creationId xmlns:a16="http://schemas.microsoft.com/office/drawing/2014/main" id="{A3D17A5F-E8C8-1980-4974-82A7C81AFC3A}"/>
                </a:ext>
              </a:extLst>
            </p:cNvPr>
            <p:cNvSpPr/>
            <p:nvPr/>
          </p:nvSpPr>
          <p:spPr>
            <a:xfrm>
              <a:off x="8961120" y="1563624"/>
              <a:ext cx="2697480" cy="502920"/>
            </a:xfrm>
            <a:prstGeom prst="rect">
              <a:avLst/>
            </a:prstGeom>
            <a:solidFill>
              <a:srgbClr val="9EA3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4EFDA52-88B3-8E66-3C71-B577052CACDF}"/>
                </a:ext>
              </a:extLst>
            </p:cNvPr>
            <p:cNvSpPr txBox="1"/>
            <p:nvPr/>
          </p:nvSpPr>
          <p:spPr>
            <a:xfrm>
              <a:off x="8979408" y="1581912"/>
              <a:ext cx="26517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300" b="1" i="0">
                  <a:solidFill>
                    <a:srgbClr val="FFFFFF"/>
                  </a:solidFill>
                  <a:latin typeface="맑은 고딕"/>
                </a:rPr>
                <a:t>기준선</a:t>
              </a:r>
            </a:p>
          </p:txBody>
        </p:sp>
        <p:sp>
          <p:nvSpPr>
            <p:cNvPr id="73" name="Rectangle 14">
              <a:extLst>
                <a:ext uri="{FF2B5EF4-FFF2-40B4-BE49-F238E27FC236}">
                  <a16:creationId xmlns:a16="http://schemas.microsoft.com/office/drawing/2014/main" id="{A4961081-3788-6928-2FC7-2B2238FF9A41}"/>
                </a:ext>
              </a:extLst>
            </p:cNvPr>
            <p:cNvSpPr/>
            <p:nvPr/>
          </p:nvSpPr>
          <p:spPr>
            <a:xfrm>
              <a:off x="274320" y="2276856"/>
              <a:ext cx="164592" cy="713232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15">
              <a:extLst>
                <a:ext uri="{FF2B5EF4-FFF2-40B4-BE49-F238E27FC236}">
                  <a16:creationId xmlns:a16="http://schemas.microsoft.com/office/drawing/2014/main" id="{6C0470C3-EEE4-D72A-31AB-38EBF8022DD1}"/>
                </a:ext>
              </a:extLst>
            </p:cNvPr>
            <p:cNvSpPr/>
            <p:nvPr/>
          </p:nvSpPr>
          <p:spPr>
            <a:xfrm>
              <a:off x="438912" y="2276856"/>
              <a:ext cx="11448288" cy="71323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335C82-C54F-BA45-E5A3-16D504162DDB}"/>
                </a:ext>
              </a:extLst>
            </p:cNvPr>
            <p:cNvSpPr txBox="1"/>
            <p:nvPr/>
          </p:nvSpPr>
          <p:spPr>
            <a:xfrm>
              <a:off x="502920" y="2313432"/>
              <a:ext cx="10058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0F6BBF"/>
                  </a:solidFill>
                  <a:latin typeface="맑은 고딕"/>
                </a:rPr>
                <a:t>Stage 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D83D444-AB5B-BE1B-2005-1F5B06A989E3}"/>
                </a:ext>
              </a:extLst>
            </p:cNvPr>
            <p:cNvSpPr txBox="1"/>
            <p:nvPr/>
          </p:nvSpPr>
          <p:spPr>
            <a:xfrm>
              <a:off x="502920" y="2660904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0F6BBF"/>
                  </a:solidFill>
                  <a:latin typeface="맑은 고딕"/>
                </a:rPr>
                <a:t>HIDDEN: 16→64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F0DA6E6-0F34-512E-27A4-4A8FFAFB02CD}"/>
                </a:ext>
              </a:extLst>
            </p:cNvPr>
            <p:cNvSpPr txBox="1"/>
            <p:nvPr/>
          </p:nvSpPr>
          <p:spPr>
            <a:xfrm>
              <a:off x="1920240" y="2404872"/>
              <a:ext cx="468269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LR=1e-5 </a:t>
              </a:r>
              <a:r>
                <a:rPr sz="1050" b="1" i="0" dirty="0">
                  <a:solidFill>
                    <a:srgbClr val="FF0000"/>
                  </a:solidFill>
                  <a:latin typeface="Consolas"/>
                </a:rPr>
                <a:t>HIDDEN=64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 N_HEADS=1 N_BLOCKS=1 </a:t>
              </a:r>
              <a:r>
                <a:rPr sz="1050" b="0" i="0" dirty="0" err="1">
                  <a:solidFill>
                    <a:srgbClr val="1A1A2E"/>
                  </a:solidFill>
                  <a:latin typeface="Consolas"/>
                </a:rPr>
                <a:t>GradClip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=0 </a:t>
              </a:r>
              <a:r>
                <a:rPr sz="1050" b="0" i="0" dirty="0" err="1">
                  <a:solidFill>
                    <a:srgbClr val="1A1A2E"/>
                  </a:solidFill>
                  <a:latin typeface="Consolas"/>
                </a:rPr>
                <a:t>CA_Layers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=1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C43898B-1329-97A7-1D22-3B8131CD9B97}"/>
                </a:ext>
              </a:extLst>
            </p:cNvPr>
            <p:cNvSpPr txBox="1"/>
            <p:nvPr/>
          </p:nvSpPr>
          <p:spPr>
            <a:xfrm>
              <a:off x="1920240" y="2688336"/>
              <a:ext cx="96012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M2 best: 0.8110(norm)  M3 best: 0.8087(norm)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25CBC035-D1AA-7E38-45DF-E78297718555}"/>
                </a:ext>
              </a:extLst>
            </p:cNvPr>
            <p:cNvSpPr/>
            <p:nvPr/>
          </p:nvSpPr>
          <p:spPr>
            <a:xfrm>
              <a:off x="8961120" y="2368296"/>
              <a:ext cx="2697480" cy="502920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5A2C938-57C8-4E61-7ED7-799A37338F02}"/>
                </a:ext>
              </a:extLst>
            </p:cNvPr>
            <p:cNvSpPr txBox="1"/>
            <p:nvPr/>
          </p:nvSpPr>
          <p:spPr>
            <a:xfrm>
              <a:off x="8979408" y="2386584"/>
              <a:ext cx="26517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300" b="1" i="0">
                  <a:solidFill>
                    <a:srgbClr val="FFFFFF"/>
                  </a:solidFill>
                  <a:latin typeface="맑은 고딕"/>
                </a:rPr>
                <a:t>HIDDEN ↑</a:t>
              </a:r>
            </a:p>
          </p:txBody>
        </p:sp>
        <p:sp>
          <p:nvSpPr>
            <p:cNvPr id="83" name="Rectangle 22">
              <a:extLst>
                <a:ext uri="{FF2B5EF4-FFF2-40B4-BE49-F238E27FC236}">
                  <a16:creationId xmlns:a16="http://schemas.microsoft.com/office/drawing/2014/main" id="{A03452F5-7049-5881-372A-0050FC3CB82F}"/>
                </a:ext>
              </a:extLst>
            </p:cNvPr>
            <p:cNvSpPr/>
            <p:nvPr/>
          </p:nvSpPr>
          <p:spPr>
            <a:xfrm>
              <a:off x="274320" y="3081528"/>
              <a:ext cx="164592" cy="713232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ectangle 23">
              <a:extLst>
                <a:ext uri="{FF2B5EF4-FFF2-40B4-BE49-F238E27FC236}">
                  <a16:creationId xmlns:a16="http://schemas.microsoft.com/office/drawing/2014/main" id="{59468917-E7A7-7528-8599-1BE74C7B029B}"/>
                </a:ext>
              </a:extLst>
            </p:cNvPr>
            <p:cNvSpPr/>
            <p:nvPr/>
          </p:nvSpPr>
          <p:spPr>
            <a:xfrm>
              <a:off x="438912" y="3081528"/>
              <a:ext cx="11448288" cy="713232"/>
            </a:xfrm>
            <a:prstGeom prst="rect">
              <a:avLst/>
            </a:prstGeom>
            <a:solidFill>
              <a:srgbClr val="F0F4F8"/>
            </a:solidFill>
            <a:ln w="381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53E30A9-AD83-99AF-18E7-1EC2BC906092}"/>
                </a:ext>
              </a:extLst>
            </p:cNvPr>
            <p:cNvSpPr txBox="1"/>
            <p:nvPr/>
          </p:nvSpPr>
          <p:spPr>
            <a:xfrm>
              <a:off x="502920" y="3118104"/>
              <a:ext cx="10058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0F9B8A"/>
                  </a:solidFill>
                  <a:latin typeface="맑은 고딕"/>
                </a:rPr>
                <a:t>Stage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E2C35E4-13CA-A0C0-FADD-E7C4A5373F0C}"/>
                </a:ext>
              </a:extLst>
            </p:cNvPr>
            <p:cNvSpPr txBox="1"/>
            <p:nvPr/>
          </p:nvSpPr>
          <p:spPr>
            <a:xfrm>
              <a:off x="502920" y="3465576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0F9B8A"/>
                  </a:solidFill>
                  <a:latin typeface="맑은 고딕"/>
                </a:rPr>
                <a:t>N_HEADS: 1→4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C1E8BC0-6237-0818-EBDF-D46C9B8AB369}"/>
                </a:ext>
              </a:extLst>
            </p:cNvPr>
            <p:cNvSpPr txBox="1"/>
            <p:nvPr/>
          </p:nvSpPr>
          <p:spPr>
            <a:xfrm>
              <a:off x="1920240" y="3209544"/>
              <a:ext cx="468269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LR=1e-5 HIDDEN=16 </a:t>
              </a:r>
              <a:r>
                <a:rPr sz="1050" b="1" i="0" dirty="0">
                  <a:solidFill>
                    <a:srgbClr val="FF0000"/>
                  </a:solidFill>
                  <a:latin typeface="Consolas"/>
                </a:rPr>
                <a:t>N_HEADS=4 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N_BLOCKS=1 </a:t>
              </a:r>
              <a:r>
                <a:rPr sz="1050" b="0" i="0" dirty="0" err="1">
                  <a:solidFill>
                    <a:srgbClr val="1A1A2E"/>
                  </a:solidFill>
                  <a:latin typeface="Consolas"/>
                </a:rPr>
                <a:t>GradClip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=0 </a:t>
              </a:r>
              <a:r>
                <a:rPr sz="1050" b="0" i="0" dirty="0" err="1">
                  <a:solidFill>
                    <a:srgbClr val="1A1A2E"/>
                  </a:solidFill>
                  <a:latin typeface="Consolas"/>
                </a:rPr>
                <a:t>CA_Layers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=1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48B5652-AA06-82F6-8DDB-75B3BA76CB7F}"/>
                </a:ext>
              </a:extLst>
            </p:cNvPr>
            <p:cNvSpPr txBox="1"/>
            <p:nvPr/>
          </p:nvSpPr>
          <p:spPr>
            <a:xfrm>
              <a:off x="1920240" y="3493008"/>
              <a:ext cx="96012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M2 best: 0.8195(norm)  M3 best: 0.8108(norm)</a:t>
              </a:r>
            </a:p>
          </p:txBody>
        </p:sp>
        <p:sp>
          <p:nvSpPr>
            <p:cNvPr id="89" name="Rectangle 28">
              <a:extLst>
                <a:ext uri="{FF2B5EF4-FFF2-40B4-BE49-F238E27FC236}">
                  <a16:creationId xmlns:a16="http://schemas.microsoft.com/office/drawing/2014/main" id="{A3D0DDFE-202A-67D6-D83D-1EE655ACE59F}"/>
                </a:ext>
              </a:extLst>
            </p:cNvPr>
            <p:cNvSpPr/>
            <p:nvPr/>
          </p:nvSpPr>
          <p:spPr>
            <a:xfrm>
              <a:off x="8961120" y="3172968"/>
              <a:ext cx="2697480" cy="502920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507EFE4-616B-9574-3E61-158A5CB6B845}"/>
                </a:ext>
              </a:extLst>
            </p:cNvPr>
            <p:cNvSpPr txBox="1"/>
            <p:nvPr/>
          </p:nvSpPr>
          <p:spPr>
            <a:xfrm>
              <a:off x="8979408" y="3191256"/>
              <a:ext cx="26517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300" b="1" i="0">
                  <a:solidFill>
                    <a:srgbClr val="FFFFFF"/>
                  </a:solidFill>
                  <a:latin typeface="맑은 고딕"/>
                </a:rPr>
                <a:t>N_HEADS ↑</a:t>
              </a:r>
            </a:p>
          </p:txBody>
        </p:sp>
        <p:sp>
          <p:nvSpPr>
            <p:cNvPr id="91" name="Rectangle 30">
              <a:extLst>
                <a:ext uri="{FF2B5EF4-FFF2-40B4-BE49-F238E27FC236}">
                  <a16:creationId xmlns:a16="http://schemas.microsoft.com/office/drawing/2014/main" id="{BC80CB3E-1587-4751-0CFD-F7F9A55CC960}"/>
                </a:ext>
              </a:extLst>
            </p:cNvPr>
            <p:cNvSpPr/>
            <p:nvPr/>
          </p:nvSpPr>
          <p:spPr>
            <a:xfrm>
              <a:off x="274320" y="3886200"/>
              <a:ext cx="164592" cy="713232"/>
            </a:xfrm>
            <a:prstGeom prst="rect">
              <a:avLst/>
            </a:prstGeom>
            <a:solidFill>
              <a:srgbClr val="1E8B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Rectangle 31">
              <a:extLst>
                <a:ext uri="{FF2B5EF4-FFF2-40B4-BE49-F238E27FC236}">
                  <a16:creationId xmlns:a16="http://schemas.microsoft.com/office/drawing/2014/main" id="{B74AF8C2-76A8-C3B0-E4FC-6BD4621AA274}"/>
                </a:ext>
              </a:extLst>
            </p:cNvPr>
            <p:cNvSpPr/>
            <p:nvPr/>
          </p:nvSpPr>
          <p:spPr>
            <a:xfrm>
              <a:off x="438912" y="3886200"/>
              <a:ext cx="11448288" cy="71323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021EC44-665D-2286-ED4E-A380E742BB70}"/>
                </a:ext>
              </a:extLst>
            </p:cNvPr>
            <p:cNvSpPr txBox="1"/>
            <p:nvPr/>
          </p:nvSpPr>
          <p:spPr>
            <a:xfrm>
              <a:off x="502920" y="3922776"/>
              <a:ext cx="10058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1E8B4C"/>
                  </a:solidFill>
                  <a:latin typeface="맑은 고딕"/>
                </a:rPr>
                <a:t>Stage 3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6904CB7-FD72-AA49-E79E-673521E32517}"/>
                </a:ext>
              </a:extLst>
            </p:cNvPr>
            <p:cNvSpPr txBox="1"/>
            <p:nvPr/>
          </p:nvSpPr>
          <p:spPr>
            <a:xfrm>
              <a:off x="502920" y="4270248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1E8B4C"/>
                  </a:solidFill>
                  <a:latin typeface="맑은 고딕"/>
                </a:rPr>
                <a:t>N_BLOCKS: 1→2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6194AC3-6AF2-7A5D-AADE-91D5A1C59261}"/>
                </a:ext>
              </a:extLst>
            </p:cNvPr>
            <p:cNvSpPr txBox="1"/>
            <p:nvPr/>
          </p:nvSpPr>
          <p:spPr>
            <a:xfrm>
              <a:off x="1920240" y="4014215"/>
              <a:ext cx="468269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LR=1e-5 HIDDEN=16 N_HEADS=1 </a:t>
              </a:r>
              <a:r>
                <a:rPr sz="1050" b="1" i="0" dirty="0">
                  <a:solidFill>
                    <a:srgbClr val="FF0000"/>
                  </a:solidFill>
                  <a:latin typeface="Consolas"/>
                </a:rPr>
                <a:t>N_BLOCKS=2 </a:t>
              </a:r>
              <a:r>
                <a:rPr sz="1050" b="0" i="0" dirty="0" err="1">
                  <a:solidFill>
                    <a:srgbClr val="1A1A2E"/>
                  </a:solidFill>
                  <a:latin typeface="Consolas"/>
                </a:rPr>
                <a:t>GradClip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=0 </a:t>
              </a:r>
              <a:r>
                <a:rPr sz="1050" b="0" i="0" dirty="0" err="1">
                  <a:solidFill>
                    <a:srgbClr val="1A1A2E"/>
                  </a:solidFill>
                  <a:latin typeface="Consolas"/>
                </a:rPr>
                <a:t>CA_Layers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=1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5214C0C-D6D6-7A33-918E-E2E07AF6DC34}"/>
                </a:ext>
              </a:extLst>
            </p:cNvPr>
            <p:cNvSpPr txBox="1"/>
            <p:nvPr/>
          </p:nvSpPr>
          <p:spPr>
            <a:xfrm>
              <a:off x="1920240" y="4297680"/>
              <a:ext cx="96012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M2 best: 0.8307(norm)  M3 best: 0.7990(norm)</a:t>
              </a:r>
            </a:p>
          </p:txBody>
        </p:sp>
        <p:sp>
          <p:nvSpPr>
            <p:cNvPr id="97" name="Rectangle 36">
              <a:extLst>
                <a:ext uri="{FF2B5EF4-FFF2-40B4-BE49-F238E27FC236}">
                  <a16:creationId xmlns:a16="http://schemas.microsoft.com/office/drawing/2014/main" id="{829BAC9F-6DC8-91A9-9D3F-6E78A14572ED}"/>
                </a:ext>
              </a:extLst>
            </p:cNvPr>
            <p:cNvSpPr/>
            <p:nvPr/>
          </p:nvSpPr>
          <p:spPr>
            <a:xfrm>
              <a:off x="8961120" y="3977639"/>
              <a:ext cx="2697480" cy="502920"/>
            </a:xfrm>
            <a:prstGeom prst="rect">
              <a:avLst/>
            </a:prstGeom>
            <a:solidFill>
              <a:srgbClr val="1E8B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7C22700-CC89-0990-D6F2-B7667186E561}"/>
                </a:ext>
              </a:extLst>
            </p:cNvPr>
            <p:cNvSpPr txBox="1"/>
            <p:nvPr/>
          </p:nvSpPr>
          <p:spPr>
            <a:xfrm>
              <a:off x="8979408" y="3995928"/>
              <a:ext cx="26517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300" b="1" i="0">
                  <a:solidFill>
                    <a:srgbClr val="FFFFFF"/>
                  </a:solidFill>
                  <a:latin typeface="맑은 고딕"/>
                </a:rPr>
                <a:t>N_BLOCKS ↑</a:t>
              </a:r>
            </a:p>
          </p:txBody>
        </p:sp>
        <p:sp>
          <p:nvSpPr>
            <p:cNvPr id="99" name="Rectangle 38">
              <a:extLst>
                <a:ext uri="{FF2B5EF4-FFF2-40B4-BE49-F238E27FC236}">
                  <a16:creationId xmlns:a16="http://schemas.microsoft.com/office/drawing/2014/main" id="{5E784D8C-1137-7322-FD61-05DD8C616BD4}"/>
                </a:ext>
              </a:extLst>
            </p:cNvPr>
            <p:cNvSpPr/>
            <p:nvPr/>
          </p:nvSpPr>
          <p:spPr>
            <a:xfrm>
              <a:off x="274320" y="4690872"/>
              <a:ext cx="164592" cy="713232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Rectangle 39">
              <a:extLst>
                <a:ext uri="{FF2B5EF4-FFF2-40B4-BE49-F238E27FC236}">
                  <a16:creationId xmlns:a16="http://schemas.microsoft.com/office/drawing/2014/main" id="{1A4A66A4-7F39-4BA7-D599-408BF5A65C5F}"/>
                </a:ext>
              </a:extLst>
            </p:cNvPr>
            <p:cNvSpPr/>
            <p:nvPr/>
          </p:nvSpPr>
          <p:spPr>
            <a:xfrm>
              <a:off x="438912" y="4690872"/>
              <a:ext cx="11448288" cy="713232"/>
            </a:xfrm>
            <a:prstGeom prst="rect">
              <a:avLst/>
            </a:prstGeom>
            <a:solidFill>
              <a:srgbClr val="F0F4F8"/>
            </a:solidFill>
            <a:ln w="381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FE42762-4F60-EE8E-3955-02F4FC1077C5}"/>
                </a:ext>
              </a:extLst>
            </p:cNvPr>
            <p:cNvSpPr txBox="1"/>
            <p:nvPr/>
          </p:nvSpPr>
          <p:spPr>
            <a:xfrm>
              <a:off x="502920" y="4727448"/>
              <a:ext cx="10058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E87400"/>
                  </a:solidFill>
                  <a:latin typeface="맑은 고딕"/>
                </a:rPr>
                <a:t>Stage 4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7DAE1D7-E55D-B9BF-1DEA-A98AD504073D}"/>
                </a:ext>
              </a:extLst>
            </p:cNvPr>
            <p:cNvSpPr txBox="1"/>
            <p:nvPr/>
          </p:nvSpPr>
          <p:spPr>
            <a:xfrm>
              <a:off x="502920" y="5074920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E87400"/>
                  </a:solidFill>
                  <a:latin typeface="맑은 고딕"/>
                </a:rPr>
                <a:t>GradClip: 0→1.0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537F221-5ABE-1C87-88B7-A65908AD352A}"/>
                </a:ext>
              </a:extLst>
            </p:cNvPr>
            <p:cNvSpPr txBox="1"/>
            <p:nvPr/>
          </p:nvSpPr>
          <p:spPr>
            <a:xfrm>
              <a:off x="1920240" y="4818888"/>
              <a:ext cx="48301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LR=1e-5 HIDDEN=16 N_HEADS=1 N_BLOCKS=1 </a:t>
              </a:r>
              <a:r>
                <a:rPr sz="1050" b="1" i="0" dirty="0" err="1">
                  <a:solidFill>
                    <a:srgbClr val="FF0000"/>
                  </a:solidFill>
                  <a:latin typeface="Consolas"/>
                </a:rPr>
                <a:t>GradClip</a:t>
              </a:r>
              <a:r>
                <a:rPr sz="1050" b="1" i="0" dirty="0">
                  <a:solidFill>
                    <a:srgbClr val="FF0000"/>
                  </a:solidFill>
                  <a:latin typeface="Consolas"/>
                </a:rPr>
                <a:t>=1.0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 </a:t>
              </a:r>
              <a:r>
                <a:rPr sz="1050" b="0" i="0" dirty="0" err="1">
                  <a:solidFill>
                    <a:srgbClr val="1A1A2E"/>
                  </a:solidFill>
                  <a:latin typeface="Consolas"/>
                </a:rPr>
                <a:t>CA_Layers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=1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0CA1180-027C-A3FF-9D70-459E06365D5F}"/>
                </a:ext>
              </a:extLst>
            </p:cNvPr>
            <p:cNvSpPr txBox="1"/>
            <p:nvPr/>
          </p:nvSpPr>
          <p:spPr>
            <a:xfrm>
              <a:off x="1920240" y="5102352"/>
              <a:ext cx="96012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M2 best: 0.8148(global_zscore)  M3 best: 0.7671(global_zscore)</a:t>
              </a:r>
            </a:p>
          </p:txBody>
        </p:sp>
        <p:sp>
          <p:nvSpPr>
            <p:cNvPr id="105" name="Rectangle 44">
              <a:extLst>
                <a:ext uri="{FF2B5EF4-FFF2-40B4-BE49-F238E27FC236}">
                  <a16:creationId xmlns:a16="http://schemas.microsoft.com/office/drawing/2014/main" id="{242C09F6-3EEE-67F4-B31F-1687D21BEF32}"/>
                </a:ext>
              </a:extLst>
            </p:cNvPr>
            <p:cNvSpPr/>
            <p:nvPr/>
          </p:nvSpPr>
          <p:spPr>
            <a:xfrm>
              <a:off x="8961120" y="4782312"/>
              <a:ext cx="2697480" cy="502920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D5599E2-3A42-3299-790B-EE9DA56B4CFA}"/>
                </a:ext>
              </a:extLst>
            </p:cNvPr>
            <p:cNvSpPr txBox="1"/>
            <p:nvPr/>
          </p:nvSpPr>
          <p:spPr>
            <a:xfrm>
              <a:off x="8979408" y="4800600"/>
              <a:ext cx="26517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300" b="1" i="0">
                  <a:solidFill>
                    <a:srgbClr val="FFFFFF"/>
                  </a:solidFill>
                  <a:latin typeface="맑은 고딕"/>
                </a:rPr>
                <a:t>GradClip ↑</a:t>
              </a:r>
            </a:p>
          </p:txBody>
        </p:sp>
        <p:sp>
          <p:nvSpPr>
            <p:cNvPr id="107" name="Rectangle 46">
              <a:extLst>
                <a:ext uri="{FF2B5EF4-FFF2-40B4-BE49-F238E27FC236}">
                  <a16:creationId xmlns:a16="http://schemas.microsoft.com/office/drawing/2014/main" id="{526B5BD1-9A5C-A2FC-D30A-B8DD3D52AE96}"/>
                </a:ext>
              </a:extLst>
            </p:cNvPr>
            <p:cNvSpPr/>
            <p:nvPr/>
          </p:nvSpPr>
          <p:spPr>
            <a:xfrm>
              <a:off x="274320" y="5495544"/>
              <a:ext cx="164592" cy="713232"/>
            </a:xfrm>
            <a:prstGeom prst="rect">
              <a:avLst/>
            </a:prstGeom>
            <a:solidFill>
              <a:srgbClr val="7B2FB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Rectangle 47">
              <a:extLst>
                <a:ext uri="{FF2B5EF4-FFF2-40B4-BE49-F238E27FC236}">
                  <a16:creationId xmlns:a16="http://schemas.microsoft.com/office/drawing/2014/main" id="{F2582131-F7BB-F59A-C4F9-5C4C8C79B34D}"/>
                </a:ext>
              </a:extLst>
            </p:cNvPr>
            <p:cNvSpPr/>
            <p:nvPr/>
          </p:nvSpPr>
          <p:spPr>
            <a:xfrm>
              <a:off x="438912" y="5495544"/>
              <a:ext cx="11448288" cy="71323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7635A8A-B5B3-5BEF-DDB5-C3ED00B5F3EA}"/>
                </a:ext>
              </a:extLst>
            </p:cNvPr>
            <p:cNvSpPr txBox="1"/>
            <p:nvPr/>
          </p:nvSpPr>
          <p:spPr>
            <a:xfrm>
              <a:off x="502920" y="5532120"/>
              <a:ext cx="100584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7B2FBE"/>
                  </a:solidFill>
                  <a:latin typeface="맑은 고딕"/>
                </a:rPr>
                <a:t>Stage 5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875172A-ADDC-5728-BE16-ABB2AEADAC7F}"/>
                </a:ext>
              </a:extLst>
            </p:cNvPr>
            <p:cNvSpPr txBox="1"/>
            <p:nvPr/>
          </p:nvSpPr>
          <p:spPr>
            <a:xfrm>
              <a:off x="502920" y="5879592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7B2FBE"/>
                  </a:solidFill>
                  <a:latin typeface="맑은 고딕"/>
                </a:rPr>
                <a:t>N_CA_LAYERS: 1→2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17FBF98-7578-DFA4-57AD-7FF9C9F7B053}"/>
                </a:ext>
              </a:extLst>
            </p:cNvPr>
            <p:cNvSpPr txBox="1"/>
            <p:nvPr/>
          </p:nvSpPr>
          <p:spPr>
            <a:xfrm>
              <a:off x="1920240" y="5623560"/>
              <a:ext cx="468269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LR=1e-5 HIDDEN=16 N_HEADS=1 N_BLOCKS=1 </a:t>
              </a:r>
              <a:r>
                <a:rPr sz="1050" b="0" i="0" dirty="0" err="1">
                  <a:solidFill>
                    <a:srgbClr val="1A1A2E"/>
                  </a:solidFill>
                  <a:latin typeface="Consolas"/>
                </a:rPr>
                <a:t>GradClip</a:t>
              </a:r>
              <a:r>
                <a:rPr sz="1050" b="0" i="0" dirty="0">
                  <a:solidFill>
                    <a:srgbClr val="1A1A2E"/>
                  </a:solidFill>
                  <a:latin typeface="Consolas"/>
                </a:rPr>
                <a:t>=0 </a:t>
              </a:r>
              <a:r>
                <a:rPr sz="1050" b="1" i="0" dirty="0" err="1">
                  <a:solidFill>
                    <a:srgbClr val="FF0000"/>
                  </a:solidFill>
                  <a:latin typeface="Consolas"/>
                </a:rPr>
                <a:t>CA_Layers</a:t>
              </a:r>
              <a:r>
                <a:rPr sz="1050" b="1" i="0" dirty="0">
                  <a:solidFill>
                    <a:srgbClr val="FF0000"/>
                  </a:solidFill>
                  <a:latin typeface="Consolas"/>
                </a:rPr>
                <a:t>=2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B7A8CE2-D6D6-4A87-27DD-3567EDFABF74}"/>
                </a:ext>
              </a:extLst>
            </p:cNvPr>
            <p:cNvSpPr txBox="1"/>
            <p:nvPr/>
          </p:nvSpPr>
          <p:spPr>
            <a:xfrm>
              <a:off x="1920240" y="5907024"/>
              <a:ext cx="96012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M2 best: 0.8207(norm)  M3 best: 0.8311(norm)</a:t>
              </a:r>
            </a:p>
          </p:txBody>
        </p:sp>
        <p:sp>
          <p:nvSpPr>
            <p:cNvPr id="113" name="Rectangle 52">
              <a:extLst>
                <a:ext uri="{FF2B5EF4-FFF2-40B4-BE49-F238E27FC236}">
                  <a16:creationId xmlns:a16="http://schemas.microsoft.com/office/drawing/2014/main" id="{4DF2F15E-E701-9371-7B45-EED7AF7C730E}"/>
                </a:ext>
              </a:extLst>
            </p:cNvPr>
            <p:cNvSpPr/>
            <p:nvPr/>
          </p:nvSpPr>
          <p:spPr>
            <a:xfrm>
              <a:off x="8961120" y="5586984"/>
              <a:ext cx="2697480" cy="502920"/>
            </a:xfrm>
            <a:prstGeom prst="rect">
              <a:avLst/>
            </a:prstGeom>
            <a:solidFill>
              <a:srgbClr val="7B2FB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270EDC0-A645-6AC0-4D3D-1BA8146D3D73}"/>
                </a:ext>
              </a:extLst>
            </p:cNvPr>
            <p:cNvSpPr txBox="1"/>
            <p:nvPr/>
          </p:nvSpPr>
          <p:spPr>
            <a:xfrm>
              <a:off x="8979408" y="5605272"/>
              <a:ext cx="265176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300" b="1" i="0">
                  <a:solidFill>
                    <a:srgbClr val="FFFFFF"/>
                  </a:solidFill>
                  <a:latin typeface="맑은 고딕"/>
                </a:rPr>
                <a:t>CA_Layers 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40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9507-1C66-90BC-100B-C7C47487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81261-4E46-44DF-3EB9-70F324141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8B5D03-C5F0-BC3E-74F1-CE948C11B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C4A11CE-D86C-B703-5512-D6FAF6AC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Stage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별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Best AUC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비교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399" name="그룹 398">
            <a:extLst>
              <a:ext uri="{FF2B5EF4-FFF2-40B4-BE49-F238E27FC236}">
                <a16:creationId xmlns:a16="http://schemas.microsoft.com/office/drawing/2014/main" id="{354B073B-EE43-338F-D78B-1AB907E0E76C}"/>
              </a:ext>
            </a:extLst>
          </p:cNvPr>
          <p:cNvGrpSpPr/>
          <p:nvPr/>
        </p:nvGrpSpPr>
        <p:grpSpPr>
          <a:xfrm>
            <a:off x="289560" y="1595644"/>
            <a:ext cx="11612880" cy="4544746"/>
            <a:chOff x="274320" y="1682317"/>
            <a:chExt cx="11612880" cy="4544746"/>
          </a:xfrm>
        </p:grpSpPr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A4128E83-47F3-D19E-8E79-76EE6ADCB7D0}"/>
                </a:ext>
              </a:extLst>
            </p:cNvPr>
            <p:cNvGrpSpPr/>
            <p:nvPr/>
          </p:nvGrpSpPr>
          <p:grpSpPr>
            <a:xfrm>
              <a:off x="274320" y="1682317"/>
              <a:ext cx="11612880" cy="2377440"/>
              <a:chOff x="274320" y="905256"/>
              <a:chExt cx="11841480" cy="2377440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D07D3A70-EF14-44E7-6037-CD0DF80C2A26}"/>
                  </a:ext>
                </a:extLst>
              </p:cNvPr>
              <p:cNvSpPr/>
              <p:nvPr/>
            </p:nvSpPr>
            <p:spPr>
              <a:xfrm>
                <a:off x="274320" y="905256"/>
                <a:ext cx="109728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D1159C-626C-D8DF-1258-E2DDA32D4805}"/>
                  </a:ext>
                </a:extLst>
              </p:cNvPr>
              <p:cNvSpPr txBox="1"/>
              <p:nvPr/>
            </p:nvSpPr>
            <p:spPr>
              <a:xfrm>
                <a:off x="274320" y="905256"/>
                <a:ext cx="109728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Stage</a:t>
                </a:r>
              </a:p>
            </p:txBody>
          </p:sp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3061D61F-2242-845A-01A6-3C5304FD8D6B}"/>
                  </a:ext>
                </a:extLst>
              </p:cNvPr>
              <p:cNvSpPr/>
              <p:nvPr/>
            </p:nvSpPr>
            <p:spPr>
              <a:xfrm>
                <a:off x="1417320" y="905256"/>
                <a:ext cx="114300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60B1B7-3D14-3E35-0090-927D1AD83BE7}"/>
                  </a:ext>
                </a:extLst>
              </p:cNvPr>
              <p:cNvSpPr txBox="1"/>
              <p:nvPr/>
            </p:nvSpPr>
            <p:spPr>
              <a:xfrm>
                <a:off x="1417320" y="905256"/>
                <a:ext cx="11430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설명</a:t>
                </a:r>
              </a:p>
            </p:txBody>
          </p:sp>
          <p:sp>
            <p:nvSpPr>
              <p:cNvPr id="16" name="Rectangle 8">
                <a:extLst>
                  <a:ext uri="{FF2B5EF4-FFF2-40B4-BE49-F238E27FC236}">
                    <a16:creationId xmlns:a16="http://schemas.microsoft.com/office/drawing/2014/main" id="{7424EEE8-2361-C1A0-1F9D-92BC89C17212}"/>
                  </a:ext>
                </a:extLst>
              </p:cNvPr>
              <p:cNvSpPr/>
              <p:nvPr/>
            </p:nvSpPr>
            <p:spPr>
              <a:xfrm>
                <a:off x="2606040" y="905256"/>
                <a:ext cx="109728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AF3EB65-DC2C-B140-1390-7E32EE331498}"/>
                  </a:ext>
                </a:extLst>
              </p:cNvPr>
              <p:cNvSpPr txBox="1"/>
              <p:nvPr/>
            </p:nvSpPr>
            <p:spPr>
              <a:xfrm>
                <a:off x="2606040" y="905256"/>
                <a:ext cx="109728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M1 AUC</a:t>
                </a:r>
              </a:p>
            </p:txBody>
          </p:sp>
          <p:sp>
            <p:nvSpPr>
              <p:cNvPr id="18" name="Rectangle 10">
                <a:extLst>
                  <a:ext uri="{FF2B5EF4-FFF2-40B4-BE49-F238E27FC236}">
                    <a16:creationId xmlns:a16="http://schemas.microsoft.com/office/drawing/2014/main" id="{4E31B2E8-C1F0-6E1C-3AED-ECC1D1307D2D}"/>
                  </a:ext>
                </a:extLst>
              </p:cNvPr>
              <p:cNvSpPr/>
              <p:nvPr/>
            </p:nvSpPr>
            <p:spPr>
              <a:xfrm>
                <a:off x="3749039" y="905256"/>
                <a:ext cx="91440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F674DF-958C-8ADB-778E-7966AB47DA2E}"/>
                  </a:ext>
                </a:extLst>
              </p:cNvPr>
              <p:cNvSpPr txBox="1"/>
              <p:nvPr/>
            </p:nvSpPr>
            <p:spPr>
              <a:xfrm>
                <a:off x="3749039" y="905256"/>
                <a:ext cx="9144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M1 CI</a:t>
                </a:r>
              </a:p>
            </p:txBody>
          </p:sp>
          <p:sp>
            <p:nvSpPr>
              <p:cNvPr id="20" name="Rectangle 12">
                <a:extLst>
                  <a:ext uri="{FF2B5EF4-FFF2-40B4-BE49-F238E27FC236}">
                    <a16:creationId xmlns:a16="http://schemas.microsoft.com/office/drawing/2014/main" id="{933B0628-472B-B5FC-F7DB-653873F0F4F3}"/>
                  </a:ext>
                </a:extLst>
              </p:cNvPr>
              <p:cNvSpPr/>
              <p:nvPr/>
            </p:nvSpPr>
            <p:spPr>
              <a:xfrm>
                <a:off x="4709160" y="905256"/>
                <a:ext cx="114300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9B4B8B-2284-FDA1-96A4-9F2F9E79DDE9}"/>
                  </a:ext>
                </a:extLst>
              </p:cNvPr>
              <p:cNvSpPr txBox="1"/>
              <p:nvPr/>
            </p:nvSpPr>
            <p:spPr>
              <a:xfrm>
                <a:off x="4709160" y="905256"/>
                <a:ext cx="11430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M2 Best</a:t>
                </a:r>
              </a:p>
            </p:txBody>
          </p:sp>
          <p:sp>
            <p:nvSpPr>
              <p:cNvPr id="22" name="Rectangle 14">
                <a:extLst>
                  <a:ext uri="{FF2B5EF4-FFF2-40B4-BE49-F238E27FC236}">
                    <a16:creationId xmlns:a16="http://schemas.microsoft.com/office/drawing/2014/main" id="{C755024F-21EC-A635-9492-46BA8EEE998D}"/>
                  </a:ext>
                </a:extLst>
              </p:cNvPr>
              <p:cNvSpPr/>
              <p:nvPr/>
            </p:nvSpPr>
            <p:spPr>
              <a:xfrm>
                <a:off x="5897880" y="905256"/>
                <a:ext cx="109728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D07251-57FA-64EC-31A2-086E2FE17052}"/>
                  </a:ext>
                </a:extLst>
              </p:cNvPr>
              <p:cNvSpPr txBox="1"/>
              <p:nvPr/>
            </p:nvSpPr>
            <p:spPr>
              <a:xfrm>
                <a:off x="5897880" y="905256"/>
                <a:ext cx="109728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M2 Var</a:t>
                </a:r>
              </a:p>
            </p:txBody>
          </p:sp>
          <p:sp>
            <p:nvSpPr>
              <p:cNvPr id="24" name="Rectangle 16">
                <a:extLst>
                  <a:ext uri="{FF2B5EF4-FFF2-40B4-BE49-F238E27FC236}">
                    <a16:creationId xmlns:a16="http://schemas.microsoft.com/office/drawing/2014/main" id="{2CC616EB-A9E3-D4AC-B3FC-31F91C40D6ED}"/>
                  </a:ext>
                </a:extLst>
              </p:cNvPr>
              <p:cNvSpPr/>
              <p:nvPr/>
            </p:nvSpPr>
            <p:spPr>
              <a:xfrm>
                <a:off x="7040880" y="905256"/>
                <a:ext cx="96012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AAF986-9042-9886-5EC5-3F466C7FB4CA}"/>
                  </a:ext>
                </a:extLst>
              </p:cNvPr>
              <p:cNvSpPr txBox="1"/>
              <p:nvPr/>
            </p:nvSpPr>
            <p:spPr>
              <a:xfrm>
                <a:off x="7040880" y="905256"/>
                <a:ext cx="96012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M2 ΔAUC</a:t>
                </a:r>
              </a:p>
            </p:txBody>
          </p:sp>
          <p:sp>
            <p:nvSpPr>
              <p:cNvPr id="26" name="Rectangle 18">
                <a:extLst>
                  <a:ext uri="{FF2B5EF4-FFF2-40B4-BE49-F238E27FC236}">
                    <a16:creationId xmlns:a16="http://schemas.microsoft.com/office/drawing/2014/main" id="{ABA636EF-A0E3-2C94-71D4-737FAB294A03}"/>
                  </a:ext>
                </a:extLst>
              </p:cNvPr>
              <p:cNvSpPr/>
              <p:nvPr/>
            </p:nvSpPr>
            <p:spPr>
              <a:xfrm>
                <a:off x="8046720" y="905256"/>
                <a:ext cx="91440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33C7DF-3CE2-3AD9-2FC5-877B8301D300}"/>
                  </a:ext>
                </a:extLst>
              </p:cNvPr>
              <p:cNvSpPr txBox="1"/>
              <p:nvPr/>
            </p:nvSpPr>
            <p:spPr>
              <a:xfrm>
                <a:off x="8046720" y="905256"/>
                <a:ext cx="9144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M3 Best</a:t>
                </a:r>
              </a:p>
            </p:txBody>
          </p:sp>
          <p:sp>
            <p:nvSpPr>
              <p:cNvPr id="28" name="Rectangle 20">
                <a:extLst>
                  <a:ext uri="{FF2B5EF4-FFF2-40B4-BE49-F238E27FC236}">
                    <a16:creationId xmlns:a16="http://schemas.microsoft.com/office/drawing/2014/main" id="{C658EA8F-849B-1022-813F-CCD5BD0DD11B}"/>
                  </a:ext>
                </a:extLst>
              </p:cNvPr>
              <p:cNvSpPr/>
              <p:nvPr/>
            </p:nvSpPr>
            <p:spPr>
              <a:xfrm>
                <a:off x="9006840" y="905256"/>
                <a:ext cx="109728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0571D09-B249-05C8-3FDF-482350A1B0D0}"/>
                  </a:ext>
                </a:extLst>
              </p:cNvPr>
              <p:cNvSpPr txBox="1"/>
              <p:nvPr/>
            </p:nvSpPr>
            <p:spPr>
              <a:xfrm>
                <a:off x="9006840" y="905256"/>
                <a:ext cx="109728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M3 Var</a:t>
                </a:r>
              </a:p>
            </p:txBody>
          </p:sp>
          <p:sp>
            <p:nvSpPr>
              <p:cNvPr id="30" name="Rectangle 22">
                <a:extLst>
                  <a:ext uri="{FF2B5EF4-FFF2-40B4-BE49-F238E27FC236}">
                    <a16:creationId xmlns:a16="http://schemas.microsoft.com/office/drawing/2014/main" id="{639678FE-7B95-BF8E-9563-F26C92F38434}"/>
                  </a:ext>
                </a:extLst>
              </p:cNvPr>
              <p:cNvSpPr/>
              <p:nvPr/>
            </p:nvSpPr>
            <p:spPr>
              <a:xfrm>
                <a:off x="10149840" y="905256"/>
                <a:ext cx="91440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2362C90-CAD2-FF5D-2298-3F653108BD79}"/>
                  </a:ext>
                </a:extLst>
              </p:cNvPr>
              <p:cNvSpPr txBox="1"/>
              <p:nvPr/>
            </p:nvSpPr>
            <p:spPr>
              <a:xfrm>
                <a:off x="10149840" y="905256"/>
                <a:ext cx="91440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M3 ΔAUC</a:t>
                </a:r>
              </a:p>
            </p:txBody>
          </p:sp>
          <p:sp>
            <p:nvSpPr>
              <p:cNvPr id="32" name="Rectangle 24">
                <a:extLst>
                  <a:ext uri="{FF2B5EF4-FFF2-40B4-BE49-F238E27FC236}">
                    <a16:creationId xmlns:a16="http://schemas.microsoft.com/office/drawing/2014/main" id="{1640FC7D-C7D8-B129-7096-35575681788B}"/>
                  </a:ext>
                </a:extLst>
              </p:cNvPr>
              <p:cNvSpPr/>
              <p:nvPr/>
            </p:nvSpPr>
            <p:spPr>
              <a:xfrm>
                <a:off x="11109960" y="905256"/>
                <a:ext cx="100584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D01E65A-7B35-529B-587F-6CE7B6795C10}"/>
                  </a:ext>
                </a:extLst>
              </p:cNvPr>
              <p:cNvSpPr txBox="1"/>
              <p:nvPr/>
            </p:nvSpPr>
            <p:spPr>
              <a:xfrm>
                <a:off x="11109960" y="905256"/>
                <a:ext cx="100584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주목</a:t>
                </a:r>
              </a:p>
            </p:txBody>
          </p:sp>
          <p:sp>
            <p:nvSpPr>
              <p:cNvPr id="34" name="Rectangle 26">
                <a:extLst>
                  <a:ext uri="{FF2B5EF4-FFF2-40B4-BE49-F238E27FC236}">
                    <a16:creationId xmlns:a16="http://schemas.microsoft.com/office/drawing/2014/main" id="{DA6EFBB5-E36B-6705-37B7-C8D8B6F031B4}"/>
                  </a:ext>
                </a:extLst>
              </p:cNvPr>
              <p:cNvSpPr/>
              <p:nvPr/>
            </p:nvSpPr>
            <p:spPr>
              <a:xfrm>
                <a:off x="274320" y="1197864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2F758F5-29EE-D8F0-E59E-76C9F3D55B8A}"/>
                  </a:ext>
                </a:extLst>
              </p:cNvPr>
              <p:cNvSpPr txBox="1"/>
              <p:nvPr/>
            </p:nvSpPr>
            <p:spPr>
              <a:xfrm>
                <a:off x="274320" y="1197864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Stage 0</a:t>
                </a:r>
              </a:p>
            </p:txBody>
          </p:sp>
          <p:sp>
            <p:nvSpPr>
              <p:cNvPr id="36" name="Rectangle 28">
                <a:extLst>
                  <a:ext uri="{FF2B5EF4-FFF2-40B4-BE49-F238E27FC236}">
                    <a16:creationId xmlns:a16="http://schemas.microsoft.com/office/drawing/2014/main" id="{84C86DA8-E363-64E5-B466-6213ECDD5D5B}"/>
                  </a:ext>
                </a:extLst>
              </p:cNvPr>
              <p:cNvSpPr/>
              <p:nvPr/>
            </p:nvSpPr>
            <p:spPr>
              <a:xfrm>
                <a:off x="1417320" y="1197864"/>
                <a:ext cx="11430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EEE4BBF-E00E-2FCA-4652-ED719B73BBA1}"/>
                  </a:ext>
                </a:extLst>
              </p:cNvPr>
              <p:cNvSpPr txBox="1"/>
              <p:nvPr/>
            </p:nvSpPr>
            <p:spPr>
              <a:xfrm>
                <a:off x="1417320" y="1197864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Baseline</a:t>
                </a:r>
              </a:p>
            </p:txBody>
          </p:sp>
          <p:sp>
            <p:nvSpPr>
              <p:cNvPr id="38" name="Rectangle 30">
                <a:extLst>
                  <a:ext uri="{FF2B5EF4-FFF2-40B4-BE49-F238E27FC236}">
                    <a16:creationId xmlns:a16="http://schemas.microsoft.com/office/drawing/2014/main" id="{1A3E5611-04B6-6729-CC6C-2AE8B3670D64}"/>
                  </a:ext>
                </a:extLst>
              </p:cNvPr>
              <p:cNvSpPr/>
              <p:nvPr/>
            </p:nvSpPr>
            <p:spPr>
              <a:xfrm>
                <a:off x="2606040" y="1197864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A5E8C8-C0AC-B40E-FA6C-F8211E172832}"/>
                  </a:ext>
                </a:extLst>
              </p:cNvPr>
              <p:cNvSpPr txBox="1"/>
              <p:nvPr/>
            </p:nvSpPr>
            <p:spPr>
              <a:xfrm>
                <a:off x="2606040" y="1197864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0.8030</a:t>
                </a:r>
              </a:p>
            </p:txBody>
          </p:sp>
          <p:sp>
            <p:nvSpPr>
              <p:cNvPr id="41" name="Rectangle 32">
                <a:extLst>
                  <a:ext uri="{FF2B5EF4-FFF2-40B4-BE49-F238E27FC236}">
                    <a16:creationId xmlns:a16="http://schemas.microsoft.com/office/drawing/2014/main" id="{2D016E2F-3BE9-C016-6533-12D600D931AA}"/>
                  </a:ext>
                </a:extLst>
              </p:cNvPr>
              <p:cNvSpPr/>
              <p:nvPr/>
            </p:nvSpPr>
            <p:spPr>
              <a:xfrm>
                <a:off x="3749039" y="1197864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60317D6-1800-7094-B9BA-62C8B02BE764}"/>
                  </a:ext>
                </a:extLst>
              </p:cNvPr>
              <p:cNvSpPr txBox="1"/>
              <p:nvPr/>
            </p:nvSpPr>
            <p:spPr>
              <a:xfrm>
                <a:off x="3749039" y="1197864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[0.720,0.872]</a:t>
                </a:r>
              </a:p>
            </p:txBody>
          </p:sp>
          <p:sp>
            <p:nvSpPr>
              <p:cNvPr id="43" name="Rectangle 34">
                <a:extLst>
                  <a:ext uri="{FF2B5EF4-FFF2-40B4-BE49-F238E27FC236}">
                    <a16:creationId xmlns:a16="http://schemas.microsoft.com/office/drawing/2014/main" id="{31A26ADC-EAA8-5F66-8008-A19CC365FA6C}"/>
                  </a:ext>
                </a:extLst>
              </p:cNvPr>
              <p:cNvSpPr/>
              <p:nvPr/>
            </p:nvSpPr>
            <p:spPr>
              <a:xfrm>
                <a:off x="4709160" y="1197864"/>
                <a:ext cx="11430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44D751E-B620-698E-A440-0C08D4407E1E}"/>
                  </a:ext>
                </a:extLst>
              </p:cNvPr>
              <p:cNvSpPr txBox="1"/>
              <p:nvPr/>
            </p:nvSpPr>
            <p:spPr>
              <a:xfrm>
                <a:off x="4709160" y="1197864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0.8120</a:t>
                </a:r>
              </a:p>
            </p:txBody>
          </p:sp>
          <p:sp>
            <p:nvSpPr>
              <p:cNvPr id="45" name="Rectangle 36">
                <a:extLst>
                  <a:ext uri="{FF2B5EF4-FFF2-40B4-BE49-F238E27FC236}">
                    <a16:creationId xmlns:a16="http://schemas.microsoft.com/office/drawing/2014/main" id="{863FB12D-505C-5676-E0D5-24ED89992D4C}"/>
                  </a:ext>
                </a:extLst>
              </p:cNvPr>
              <p:cNvSpPr/>
              <p:nvPr/>
            </p:nvSpPr>
            <p:spPr>
              <a:xfrm>
                <a:off x="5897880" y="1197864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40BA32A-FEAB-12FB-5C83-85F918D0FD22}"/>
                  </a:ext>
                </a:extLst>
              </p:cNvPr>
              <p:cNvSpPr txBox="1"/>
              <p:nvPr/>
            </p:nvSpPr>
            <p:spPr>
              <a:xfrm>
                <a:off x="5897880" y="1197864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47" name="Rectangle 38">
                <a:extLst>
                  <a:ext uri="{FF2B5EF4-FFF2-40B4-BE49-F238E27FC236}">
                    <a16:creationId xmlns:a16="http://schemas.microsoft.com/office/drawing/2014/main" id="{0D249D30-67CF-C112-65F0-08D347C7D671}"/>
                  </a:ext>
                </a:extLst>
              </p:cNvPr>
              <p:cNvSpPr/>
              <p:nvPr/>
            </p:nvSpPr>
            <p:spPr>
              <a:xfrm>
                <a:off x="7040880" y="1197864"/>
                <a:ext cx="96012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7D5D6D-6C12-5393-8DBE-D3E1CE0A4979}"/>
                  </a:ext>
                </a:extLst>
              </p:cNvPr>
              <p:cNvSpPr txBox="1"/>
              <p:nvPr/>
            </p:nvSpPr>
            <p:spPr>
              <a:xfrm>
                <a:off x="7040880" y="1197864"/>
                <a:ext cx="96012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기준</a:t>
                </a:r>
              </a:p>
            </p:txBody>
          </p:sp>
          <p:sp>
            <p:nvSpPr>
              <p:cNvPr id="49" name="Rectangle 40">
                <a:extLst>
                  <a:ext uri="{FF2B5EF4-FFF2-40B4-BE49-F238E27FC236}">
                    <a16:creationId xmlns:a16="http://schemas.microsoft.com/office/drawing/2014/main" id="{39651666-897B-6089-23FA-55B931E09D47}"/>
                  </a:ext>
                </a:extLst>
              </p:cNvPr>
              <p:cNvSpPr/>
              <p:nvPr/>
            </p:nvSpPr>
            <p:spPr>
              <a:xfrm>
                <a:off x="8046720" y="1197864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300B6C9-478A-FFAB-2138-29168C1C8A7A}"/>
                  </a:ext>
                </a:extLst>
              </p:cNvPr>
              <p:cNvSpPr txBox="1"/>
              <p:nvPr/>
            </p:nvSpPr>
            <p:spPr>
              <a:xfrm>
                <a:off x="8046720" y="1197864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E87400"/>
                    </a:solidFill>
                    <a:latin typeface="맑은 고딕"/>
                  </a:rPr>
                  <a:t>0.8006</a:t>
                </a:r>
              </a:p>
            </p:txBody>
          </p:sp>
          <p:sp>
            <p:nvSpPr>
              <p:cNvPr id="52" name="Rectangle 42">
                <a:extLst>
                  <a:ext uri="{FF2B5EF4-FFF2-40B4-BE49-F238E27FC236}">
                    <a16:creationId xmlns:a16="http://schemas.microsoft.com/office/drawing/2014/main" id="{1A486311-C33F-2281-73DE-03E84ABC15FB}"/>
                  </a:ext>
                </a:extLst>
              </p:cNvPr>
              <p:cNvSpPr/>
              <p:nvPr/>
            </p:nvSpPr>
            <p:spPr>
              <a:xfrm>
                <a:off x="9006840" y="1197864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92A7A90-FC54-DDEA-E02C-C48D4DD7B866}"/>
                  </a:ext>
                </a:extLst>
              </p:cNvPr>
              <p:cNvSpPr txBox="1"/>
              <p:nvPr/>
            </p:nvSpPr>
            <p:spPr>
              <a:xfrm>
                <a:off x="9006840" y="1197864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global_zsc</a:t>
                </a:r>
              </a:p>
            </p:txBody>
          </p:sp>
          <p:sp>
            <p:nvSpPr>
              <p:cNvPr id="54" name="Rectangle 44">
                <a:extLst>
                  <a:ext uri="{FF2B5EF4-FFF2-40B4-BE49-F238E27FC236}">
                    <a16:creationId xmlns:a16="http://schemas.microsoft.com/office/drawing/2014/main" id="{39206D2D-A0B5-F786-836E-0B199DB2B2F7}"/>
                  </a:ext>
                </a:extLst>
              </p:cNvPr>
              <p:cNvSpPr/>
              <p:nvPr/>
            </p:nvSpPr>
            <p:spPr>
              <a:xfrm>
                <a:off x="10149840" y="1197864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3AED59D-A130-31ED-20A3-44FA40DFA537}"/>
                  </a:ext>
                </a:extLst>
              </p:cNvPr>
              <p:cNvSpPr txBox="1"/>
              <p:nvPr/>
            </p:nvSpPr>
            <p:spPr>
              <a:xfrm>
                <a:off x="10149840" y="1197864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기준</a:t>
                </a:r>
              </a:p>
            </p:txBody>
          </p:sp>
          <p:sp>
            <p:nvSpPr>
              <p:cNvPr id="56" name="Rectangle 46">
                <a:extLst>
                  <a:ext uri="{FF2B5EF4-FFF2-40B4-BE49-F238E27FC236}">
                    <a16:creationId xmlns:a16="http://schemas.microsoft.com/office/drawing/2014/main" id="{1005B8D6-5B95-E519-E39B-346E53FCA068}"/>
                  </a:ext>
                </a:extLst>
              </p:cNvPr>
              <p:cNvSpPr/>
              <p:nvPr/>
            </p:nvSpPr>
            <p:spPr>
              <a:xfrm>
                <a:off x="11109960" y="1197864"/>
                <a:ext cx="100584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0FE176F-B94B-B050-84CF-369B02A7FB6A}"/>
                  </a:ext>
                </a:extLst>
              </p:cNvPr>
              <p:cNvSpPr txBox="1"/>
              <p:nvPr/>
            </p:nvSpPr>
            <p:spPr>
              <a:xfrm>
                <a:off x="11109960" y="1197864"/>
                <a:ext cx="100584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8" name="Rectangle 48">
                <a:extLst>
                  <a:ext uri="{FF2B5EF4-FFF2-40B4-BE49-F238E27FC236}">
                    <a16:creationId xmlns:a16="http://schemas.microsoft.com/office/drawing/2014/main" id="{CC2E3172-D8EC-26EB-B238-FC7DBAA622F5}"/>
                  </a:ext>
                </a:extLst>
              </p:cNvPr>
              <p:cNvSpPr/>
              <p:nvPr/>
            </p:nvSpPr>
            <p:spPr>
              <a:xfrm>
                <a:off x="274320" y="1545336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F9F3019-AE82-7D5F-AB43-55CC9086A4A6}"/>
                  </a:ext>
                </a:extLst>
              </p:cNvPr>
              <p:cNvSpPr txBox="1"/>
              <p:nvPr/>
            </p:nvSpPr>
            <p:spPr>
              <a:xfrm>
                <a:off x="274320" y="1545336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6BBF"/>
                    </a:solidFill>
                    <a:latin typeface="맑은 고딕"/>
                  </a:rPr>
                  <a:t>Stage 1</a:t>
                </a:r>
              </a:p>
            </p:txBody>
          </p:sp>
          <p:sp>
            <p:nvSpPr>
              <p:cNvPr id="60" name="Rectangle 50">
                <a:extLst>
                  <a:ext uri="{FF2B5EF4-FFF2-40B4-BE49-F238E27FC236}">
                    <a16:creationId xmlns:a16="http://schemas.microsoft.com/office/drawing/2014/main" id="{363D0B35-DA7B-1CE5-129E-7E7B34789F62}"/>
                  </a:ext>
                </a:extLst>
              </p:cNvPr>
              <p:cNvSpPr/>
              <p:nvPr/>
            </p:nvSpPr>
            <p:spPr>
              <a:xfrm>
                <a:off x="1417320" y="1545336"/>
                <a:ext cx="11430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1F6E5E0-4839-7984-0C1B-06F65442706B}"/>
                  </a:ext>
                </a:extLst>
              </p:cNvPr>
              <p:cNvSpPr txBox="1"/>
              <p:nvPr/>
            </p:nvSpPr>
            <p:spPr>
              <a:xfrm>
                <a:off x="1417320" y="1545336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HIDDEN: 16→64</a:t>
                </a:r>
              </a:p>
            </p:txBody>
          </p:sp>
          <p:sp>
            <p:nvSpPr>
              <p:cNvPr id="62" name="Rectangle 52">
                <a:extLst>
                  <a:ext uri="{FF2B5EF4-FFF2-40B4-BE49-F238E27FC236}">
                    <a16:creationId xmlns:a16="http://schemas.microsoft.com/office/drawing/2014/main" id="{DCD4AD2A-9A65-39C4-44B5-9B7D3E744798}"/>
                  </a:ext>
                </a:extLst>
              </p:cNvPr>
              <p:cNvSpPr/>
              <p:nvPr/>
            </p:nvSpPr>
            <p:spPr>
              <a:xfrm>
                <a:off x="2606040" y="1545336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E05E448-46EB-7865-2A28-B3A242B2B6C1}"/>
                  </a:ext>
                </a:extLst>
              </p:cNvPr>
              <p:cNvSpPr txBox="1"/>
              <p:nvPr/>
            </p:nvSpPr>
            <p:spPr>
              <a:xfrm>
                <a:off x="2606040" y="1545336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0.8030</a:t>
                </a:r>
              </a:p>
            </p:txBody>
          </p:sp>
          <p:sp>
            <p:nvSpPr>
              <p:cNvPr id="64" name="Rectangle 54">
                <a:extLst>
                  <a:ext uri="{FF2B5EF4-FFF2-40B4-BE49-F238E27FC236}">
                    <a16:creationId xmlns:a16="http://schemas.microsoft.com/office/drawing/2014/main" id="{E98B4797-1738-2FA2-3B1E-727EFDFFE892}"/>
                  </a:ext>
                </a:extLst>
              </p:cNvPr>
              <p:cNvSpPr/>
              <p:nvPr/>
            </p:nvSpPr>
            <p:spPr>
              <a:xfrm>
                <a:off x="3749039" y="1545336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6E58D67-5769-89EF-4CCC-40A12B0BF2D7}"/>
                  </a:ext>
                </a:extLst>
              </p:cNvPr>
              <p:cNvSpPr txBox="1"/>
              <p:nvPr/>
            </p:nvSpPr>
            <p:spPr>
              <a:xfrm>
                <a:off x="3749039" y="1545336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[0.720,0.872]</a:t>
                </a:r>
              </a:p>
            </p:txBody>
          </p:sp>
          <p:sp>
            <p:nvSpPr>
              <p:cNvPr id="67" name="Rectangle 56">
                <a:extLst>
                  <a:ext uri="{FF2B5EF4-FFF2-40B4-BE49-F238E27FC236}">
                    <a16:creationId xmlns:a16="http://schemas.microsoft.com/office/drawing/2014/main" id="{58EB3F3E-711F-5499-A3A3-2781499AAABF}"/>
                  </a:ext>
                </a:extLst>
              </p:cNvPr>
              <p:cNvSpPr/>
              <p:nvPr/>
            </p:nvSpPr>
            <p:spPr>
              <a:xfrm>
                <a:off x="4709160" y="1545336"/>
                <a:ext cx="11430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4D018DC-DC7F-39EE-4290-5F3726B67F1A}"/>
                  </a:ext>
                </a:extLst>
              </p:cNvPr>
              <p:cNvSpPr txBox="1"/>
              <p:nvPr/>
            </p:nvSpPr>
            <p:spPr>
              <a:xfrm>
                <a:off x="4709160" y="1545336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0.8110</a:t>
                </a:r>
              </a:p>
            </p:txBody>
          </p:sp>
          <p:sp>
            <p:nvSpPr>
              <p:cNvPr id="69" name="Rectangle 58">
                <a:extLst>
                  <a:ext uri="{FF2B5EF4-FFF2-40B4-BE49-F238E27FC236}">
                    <a16:creationId xmlns:a16="http://schemas.microsoft.com/office/drawing/2014/main" id="{8FF04B45-EB8C-0575-7EC0-25254578E044}"/>
                  </a:ext>
                </a:extLst>
              </p:cNvPr>
              <p:cNvSpPr/>
              <p:nvPr/>
            </p:nvSpPr>
            <p:spPr>
              <a:xfrm>
                <a:off x="5897880" y="1545336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2C32B91-242C-598F-65F3-E8D32C10D148}"/>
                  </a:ext>
                </a:extLst>
              </p:cNvPr>
              <p:cNvSpPr txBox="1"/>
              <p:nvPr/>
            </p:nvSpPr>
            <p:spPr>
              <a:xfrm>
                <a:off x="5897880" y="1545336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71" name="Rectangle 60">
                <a:extLst>
                  <a:ext uri="{FF2B5EF4-FFF2-40B4-BE49-F238E27FC236}">
                    <a16:creationId xmlns:a16="http://schemas.microsoft.com/office/drawing/2014/main" id="{A3118D1D-1F4A-547F-AD67-E8DCDFEF5867}"/>
                  </a:ext>
                </a:extLst>
              </p:cNvPr>
              <p:cNvSpPr/>
              <p:nvPr/>
            </p:nvSpPr>
            <p:spPr>
              <a:xfrm>
                <a:off x="7040880" y="1545336"/>
                <a:ext cx="96012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4184160-FA3D-3B0E-F162-929D80457129}"/>
                  </a:ext>
                </a:extLst>
              </p:cNvPr>
              <p:cNvSpPr txBox="1"/>
              <p:nvPr/>
            </p:nvSpPr>
            <p:spPr>
              <a:xfrm>
                <a:off x="7040880" y="1545336"/>
                <a:ext cx="96012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−0.0010</a:t>
                </a:r>
              </a:p>
            </p:txBody>
          </p:sp>
          <p:sp>
            <p:nvSpPr>
              <p:cNvPr id="75" name="Rectangle 62">
                <a:extLst>
                  <a:ext uri="{FF2B5EF4-FFF2-40B4-BE49-F238E27FC236}">
                    <a16:creationId xmlns:a16="http://schemas.microsoft.com/office/drawing/2014/main" id="{E7C747B2-CE97-433F-B00A-2192C63FD618}"/>
                  </a:ext>
                </a:extLst>
              </p:cNvPr>
              <p:cNvSpPr/>
              <p:nvPr/>
            </p:nvSpPr>
            <p:spPr>
              <a:xfrm>
                <a:off x="8046720" y="1545336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285109E-02AC-EB98-0DA4-F4E2E89E469B}"/>
                  </a:ext>
                </a:extLst>
              </p:cNvPr>
              <p:cNvSpPr txBox="1"/>
              <p:nvPr/>
            </p:nvSpPr>
            <p:spPr>
              <a:xfrm>
                <a:off x="8046720" y="1545336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E87400"/>
                    </a:solidFill>
                    <a:latin typeface="맑은 고딕"/>
                  </a:rPr>
                  <a:t>0.8087</a:t>
                </a:r>
              </a:p>
            </p:txBody>
          </p:sp>
          <p:sp>
            <p:nvSpPr>
              <p:cNvPr id="117" name="Rectangle 64">
                <a:extLst>
                  <a:ext uri="{FF2B5EF4-FFF2-40B4-BE49-F238E27FC236}">
                    <a16:creationId xmlns:a16="http://schemas.microsoft.com/office/drawing/2014/main" id="{EC944B21-9CD7-64C6-09E4-71FE281D7F77}"/>
                  </a:ext>
                </a:extLst>
              </p:cNvPr>
              <p:cNvSpPr/>
              <p:nvPr/>
            </p:nvSpPr>
            <p:spPr>
              <a:xfrm>
                <a:off x="9006840" y="1545336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38F7A2E-6B78-BE2C-BD97-248404D08274}"/>
                  </a:ext>
                </a:extLst>
              </p:cNvPr>
              <p:cNvSpPr txBox="1"/>
              <p:nvPr/>
            </p:nvSpPr>
            <p:spPr>
              <a:xfrm>
                <a:off x="9006840" y="1545336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119" name="Rectangle 66">
                <a:extLst>
                  <a:ext uri="{FF2B5EF4-FFF2-40B4-BE49-F238E27FC236}">
                    <a16:creationId xmlns:a16="http://schemas.microsoft.com/office/drawing/2014/main" id="{C24C97E0-0EF2-5F33-9662-FF82CDA6BCE9}"/>
                  </a:ext>
                </a:extLst>
              </p:cNvPr>
              <p:cNvSpPr/>
              <p:nvPr/>
            </p:nvSpPr>
            <p:spPr>
              <a:xfrm>
                <a:off x="10149840" y="1545336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2269125-9F94-18B7-0DC6-B0DA254748AB}"/>
                  </a:ext>
                </a:extLst>
              </p:cNvPr>
              <p:cNvSpPr txBox="1"/>
              <p:nvPr/>
            </p:nvSpPr>
            <p:spPr>
              <a:xfrm>
                <a:off x="10149840" y="1545336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+0.0081</a:t>
                </a:r>
              </a:p>
            </p:txBody>
          </p:sp>
          <p:sp>
            <p:nvSpPr>
              <p:cNvPr id="121" name="Rectangle 68">
                <a:extLst>
                  <a:ext uri="{FF2B5EF4-FFF2-40B4-BE49-F238E27FC236}">
                    <a16:creationId xmlns:a16="http://schemas.microsoft.com/office/drawing/2014/main" id="{33C35880-13C1-6B94-1625-494D95D060CE}"/>
                  </a:ext>
                </a:extLst>
              </p:cNvPr>
              <p:cNvSpPr/>
              <p:nvPr/>
            </p:nvSpPr>
            <p:spPr>
              <a:xfrm>
                <a:off x="11109960" y="1545336"/>
                <a:ext cx="100584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EFF46E72-5BD1-039E-D105-8D2ADFE4D759}"/>
                  </a:ext>
                </a:extLst>
              </p:cNvPr>
              <p:cNvSpPr txBox="1"/>
              <p:nvPr/>
            </p:nvSpPr>
            <p:spPr>
              <a:xfrm>
                <a:off x="11109960" y="1545336"/>
                <a:ext cx="100584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3" name="Rectangle 70">
                <a:extLst>
                  <a:ext uri="{FF2B5EF4-FFF2-40B4-BE49-F238E27FC236}">
                    <a16:creationId xmlns:a16="http://schemas.microsoft.com/office/drawing/2014/main" id="{5EAB3985-5C2D-FCCA-F265-5FA1C5890E4B}"/>
                  </a:ext>
                </a:extLst>
              </p:cNvPr>
              <p:cNvSpPr/>
              <p:nvPr/>
            </p:nvSpPr>
            <p:spPr>
              <a:xfrm>
                <a:off x="274320" y="1892808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D99FC7-795A-4F1B-AA5A-2EB5A85AAE4D}"/>
                  </a:ext>
                </a:extLst>
              </p:cNvPr>
              <p:cNvSpPr txBox="1"/>
              <p:nvPr/>
            </p:nvSpPr>
            <p:spPr>
              <a:xfrm>
                <a:off x="274320" y="1892808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Stage 2</a:t>
                </a:r>
              </a:p>
            </p:txBody>
          </p:sp>
          <p:sp>
            <p:nvSpPr>
              <p:cNvPr id="125" name="Rectangle 72">
                <a:extLst>
                  <a:ext uri="{FF2B5EF4-FFF2-40B4-BE49-F238E27FC236}">
                    <a16:creationId xmlns:a16="http://schemas.microsoft.com/office/drawing/2014/main" id="{761C2DB0-830B-B066-51EE-DB176D073264}"/>
                  </a:ext>
                </a:extLst>
              </p:cNvPr>
              <p:cNvSpPr/>
              <p:nvPr/>
            </p:nvSpPr>
            <p:spPr>
              <a:xfrm>
                <a:off x="1417320" y="1892808"/>
                <a:ext cx="11430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04B8345-6F8E-6568-5E27-A061EFB5D663}"/>
                  </a:ext>
                </a:extLst>
              </p:cNvPr>
              <p:cNvSpPr txBox="1"/>
              <p:nvPr/>
            </p:nvSpPr>
            <p:spPr>
              <a:xfrm>
                <a:off x="1417320" y="1892808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N_HEADS: 1→4</a:t>
                </a:r>
              </a:p>
            </p:txBody>
          </p:sp>
          <p:sp>
            <p:nvSpPr>
              <p:cNvPr id="127" name="Rectangle 74">
                <a:extLst>
                  <a:ext uri="{FF2B5EF4-FFF2-40B4-BE49-F238E27FC236}">
                    <a16:creationId xmlns:a16="http://schemas.microsoft.com/office/drawing/2014/main" id="{08BFB864-DEFC-9B32-B044-C24F129AC905}"/>
                  </a:ext>
                </a:extLst>
              </p:cNvPr>
              <p:cNvSpPr/>
              <p:nvPr/>
            </p:nvSpPr>
            <p:spPr>
              <a:xfrm>
                <a:off x="2606040" y="1892808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B95459D7-B9AE-0259-1C77-C7C9DE458894}"/>
                  </a:ext>
                </a:extLst>
              </p:cNvPr>
              <p:cNvSpPr txBox="1"/>
              <p:nvPr/>
            </p:nvSpPr>
            <p:spPr>
              <a:xfrm>
                <a:off x="2606040" y="1892808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0.8030</a:t>
                </a:r>
              </a:p>
            </p:txBody>
          </p:sp>
          <p:sp>
            <p:nvSpPr>
              <p:cNvPr id="129" name="Rectangle 76">
                <a:extLst>
                  <a:ext uri="{FF2B5EF4-FFF2-40B4-BE49-F238E27FC236}">
                    <a16:creationId xmlns:a16="http://schemas.microsoft.com/office/drawing/2014/main" id="{CF5F32D0-F924-3381-7D65-6EF6BB6B7C84}"/>
                  </a:ext>
                </a:extLst>
              </p:cNvPr>
              <p:cNvSpPr/>
              <p:nvPr/>
            </p:nvSpPr>
            <p:spPr>
              <a:xfrm>
                <a:off x="3749039" y="1892808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260D491-6FF8-10F6-B5B1-314D94125E77}"/>
                  </a:ext>
                </a:extLst>
              </p:cNvPr>
              <p:cNvSpPr txBox="1"/>
              <p:nvPr/>
            </p:nvSpPr>
            <p:spPr>
              <a:xfrm>
                <a:off x="3749039" y="1892808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[0.720,0.872]</a:t>
                </a:r>
              </a:p>
            </p:txBody>
          </p:sp>
          <p:sp>
            <p:nvSpPr>
              <p:cNvPr id="131" name="Rectangle 78">
                <a:extLst>
                  <a:ext uri="{FF2B5EF4-FFF2-40B4-BE49-F238E27FC236}">
                    <a16:creationId xmlns:a16="http://schemas.microsoft.com/office/drawing/2014/main" id="{5C14F642-4907-35DD-BB81-9CA3FFCF35F0}"/>
                  </a:ext>
                </a:extLst>
              </p:cNvPr>
              <p:cNvSpPr/>
              <p:nvPr/>
            </p:nvSpPr>
            <p:spPr>
              <a:xfrm>
                <a:off x="4709160" y="1892808"/>
                <a:ext cx="11430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9BEC329-F2E9-6FAF-CD23-6586921DE19B}"/>
                  </a:ext>
                </a:extLst>
              </p:cNvPr>
              <p:cNvSpPr txBox="1"/>
              <p:nvPr/>
            </p:nvSpPr>
            <p:spPr>
              <a:xfrm>
                <a:off x="4709160" y="1892808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0.8195</a:t>
                </a:r>
              </a:p>
            </p:txBody>
          </p:sp>
          <p:sp>
            <p:nvSpPr>
              <p:cNvPr id="133" name="Rectangle 80">
                <a:extLst>
                  <a:ext uri="{FF2B5EF4-FFF2-40B4-BE49-F238E27FC236}">
                    <a16:creationId xmlns:a16="http://schemas.microsoft.com/office/drawing/2014/main" id="{880D7FFF-C58E-E07A-D85D-40FCF26FACDD}"/>
                  </a:ext>
                </a:extLst>
              </p:cNvPr>
              <p:cNvSpPr/>
              <p:nvPr/>
            </p:nvSpPr>
            <p:spPr>
              <a:xfrm>
                <a:off x="5897880" y="1892808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99C6942-0DF7-45D2-7A6E-85FF06BA3820}"/>
                  </a:ext>
                </a:extLst>
              </p:cNvPr>
              <p:cNvSpPr txBox="1"/>
              <p:nvPr/>
            </p:nvSpPr>
            <p:spPr>
              <a:xfrm>
                <a:off x="5897880" y="1892808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135" name="Rectangle 82">
                <a:extLst>
                  <a:ext uri="{FF2B5EF4-FFF2-40B4-BE49-F238E27FC236}">
                    <a16:creationId xmlns:a16="http://schemas.microsoft.com/office/drawing/2014/main" id="{FE2577B9-AB9F-3DF9-0B25-8C3A37329DF8}"/>
                  </a:ext>
                </a:extLst>
              </p:cNvPr>
              <p:cNvSpPr/>
              <p:nvPr/>
            </p:nvSpPr>
            <p:spPr>
              <a:xfrm>
                <a:off x="7040880" y="1892808"/>
                <a:ext cx="96012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146C1BB-6CBD-EF7D-515B-4006CCAF08CB}"/>
                  </a:ext>
                </a:extLst>
              </p:cNvPr>
              <p:cNvSpPr txBox="1"/>
              <p:nvPr/>
            </p:nvSpPr>
            <p:spPr>
              <a:xfrm>
                <a:off x="7040880" y="1892808"/>
                <a:ext cx="96012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+0.0075</a:t>
                </a:r>
              </a:p>
            </p:txBody>
          </p:sp>
          <p:sp>
            <p:nvSpPr>
              <p:cNvPr id="137" name="Rectangle 84">
                <a:extLst>
                  <a:ext uri="{FF2B5EF4-FFF2-40B4-BE49-F238E27FC236}">
                    <a16:creationId xmlns:a16="http://schemas.microsoft.com/office/drawing/2014/main" id="{14BA0F31-DB4E-35A4-37A8-3C9AFC81C45F}"/>
                  </a:ext>
                </a:extLst>
              </p:cNvPr>
              <p:cNvSpPr/>
              <p:nvPr/>
            </p:nvSpPr>
            <p:spPr>
              <a:xfrm>
                <a:off x="8046720" y="1892808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37A041D-DDCE-DAA6-CD01-E73399C40B38}"/>
                  </a:ext>
                </a:extLst>
              </p:cNvPr>
              <p:cNvSpPr txBox="1"/>
              <p:nvPr/>
            </p:nvSpPr>
            <p:spPr>
              <a:xfrm>
                <a:off x="8046720" y="1892808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E87400"/>
                    </a:solidFill>
                    <a:latin typeface="맑은 고딕"/>
                  </a:rPr>
                  <a:t>0.8108</a:t>
                </a:r>
              </a:p>
            </p:txBody>
          </p:sp>
          <p:sp>
            <p:nvSpPr>
              <p:cNvPr id="139" name="Rectangle 86">
                <a:extLst>
                  <a:ext uri="{FF2B5EF4-FFF2-40B4-BE49-F238E27FC236}">
                    <a16:creationId xmlns:a16="http://schemas.microsoft.com/office/drawing/2014/main" id="{9C70F746-771F-4040-A800-F91934C31835}"/>
                  </a:ext>
                </a:extLst>
              </p:cNvPr>
              <p:cNvSpPr/>
              <p:nvPr/>
            </p:nvSpPr>
            <p:spPr>
              <a:xfrm>
                <a:off x="9006840" y="1892808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59E70404-E8DF-A649-531F-2114FD3232CC}"/>
                  </a:ext>
                </a:extLst>
              </p:cNvPr>
              <p:cNvSpPr txBox="1"/>
              <p:nvPr/>
            </p:nvSpPr>
            <p:spPr>
              <a:xfrm>
                <a:off x="9006840" y="1892808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141" name="Rectangle 88">
                <a:extLst>
                  <a:ext uri="{FF2B5EF4-FFF2-40B4-BE49-F238E27FC236}">
                    <a16:creationId xmlns:a16="http://schemas.microsoft.com/office/drawing/2014/main" id="{AD176ECC-D9F6-5B18-E939-F832E1E1E952}"/>
                  </a:ext>
                </a:extLst>
              </p:cNvPr>
              <p:cNvSpPr/>
              <p:nvPr/>
            </p:nvSpPr>
            <p:spPr>
              <a:xfrm>
                <a:off x="10149840" y="1892808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C7F2A9B-DB3B-9142-4017-F09D801C9EAE}"/>
                  </a:ext>
                </a:extLst>
              </p:cNvPr>
              <p:cNvSpPr txBox="1"/>
              <p:nvPr/>
            </p:nvSpPr>
            <p:spPr>
              <a:xfrm>
                <a:off x="10149840" y="1892808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+0.0102</a:t>
                </a:r>
              </a:p>
            </p:txBody>
          </p:sp>
          <p:sp>
            <p:nvSpPr>
              <p:cNvPr id="143" name="Rectangle 90">
                <a:extLst>
                  <a:ext uri="{FF2B5EF4-FFF2-40B4-BE49-F238E27FC236}">
                    <a16:creationId xmlns:a16="http://schemas.microsoft.com/office/drawing/2014/main" id="{D24C4339-E2DE-01FD-5EFF-6DAAD35BC29F}"/>
                  </a:ext>
                </a:extLst>
              </p:cNvPr>
              <p:cNvSpPr/>
              <p:nvPr/>
            </p:nvSpPr>
            <p:spPr>
              <a:xfrm>
                <a:off x="11109960" y="1892808"/>
                <a:ext cx="100584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9C10121-4762-EF92-B894-9CB9702E6D60}"/>
                  </a:ext>
                </a:extLst>
              </p:cNvPr>
              <p:cNvSpPr txBox="1"/>
              <p:nvPr/>
            </p:nvSpPr>
            <p:spPr>
              <a:xfrm>
                <a:off x="11109960" y="1892808"/>
                <a:ext cx="100584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5" name="Rectangle 92">
                <a:extLst>
                  <a:ext uri="{FF2B5EF4-FFF2-40B4-BE49-F238E27FC236}">
                    <a16:creationId xmlns:a16="http://schemas.microsoft.com/office/drawing/2014/main" id="{8F075D1F-DD32-52D3-98C4-71286B472823}"/>
                  </a:ext>
                </a:extLst>
              </p:cNvPr>
              <p:cNvSpPr/>
              <p:nvPr/>
            </p:nvSpPr>
            <p:spPr>
              <a:xfrm>
                <a:off x="274320" y="2240280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60BBC84-B062-D4C0-A472-E438FE14497C}"/>
                  </a:ext>
                </a:extLst>
              </p:cNvPr>
              <p:cNvSpPr txBox="1"/>
              <p:nvPr/>
            </p:nvSpPr>
            <p:spPr>
              <a:xfrm>
                <a:off x="274320" y="2240280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Stage 3</a:t>
                </a:r>
              </a:p>
            </p:txBody>
          </p:sp>
          <p:sp>
            <p:nvSpPr>
              <p:cNvPr id="147" name="Rectangle 94">
                <a:extLst>
                  <a:ext uri="{FF2B5EF4-FFF2-40B4-BE49-F238E27FC236}">
                    <a16:creationId xmlns:a16="http://schemas.microsoft.com/office/drawing/2014/main" id="{B9DC66B7-011F-EECD-7D81-56748E72A04C}"/>
                  </a:ext>
                </a:extLst>
              </p:cNvPr>
              <p:cNvSpPr/>
              <p:nvPr/>
            </p:nvSpPr>
            <p:spPr>
              <a:xfrm>
                <a:off x="1417320" y="2240280"/>
                <a:ext cx="11430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24CA02D-7138-9046-DB23-BC0A976ADDA4}"/>
                  </a:ext>
                </a:extLst>
              </p:cNvPr>
              <p:cNvSpPr txBox="1"/>
              <p:nvPr/>
            </p:nvSpPr>
            <p:spPr>
              <a:xfrm>
                <a:off x="1417320" y="2240280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N_BLOCKS: 1→2</a:t>
                </a:r>
              </a:p>
            </p:txBody>
          </p:sp>
          <p:sp>
            <p:nvSpPr>
              <p:cNvPr id="149" name="Rectangle 96">
                <a:extLst>
                  <a:ext uri="{FF2B5EF4-FFF2-40B4-BE49-F238E27FC236}">
                    <a16:creationId xmlns:a16="http://schemas.microsoft.com/office/drawing/2014/main" id="{A56A2CD3-ABC8-999D-56B7-55F09E2024E7}"/>
                  </a:ext>
                </a:extLst>
              </p:cNvPr>
              <p:cNvSpPr/>
              <p:nvPr/>
            </p:nvSpPr>
            <p:spPr>
              <a:xfrm>
                <a:off x="2606040" y="2240280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56313DEB-2FDB-98BA-43B4-F613D4FDC50F}"/>
                  </a:ext>
                </a:extLst>
              </p:cNvPr>
              <p:cNvSpPr txBox="1"/>
              <p:nvPr/>
            </p:nvSpPr>
            <p:spPr>
              <a:xfrm>
                <a:off x="2606040" y="2240280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0.8030</a:t>
                </a:r>
              </a:p>
            </p:txBody>
          </p:sp>
          <p:sp>
            <p:nvSpPr>
              <p:cNvPr id="151" name="Rectangle 98">
                <a:extLst>
                  <a:ext uri="{FF2B5EF4-FFF2-40B4-BE49-F238E27FC236}">
                    <a16:creationId xmlns:a16="http://schemas.microsoft.com/office/drawing/2014/main" id="{B452B55F-ED3F-48B7-4FB7-592F8326738E}"/>
                  </a:ext>
                </a:extLst>
              </p:cNvPr>
              <p:cNvSpPr/>
              <p:nvPr/>
            </p:nvSpPr>
            <p:spPr>
              <a:xfrm>
                <a:off x="3749039" y="2240280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F1806D5-0C81-0B9A-7690-45C1A01D7798}"/>
                  </a:ext>
                </a:extLst>
              </p:cNvPr>
              <p:cNvSpPr txBox="1"/>
              <p:nvPr/>
            </p:nvSpPr>
            <p:spPr>
              <a:xfrm>
                <a:off x="3749039" y="2240280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[0.720,0.872]</a:t>
                </a:r>
              </a:p>
            </p:txBody>
          </p:sp>
          <p:sp>
            <p:nvSpPr>
              <p:cNvPr id="153" name="Rectangle 100">
                <a:extLst>
                  <a:ext uri="{FF2B5EF4-FFF2-40B4-BE49-F238E27FC236}">
                    <a16:creationId xmlns:a16="http://schemas.microsoft.com/office/drawing/2014/main" id="{C53224E9-9601-2354-2434-82F97AEA3FB5}"/>
                  </a:ext>
                </a:extLst>
              </p:cNvPr>
              <p:cNvSpPr/>
              <p:nvPr/>
            </p:nvSpPr>
            <p:spPr>
              <a:xfrm>
                <a:off x="4709160" y="2240280"/>
                <a:ext cx="11430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244ED870-3680-DAC0-9FA6-7A50F8D212C9}"/>
                  </a:ext>
                </a:extLst>
              </p:cNvPr>
              <p:cNvSpPr txBox="1"/>
              <p:nvPr/>
            </p:nvSpPr>
            <p:spPr>
              <a:xfrm>
                <a:off x="4709160" y="2240280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0.8307</a:t>
                </a:r>
              </a:p>
            </p:txBody>
          </p:sp>
          <p:sp>
            <p:nvSpPr>
              <p:cNvPr id="155" name="Rectangle 102">
                <a:extLst>
                  <a:ext uri="{FF2B5EF4-FFF2-40B4-BE49-F238E27FC236}">
                    <a16:creationId xmlns:a16="http://schemas.microsoft.com/office/drawing/2014/main" id="{C5A160D9-D8FD-C65B-88FA-069F04D000D0}"/>
                  </a:ext>
                </a:extLst>
              </p:cNvPr>
              <p:cNvSpPr/>
              <p:nvPr/>
            </p:nvSpPr>
            <p:spPr>
              <a:xfrm>
                <a:off x="5897880" y="2240280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09666638-2B33-980B-1E63-7DC985DDB7A7}"/>
                  </a:ext>
                </a:extLst>
              </p:cNvPr>
              <p:cNvSpPr txBox="1"/>
              <p:nvPr/>
            </p:nvSpPr>
            <p:spPr>
              <a:xfrm>
                <a:off x="5897880" y="2240280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157" name="Rectangle 104">
                <a:extLst>
                  <a:ext uri="{FF2B5EF4-FFF2-40B4-BE49-F238E27FC236}">
                    <a16:creationId xmlns:a16="http://schemas.microsoft.com/office/drawing/2014/main" id="{B4D059AF-21BA-019B-0341-663584AF749F}"/>
                  </a:ext>
                </a:extLst>
              </p:cNvPr>
              <p:cNvSpPr/>
              <p:nvPr/>
            </p:nvSpPr>
            <p:spPr>
              <a:xfrm>
                <a:off x="7040880" y="2240280"/>
                <a:ext cx="96012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033879B-8867-B0F5-DA6B-0720629DCF04}"/>
                  </a:ext>
                </a:extLst>
              </p:cNvPr>
              <p:cNvSpPr txBox="1"/>
              <p:nvPr/>
            </p:nvSpPr>
            <p:spPr>
              <a:xfrm>
                <a:off x="7040880" y="2240280"/>
                <a:ext cx="96012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+0.0187</a:t>
                </a:r>
              </a:p>
            </p:txBody>
          </p:sp>
          <p:sp>
            <p:nvSpPr>
              <p:cNvPr id="159" name="Rectangle 106">
                <a:extLst>
                  <a:ext uri="{FF2B5EF4-FFF2-40B4-BE49-F238E27FC236}">
                    <a16:creationId xmlns:a16="http://schemas.microsoft.com/office/drawing/2014/main" id="{53244B2B-4953-7973-9AFA-0F0C412EDDBA}"/>
                  </a:ext>
                </a:extLst>
              </p:cNvPr>
              <p:cNvSpPr/>
              <p:nvPr/>
            </p:nvSpPr>
            <p:spPr>
              <a:xfrm>
                <a:off x="8046720" y="2240280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092E5F50-F7AC-BD79-8B4E-8BCA0D20ED91}"/>
                  </a:ext>
                </a:extLst>
              </p:cNvPr>
              <p:cNvSpPr txBox="1"/>
              <p:nvPr/>
            </p:nvSpPr>
            <p:spPr>
              <a:xfrm>
                <a:off x="8046720" y="2240280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E87400"/>
                    </a:solidFill>
                    <a:latin typeface="맑은 고딕"/>
                  </a:rPr>
                  <a:t>0.7990</a:t>
                </a:r>
              </a:p>
            </p:txBody>
          </p:sp>
          <p:sp>
            <p:nvSpPr>
              <p:cNvPr id="161" name="Rectangle 108">
                <a:extLst>
                  <a:ext uri="{FF2B5EF4-FFF2-40B4-BE49-F238E27FC236}">
                    <a16:creationId xmlns:a16="http://schemas.microsoft.com/office/drawing/2014/main" id="{A17BBC9C-F9BE-23FD-42D9-997F6C00684D}"/>
                  </a:ext>
                </a:extLst>
              </p:cNvPr>
              <p:cNvSpPr/>
              <p:nvPr/>
            </p:nvSpPr>
            <p:spPr>
              <a:xfrm>
                <a:off x="9006840" y="2240280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627F8EC-0298-8FB6-A370-6936A99AA665}"/>
                  </a:ext>
                </a:extLst>
              </p:cNvPr>
              <p:cNvSpPr txBox="1"/>
              <p:nvPr/>
            </p:nvSpPr>
            <p:spPr>
              <a:xfrm>
                <a:off x="9006840" y="2240280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163" name="Rectangle 110">
                <a:extLst>
                  <a:ext uri="{FF2B5EF4-FFF2-40B4-BE49-F238E27FC236}">
                    <a16:creationId xmlns:a16="http://schemas.microsoft.com/office/drawing/2014/main" id="{3B29C79D-8CA1-7072-BDB7-E9945E266566}"/>
                  </a:ext>
                </a:extLst>
              </p:cNvPr>
              <p:cNvSpPr/>
              <p:nvPr/>
            </p:nvSpPr>
            <p:spPr>
              <a:xfrm>
                <a:off x="10149840" y="2240280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E9B4493-D560-F9A4-A120-E40F75DF8DB1}"/>
                  </a:ext>
                </a:extLst>
              </p:cNvPr>
              <p:cNvSpPr txBox="1"/>
              <p:nvPr/>
            </p:nvSpPr>
            <p:spPr>
              <a:xfrm>
                <a:off x="10149840" y="2240280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−0.0016</a:t>
                </a:r>
              </a:p>
            </p:txBody>
          </p:sp>
          <p:sp>
            <p:nvSpPr>
              <p:cNvPr id="165" name="Rectangle 112">
                <a:extLst>
                  <a:ext uri="{FF2B5EF4-FFF2-40B4-BE49-F238E27FC236}">
                    <a16:creationId xmlns:a16="http://schemas.microsoft.com/office/drawing/2014/main" id="{192F51AA-0B15-694E-2638-936DC9EDAB06}"/>
                  </a:ext>
                </a:extLst>
              </p:cNvPr>
              <p:cNvSpPr/>
              <p:nvPr/>
            </p:nvSpPr>
            <p:spPr>
              <a:xfrm>
                <a:off x="11109960" y="2240280"/>
                <a:ext cx="100584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2B3760C3-C5D7-5EFC-2B14-3C44ED96AB4B}"/>
                  </a:ext>
                </a:extLst>
              </p:cNvPr>
              <p:cNvSpPr txBox="1"/>
              <p:nvPr/>
            </p:nvSpPr>
            <p:spPr>
              <a:xfrm>
                <a:off x="11109960" y="2240280"/>
                <a:ext cx="100584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M2 ★</a:t>
                </a:r>
              </a:p>
            </p:txBody>
          </p:sp>
          <p:sp>
            <p:nvSpPr>
              <p:cNvPr id="167" name="Rectangle 114">
                <a:extLst>
                  <a:ext uri="{FF2B5EF4-FFF2-40B4-BE49-F238E27FC236}">
                    <a16:creationId xmlns:a16="http://schemas.microsoft.com/office/drawing/2014/main" id="{4F499D93-78C1-2534-8046-0F854E1998B0}"/>
                  </a:ext>
                </a:extLst>
              </p:cNvPr>
              <p:cNvSpPr/>
              <p:nvPr/>
            </p:nvSpPr>
            <p:spPr>
              <a:xfrm>
                <a:off x="274320" y="2587752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7C34262-399E-B72E-4023-6408CF951CCC}"/>
                  </a:ext>
                </a:extLst>
              </p:cNvPr>
              <p:cNvSpPr txBox="1"/>
              <p:nvPr/>
            </p:nvSpPr>
            <p:spPr>
              <a:xfrm>
                <a:off x="274320" y="2587752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E87400"/>
                    </a:solidFill>
                    <a:latin typeface="맑은 고딕"/>
                  </a:rPr>
                  <a:t>Stage 4</a:t>
                </a:r>
              </a:p>
            </p:txBody>
          </p:sp>
          <p:sp>
            <p:nvSpPr>
              <p:cNvPr id="169" name="Rectangle 116">
                <a:extLst>
                  <a:ext uri="{FF2B5EF4-FFF2-40B4-BE49-F238E27FC236}">
                    <a16:creationId xmlns:a16="http://schemas.microsoft.com/office/drawing/2014/main" id="{4697C911-C073-3D4B-A5B1-9311491F0B2B}"/>
                  </a:ext>
                </a:extLst>
              </p:cNvPr>
              <p:cNvSpPr/>
              <p:nvPr/>
            </p:nvSpPr>
            <p:spPr>
              <a:xfrm>
                <a:off x="1417320" y="2587752"/>
                <a:ext cx="11430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E00B10D-72C3-AFCB-9D8B-26E4AB6F3A55}"/>
                  </a:ext>
                </a:extLst>
              </p:cNvPr>
              <p:cNvSpPr txBox="1"/>
              <p:nvPr/>
            </p:nvSpPr>
            <p:spPr>
              <a:xfrm>
                <a:off x="1417320" y="2587752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GradClip: 0→1.0</a:t>
                </a:r>
              </a:p>
            </p:txBody>
          </p:sp>
          <p:sp>
            <p:nvSpPr>
              <p:cNvPr id="171" name="Rectangle 118">
                <a:extLst>
                  <a:ext uri="{FF2B5EF4-FFF2-40B4-BE49-F238E27FC236}">
                    <a16:creationId xmlns:a16="http://schemas.microsoft.com/office/drawing/2014/main" id="{434BD3C5-26CE-0A22-4EEC-A7227B9BCEFB}"/>
                  </a:ext>
                </a:extLst>
              </p:cNvPr>
              <p:cNvSpPr/>
              <p:nvPr/>
            </p:nvSpPr>
            <p:spPr>
              <a:xfrm>
                <a:off x="2606040" y="2587752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B1EB266-B1A3-1EC6-7C4F-2FD893597891}"/>
                  </a:ext>
                </a:extLst>
              </p:cNvPr>
              <p:cNvSpPr txBox="1"/>
              <p:nvPr/>
            </p:nvSpPr>
            <p:spPr>
              <a:xfrm>
                <a:off x="2606040" y="2587752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0.8030</a:t>
                </a:r>
              </a:p>
            </p:txBody>
          </p:sp>
          <p:sp>
            <p:nvSpPr>
              <p:cNvPr id="173" name="Rectangle 120">
                <a:extLst>
                  <a:ext uri="{FF2B5EF4-FFF2-40B4-BE49-F238E27FC236}">
                    <a16:creationId xmlns:a16="http://schemas.microsoft.com/office/drawing/2014/main" id="{7359D530-09C5-466A-4563-2E3BE3CE7E7F}"/>
                  </a:ext>
                </a:extLst>
              </p:cNvPr>
              <p:cNvSpPr/>
              <p:nvPr/>
            </p:nvSpPr>
            <p:spPr>
              <a:xfrm>
                <a:off x="3749039" y="2587752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5838734-9E2A-D671-F741-36D36FB08026}"/>
                  </a:ext>
                </a:extLst>
              </p:cNvPr>
              <p:cNvSpPr txBox="1"/>
              <p:nvPr/>
            </p:nvSpPr>
            <p:spPr>
              <a:xfrm>
                <a:off x="3749039" y="2587752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[0.720,0.872]</a:t>
                </a:r>
              </a:p>
            </p:txBody>
          </p:sp>
          <p:sp>
            <p:nvSpPr>
              <p:cNvPr id="175" name="Rectangle 122">
                <a:extLst>
                  <a:ext uri="{FF2B5EF4-FFF2-40B4-BE49-F238E27FC236}">
                    <a16:creationId xmlns:a16="http://schemas.microsoft.com/office/drawing/2014/main" id="{7B2BA6A1-EC10-DE71-59FF-F8E0C83276A2}"/>
                  </a:ext>
                </a:extLst>
              </p:cNvPr>
              <p:cNvSpPr/>
              <p:nvPr/>
            </p:nvSpPr>
            <p:spPr>
              <a:xfrm>
                <a:off x="4709160" y="2587752"/>
                <a:ext cx="11430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D10AF680-5C14-8F86-2305-6014A80F843D}"/>
                  </a:ext>
                </a:extLst>
              </p:cNvPr>
              <p:cNvSpPr txBox="1"/>
              <p:nvPr/>
            </p:nvSpPr>
            <p:spPr>
              <a:xfrm>
                <a:off x="4709160" y="2587752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0.8148</a:t>
                </a:r>
              </a:p>
            </p:txBody>
          </p:sp>
          <p:sp>
            <p:nvSpPr>
              <p:cNvPr id="177" name="Rectangle 124">
                <a:extLst>
                  <a:ext uri="{FF2B5EF4-FFF2-40B4-BE49-F238E27FC236}">
                    <a16:creationId xmlns:a16="http://schemas.microsoft.com/office/drawing/2014/main" id="{DC035342-E778-0ABE-814F-04F332BD6D5A}"/>
                  </a:ext>
                </a:extLst>
              </p:cNvPr>
              <p:cNvSpPr/>
              <p:nvPr/>
            </p:nvSpPr>
            <p:spPr>
              <a:xfrm>
                <a:off x="5897880" y="2587752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A0F76C5A-4146-4BF4-CEA5-FF389600388D}"/>
                  </a:ext>
                </a:extLst>
              </p:cNvPr>
              <p:cNvSpPr txBox="1"/>
              <p:nvPr/>
            </p:nvSpPr>
            <p:spPr>
              <a:xfrm>
                <a:off x="5897880" y="2587752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global_zsc</a:t>
                </a:r>
              </a:p>
            </p:txBody>
          </p:sp>
          <p:sp>
            <p:nvSpPr>
              <p:cNvPr id="179" name="Rectangle 126">
                <a:extLst>
                  <a:ext uri="{FF2B5EF4-FFF2-40B4-BE49-F238E27FC236}">
                    <a16:creationId xmlns:a16="http://schemas.microsoft.com/office/drawing/2014/main" id="{3A58AAF9-BADC-C167-55CB-7BE804C5B24B}"/>
                  </a:ext>
                </a:extLst>
              </p:cNvPr>
              <p:cNvSpPr/>
              <p:nvPr/>
            </p:nvSpPr>
            <p:spPr>
              <a:xfrm>
                <a:off x="7040880" y="2587752"/>
                <a:ext cx="96012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D4CAE73-3662-7784-CC3E-1B5B50A44C59}"/>
                  </a:ext>
                </a:extLst>
              </p:cNvPr>
              <p:cNvSpPr txBox="1"/>
              <p:nvPr/>
            </p:nvSpPr>
            <p:spPr>
              <a:xfrm>
                <a:off x="7040880" y="2587752"/>
                <a:ext cx="96012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+0.0028</a:t>
                </a:r>
              </a:p>
            </p:txBody>
          </p:sp>
          <p:sp>
            <p:nvSpPr>
              <p:cNvPr id="181" name="Rectangle 128">
                <a:extLst>
                  <a:ext uri="{FF2B5EF4-FFF2-40B4-BE49-F238E27FC236}">
                    <a16:creationId xmlns:a16="http://schemas.microsoft.com/office/drawing/2014/main" id="{29BAE368-2676-A8D1-4965-ACF44F768D9F}"/>
                  </a:ext>
                </a:extLst>
              </p:cNvPr>
              <p:cNvSpPr/>
              <p:nvPr/>
            </p:nvSpPr>
            <p:spPr>
              <a:xfrm>
                <a:off x="8046720" y="2587752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DC1BA2A0-B3FF-4CC5-BF76-94B77CB76314}"/>
                  </a:ext>
                </a:extLst>
              </p:cNvPr>
              <p:cNvSpPr txBox="1"/>
              <p:nvPr/>
            </p:nvSpPr>
            <p:spPr>
              <a:xfrm>
                <a:off x="8046720" y="2587752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E87400"/>
                    </a:solidFill>
                    <a:latin typeface="맑은 고딕"/>
                  </a:rPr>
                  <a:t>0.7671</a:t>
                </a:r>
              </a:p>
            </p:txBody>
          </p:sp>
          <p:sp>
            <p:nvSpPr>
              <p:cNvPr id="183" name="Rectangle 130">
                <a:extLst>
                  <a:ext uri="{FF2B5EF4-FFF2-40B4-BE49-F238E27FC236}">
                    <a16:creationId xmlns:a16="http://schemas.microsoft.com/office/drawing/2014/main" id="{00B1E4BE-6091-8DB5-7D5A-A9AE327758BA}"/>
                  </a:ext>
                </a:extLst>
              </p:cNvPr>
              <p:cNvSpPr/>
              <p:nvPr/>
            </p:nvSpPr>
            <p:spPr>
              <a:xfrm>
                <a:off x="9006840" y="2587752"/>
                <a:ext cx="109728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6B433438-DD03-E074-085A-4B7710F6C7B2}"/>
                  </a:ext>
                </a:extLst>
              </p:cNvPr>
              <p:cNvSpPr txBox="1"/>
              <p:nvPr/>
            </p:nvSpPr>
            <p:spPr>
              <a:xfrm>
                <a:off x="9006840" y="2587752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global_zsc</a:t>
                </a:r>
              </a:p>
            </p:txBody>
          </p:sp>
          <p:sp>
            <p:nvSpPr>
              <p:cNvPr id="185" name="Rectangle 132">
                <a:extLst>
                  <a:ext uri="{FF2B5EF4-FFF2-40B4-BE49-F238E27FC236}">
                    <a16:creationId xmlns:a16="http://schemas.microsoft.com/office/drawing/2014/main" id="{8462E49A-FCC4-F7EB-D744-2258B0D37EDC}"/>
                  </a:ext>
                </a:extLst>
              </p:cNvPr>
              <p:cNvSpPr/>
              <p:nvPr/>
            </p:nvSpPr>
            <p:spPr>
              <a:xfrm>
                <a:off x="10149840" y="2587752"/>
                <a:ext cx="91440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279CA48C-5F71-DD0C-D3A5-4101E24783A8}"/>
                  </a:ext>
                </a:extLst>
              </p:cNvPr>
              <p:cNvSpPr txBox="1"/>
              <p:nvPr/>
            </p:nvSpPr>
            <p:spPr>
              <a:xfrm>
                <a:off x="10149840" y="2587752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C0392B"/>
                    </a:solidFill>
                    <a:latin typeface="맑은 고딕"/>
                  </a:rPr>
                  <a:t>−0.0335</a:t>
                </a:r>
              </a:p>
            </p:txBody>
          </p:sp>
          <p:sp>
            <p:nvSpPr>
              <p:cNvPr id="187" name="Rectangle 134">
                <a:extLst>
                  <a:ext uri="{FF2B5EF4-FFF2-40B4-BE49-F238E27FC236}">
                    <a16:creationId xmlns:a16="http://schemas.microsoft.com/office/drawing/2014/main" id="{97DB462C-5E01-483D-899C-44100D59E8FA}"/>
                  </a:ext>
                </a:extLst>
              </p:cNvPr>
              <p:cNvSpPr/>
              <p:nvPr/>
            </p:nvSpPr>
            <p:spPr>
              <a:xfrm>
                <a:off x="11109960" y="2587752"/>
                <a:ext cx="1005840" cy="34747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FD6A280-FF1D-A3EB-F004-8B299968C8A9}"/>
                  </a:ext>
                </a:extLst>
              </p:cNvPr>
              <p:cNvSpPr txBox="1"/>
              <p:nvPr/>
            </p:nvSpPr>
            <p:spPr>
              <a:xfrm>
                <a:off x="11109960" y="2587752"/>
                <a:ext cx="100584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C0392B"/>
                    </a:solidFill>
                    <a:latin typeface="맑은 고딕"/>
                  </a:rPr>
                  <a:t>M3↓</a:t>
                </a:r>
              </a:p>
            </p:txBody>
          </p:sp>
          <p:sp>
            <p:nvSpPr>
              <p:cNvPr id="189" name="Rectangle 136">
                <a:extLst>
                  <a:ext uri="{FF2B5EF4-FFF2-40B4-BE49-F238E27FC236}">
                    <a16:creationId xmlns:a16="http://schemas.microsoft.com/office/drawing/2014/main" id="{6CFE749B-1E0F-27DD-0CC8-ED80649C0994}"/>
                  </a:ext>
                </a:extLst>
              </p:cNvPr>
              <p:cNvSpPr/>
              <p:nvPr/>
            </p:nvSpPr>
            <p:spPr>
              <a:xfrm>
                <a:off x="274320" y="2935224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176FC44-4830-EDE6-4DF7-A8D149C97F0A}"/>
                  </a:ext>
                </a:extLst>
              </p:cNvPr>
              <p:cNvSpPr txBox="1"/>
              <p:nvPr/>
            </p:nvSpPr>
            <p:spPr>
              <a:xfrm>
                <a:off x="274320" y="2935224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7B2FBE"/>
                    </a:solidFill>
                    <a:latin typeface="맑은 고딕"/>
                  </a:rPr>
                  <a:t>Stage 5</a:t>
                </a:r>
              </a:p>
            </p:txBody>
          </p:sp>
          <p:sp>
            <p:nvSpPr>
              <p:cNvPr id="191" name="Rectangle 138">
                <a:extLst>
                  <a:ext uri="{FF2B5EF4-FFF2-40B4-BE49-F238E27FC236}">
                    <a16:creationId xmlns:a16="http://schemas.microsoft.com/office/drawing/2014/main" id="{CA5727E5-7AAC-D8B5-7185-742DD9D10FF7}"/>
                  </a:ext>
                </a:extLst>
              </p:cNvPr>
              <p:cNvSpPr/>
              <p:nvPr/>
            </p:nvSpPr>
            <p:spPr>
              <a:xfrm>
                <a:off x="1417320" y="2935224"/>
                <a:ext cx="11430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C99682D1-E5A1-9B45-0F4E-10E5D1543B66}"/>
                  </a:ext>
                </a:extLst>
              </p:cNvPr>
              <p:cNvSpPr txBox="1"/>
              <p:nvPr/>
            </p:nvSpPr>
            <p:spPr>
              <a:xfrm>
                <a:off x="1417320" y="2935224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N_CA_LAYERS: 1→2</a:t>
                </a:r>
              </a:p>
            </p:txBody>
          </p:sp>
          <p:sp>
            <p:nvSpPr>
              <p:cNvPr id="193" name="Rectangle 140">
                <a:extLst>
                  <a:ext uri="{FF2B5EF4-FFF2-40B4-BE49-F238E27FC236}">
                    <a16:creationId xmlns:a16="http://schemas.microsoft.com/office/drawing/2014/main" id="{06812F54-B9B6-8A71-93E6-681287CFB2B5}"/>
                  </a:ext>
                </a:extLst>
              </p:cNvPr>
              <p:cNvSpPr/>
              <p:nvPr/>
            </p:nvSpPr>
            <p:spPr>
              <a:xfrm>
                <a:off x="2606040" y="2935224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AB1E2D56-FBA4-B00F-9D70-DB79019C3ACD}"/>
                  </a:ext>
                </a:extLst>
              </p:cNvPr>
              <p:cNvSpPr txBox="1"/>
              <p:nvPr/>
            </p:nvSpPr>
            <p:spPr>
              <a:xfrm>
                <a:off x="2606040" y="2935224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0.8030</a:t>
                </a:r>
              </a:p>
            </p:txBody>
          </p:sp>
          <p:sp>
            <p:nvSpPr>
              <p:cNvPr id="195" name="Rectangle 142">
                <a:extLst>
                  <a:ext uri="{FF2B5EF4-FFF2-40B4-BE49-F238E27FC236}">
                    <a16:creationId xmlns:a16="http://schemas.microsoft.com/office/drawing/2014/main" id="{E5F09BFC-AB2D-B4D2-1B57-6E834592FA4F}"/>
                  </a:ext>
                </a:extLst>
              </p:cNvPr>
              <p:cNvSpPr/>
              <p:nvPr/>
            </p:nvSpPr>
            <p:spPr>
              <a:xfrm>
                <a:off x="3749039" y="2935224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0A76F74-58DC-C175-51CC-205F18EE113E}"/>
                  </a:ext>
                </a:extLst>
              </p:cNvPr>
              <p:cNvSpPr txBox="1"/>
              <p:nvPr/>
            </p:nvSpPr>
            <p:spPr>
              <a:xfrm>
                <a:off x="3749039" y="2935224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[0.720,0.872]</a:t>
                </a:r>
              </a:p>
            </p:txBody>
          </p:sp>
          <p:sp>
            <p:nvSpPr>
              <p:cNvPr id="197" name="Rectangle 144">
                <a:extLst>
                  <a:ext uri="{FF2B5EF4-FFF2-40B4-BE49-F238E27FC236}">
                    <a16:creationId xmlns:a16="http://schemas.microsoft.com/office/drawing/2014/main" id="{2B462F87-4029-4CF1-78E9-0206CE89DFAD}"/>
                  </a:ext>
                </a:extLst>
              </p:cNvPr>
              <p:cNvSpPr/>
              <p:nvPr/>
            </p:nvSpPr>
            <p:spPr>
              <a:xfrm>
                <a:off x="4709160" y="2935224"/>
                <a:ext cx="11430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52AE2537-54FF-C99F-1D8E-E015E0C2A948}"/>
                  </a:ext>
                </a:extLst>
              </p:cNvPr>
              <p:cNvSpPr txBox="1"/>
              <p:nvPr/>
            </p:nvSpPr>
            <p:spPr>
              <a:xfrm>
                <a:off x="4709160" y="2935224"/>
                <a:ext cx="11430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0.8207</a:t>
                </a:r>
              </a:p>
            </p:txBody>
          </p:sp>
          <p:sp>
            <p:nvSpPr>
              <p:cNvPr id="199" name="Rectangle 146">
                <a:extLst>
                  <a:ext uri="{FF2B5EF4-FFF2-40B4-BE49-F238E27FC236}">
                    <a16:creationId xmlns:a16="http://schemas.microsoft.com/office/drawing/2014/main" id="{1CA7BEF6-06BC-80A3-E538-1299E501A75A}"/>
                  </a:ext>
                </a:extLst>
              </p:cNvPr>
              <p:cNvSpPr/>
              <p:nvPr/>
            </p:nvSpPr>
            <p:spPr>
              <a:xfrm>
                <a:off x="5897880" y="2935224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FEABA2B4-F570-10F6-4279-E8A88ABA13D8}"/>
                  </a:ext>
                </a:extLst>
              </p:cNvPr>
              <p:cNvSpPr txBox="1"/>
              <p:nvPr/>
            </p:nvSpPr>
            <p:spPr>
              <a:xfrm>
                <a:off x="5897880" y="2935224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201" name="Rectangle 148">
                <a:extLst>
                  <a:ext uri="{FF2B5EF4-FFF2-40B4-BE49-F238E27FC236}">
                    <a16:creationId xmlns:a16="http://schemas.microsoft.com/office/drawing/2014/main" id="{51DAE30A-D402-677A-6A3C-D0A8C5218C34}"/>
                  </a:ext>
                </a:extLst>
              </p:cNvPr>
              <p:cNvSpPr/>
              <p:nvPr/>
            </p:nvSpPr>
            <p:spPr>
              <a:xfrm>
                <a:off x="7040880" y="2935224"/>
                <a:ext cx="96012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77A00F59-D4D6-B9A4-7CF7-55FF207C3C6E}"/>
                  </a:ext>
                </a:extLst>
              </p:cNvPr>
              <p:cNvSpPr txBox="1"/>
              <p:nvPr/>
            </p:nvSpPr>
            <p:spPr>
              <a:xfrm>
                <a:off x="7040880" y="2935224"/>
                <a:ext cx="96012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+0.0087</a:t>
                </a:r>
              </a:p>
            </p:txBody>
          </p:sp>
          <p:sp>
            <p:nvSpPr>
              <p:cNvPr id="203" name="Rectangle 150">
                <a:extLst>
                  <a:ext uri="{FF2B5EF4-FFF2-40B4-BE49-F238E27FC236}">
                    <a16:creationId xmlns:a16="http://schemas.microsoft.com/office/drawing/2014/main" id="{5E792B2B-ABF8-ADFF-DAA6-FF8748D686C3}"/>
                  </a:ext>
                </a:extLst>
              </p:cNvPr>
              <p:cNvSpPr/>
              <p:nvPr/>
            </p:nvSpPr>
            <p:spPr>
              <a:xfrm>
                <a:off x="8046720" y="2935224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C9F32143-EEE0-31CF-92A6-401AFBBDDB05}"/>
                  </a:ext>
                </a:extLst>
              </p:cNvPr>
              <p:cNvSpPr txBox="1"/>
              <p:nvPr/>
            </p:nvSpPr>
            <p:spPr>
              <a:xfrm>
                <a:off x="8046720" y="2935224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E87400"/>
                    </a:solidFill>
                    <a:latin typeface="맑은 고딕"/>
                  </a:rPr>
                  <a:t>0.8311</a:t>
                </a:r>
              </a:p>
            </p:txBody>
          </p:sp>
          <p:sp>
            <p:nvSpPr>
              <p:cNvPr id="205" name="Rectangle 152">
                <a:extLst>
                  <a:ext uri="{FF2B5EF4-FFF2-40B4-BE49-F238E27FC236}">
                    <a16:creationId xmlns:a16="http://schemas.microsoft.com/office/drawing/2014/main" id="{1AF09A01-8B82-272D-9007-4A39A95A7FB3}"/>
                  </a:ext>
                </a:extLst>
              </p:cNvPr>
              <p:cNvSpPr/>
              <p:nvPr/>
            </p:nvSpPr>
            <p:spPr>
              <a:xfrm>
                <a:off x="9006840" y="2935224"/>
                <a:ext cx="109728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AF6DA1F8-3D08-3184-2F17-82222E4E19B4}"/>
                  </a:ext>
                </a:extLst>
              </p:cNvPr>
              <p:cNvSpPr txBox="1"/>
              <p:nvPr/>
            </p:nvSpPr>
            <p:spPr>
              <a:xfrm>
                <a:off x="9006840" y="2935224"/>
                <a:ext cx="109728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norm</a:t>
                </a:r>
              </a:p>
            </p:txBody>
          </p:sp>
          <p:sp>
            <p:nvSpPr>
              <p:cNvPr id="207" name="Rectangle 154">
                <a:extLst>
                  <a:ext uri="{FF2B5EF4-FFF2-40B4-BE49-F238E27FC236}">
                    <a16:creationId xmlns:a16="http://schemas.microsoft.com/office/drawing/2014/main" id="{2973E060-07B0-994B-873D-73A421006D75}"/>
                  </a:ext>
                </a:extLst>
              </p:cNvPr>
              <p:cNvSpPr/>
              <p:nvPr/>
            </p:nvSpPr>
            <p:spPr>
              <a:xfrm>
                <a:off x="10149840" y="2935224"/>
                <a:ext cx="91440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92E0C3A6-91D2-16C4-91D3-3D7B33AEEBC5}"/>
                  </a:ext>
                </a:extLst>
              </p:cNvPr>
              <p:cNvSpPr txBox="1"/>
              <p:nvPr/>
            </p:nvSpPr>
            <p:spPr>
              <a:xfrm>
                <a:off x="10149840" y="2935224"/>
                <a:ext cx="91440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+0.0305</a:t>
                </a:r>
              </a:p>
            </p:txBody>
          </p:sp>
          <p:sp>
            <p:nvSpPr>
              <p:cNvPr id="209" name="Rectangle 156">
                <a:extLst>
                  <a:ext uri="{FF2B5EF4-FFF2-40B4-BE49-F238E27FC236}">
                    <a16:creationId xmlns:a16="http://schemas.microsoft.com/office/drawing/2014/main" id="{5F86DE1F-BD82-87C8-D2BC-5ECE5863EF7D}"/>
                  </a:ext>
                </a:extLst>
              </p:cNvPr>
              <p:cNvSpPr/>
              <p:nvPr/>
            </p:nvSpPr>
            <p:spPr>
              <a:xfrm>
                <a:off x="11109960" y="2935224"/>
                <a:ext cx="1005840" cy="3474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081C38A3-AD64-BFE0-1A08-8387B610EE6F}"/>
                  </a:ext>
                </a:extLst>
              </p:cNvPr>
              <p:cNvSpPr txBox="1"/>
              <p:nvPr/>
            </p:nvSpPr>
            <p:spPr>
              <a:xfrm>
                <a:off x="11109960" y="2935224"/>
                <a:ext cx="1005840" cy="3474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E8B4C"/>
                    </a:solidFill>
                    <a:latin typeface="맑은 고딕"/>
                  </a:rPr>
                  <a:t>M3 ★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67A52709-CE64-6AEB-F046-113691F6C717}"/>
                </a:ext>
              </a:extLst>
            </p:cNvPr>
            <p:cNvGrpSpPr/>
            <p:nvPr/>
          </p:nvGrpSpPr>
          <p:grpSpPr>
            <a:xfrm>
              <a:off x="274320" y="4238308"/>
              <a:ext cx="11612880" cy="1988755"/>
              <a:chOff x="274320" y="3355848"/>
              <a:chExt cx="11612880" cy="2871216"/>
            </a:xfrm>
          </p:grpSpPr>
          <p:sp>
            <p:nvSpPr>
              <p:cNvPr id="211" name="Rectangle 158">
                <a:extLst>
                  <a:ext uri="{FF2B5EF4-FFF2-40B4-BE49-F238E27FC236}">
                    <a16:creationId xmlns:a16="http://schemas.microsoft.com/office/drawing/2014/main" id="{746CB970-B0C4-D1ED-1191-4109171BC791}"/>
                  </a:ext>
                </a:extLst>
              </p:cNvPr>
              <p:cNvSpPr/>
              <p:nvPr/>
            </p:nvSpPr>
            <p:spPr>
              <a:xfrm>
                <a:off x="274320" y="3355848"/>
                <a:ext cx="5623560" cy="2871216"/>
              </a:xfrm>
              <a:prstGeom prst="rect">
                <a:avLst/>
              </a:prstGeom>
              <a:solidFill>
                <a:srgbClr val="E8F4E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2" name="Rectangle 159">
                <a:extLst>
                  <a:ext uri="{FF2B5EF4-FFF2-40B4-BE49-F238E27FC236}">
                    <a16:creationId xmlns:a16="http://schemas.microsoft.com/office/drawing/2014/main" id="{477C5D7C-88BF-07F3-7BFF-9756C412D87F}"/>
                  </a:ext>
                </a:extLst>
              </p:cNvPr>
              <p:cNvSpPr/>
              <p:nvPr/>
            </p:nvSpPr>
            <p:spPr>
              <a:xfrm>
                <a:off x="274320" y="3355848"/>
                <a:ext cx="109728" cy="2871216"/>
              </a:xfrm>
              <a:prstGeom prst="rect">
                <a:avLst/>
              </a:prstGeom>
              <a:solidFill>
                <a:srgbClr val="1E8B4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BFCF403-54F0-5006-1F39-68E4EA641C26}"/>
                  </a:ext>
                </a:extLst>
              </p:cNvPr>
              <p:cNvSpPr txBox="1"/>
              <p:nvPr/>
            </p:nvSpPr>
            <p:spPr>
              <a:xfrm>
                <a:off x="502920" y="3429000"/>
                <a:ext cx="5303520" cy="2926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300" b="1" i="0">
                    <a:solidFill>
                      <a:srgbClr val="1E8B4C"/>
                    </a:solidFill>
                    <a:latin typeface="맑은 고딕"/>
                  </a:rPr>
                  <a:t>M2 최고: Stage 3 (N_BLOCKS: 1→2)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B839EAE6-C063-42FB-E64C-527628D8C960}"/>
                  </a:ext>
                </a:extLst>
              </p:cNvPr>
              <p:cNvSpPr txBox="1"/>
              <p:nvPr/>
            </p:nvSpPr>
            <p:spPr>
              <a:xfrm>
                <a:off x="502920" y="3776472"/>
                <a:ext cx="530352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1A1A2E"/>
                    </a:solidFill>
                    <a:latin typeface="맑은 고딕"/>
                  </a:rPr>
                  <a:t>  Stage 3 M2 AUC: 0.8307  (norm)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F1A428E-8091-180A-50A5-5AC5AC9953A5}"/>
                  </a:ext>
                </a:extLst>
              </p:cNvPr>
              <p:cNvSpPr txBox="1"/>
              <p:nvPr/>
            </p:nvSpPr>
            <p:spPr>
              <a:xfrm>
                <a:off x="502920" y="4251960"/>
                <a:ext cx="530352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1A1A2E"/>
                    </a:solidFill>
                    <a:latin typeface="맑은 고딕"/>
                  </a:rPr>
                  <a:t>  Baseline 대비: +0.0187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31641815-359F-E759-86C8-B2B9C9BC6C94}"/>
                  </a:ext>
                </a:extLst>
              </p:cNvPr>
              <p:cNvSpPr txBox="1"/>
              <p:nvPr/>
            </p:nvSpPr>
            <p:spPr>
              <a:xfrm>
                <a:off x="502920" y="4727448"/>
                <a:ext cx="530352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1A1A2E"/>
                    </a:solidFill>
                    <a:latin typeface="맑은 고딕"/>
                  </a:rPr>
                  <a:t>  N_BLOCKS=2 → </a:t>
                </a:r>
                <a:r>
                  <a:rPr sz="1200" b="0" i="0" dirty="0" err="1">
                    <a:solidFill>
                      <a:srgbClr val="1A1A2E"/>
                    </a:solidFill>
                    <a:latin typeface="맑은 고딕"/>
                  </a:rPr>
                  <a:t>ResBlock</a:t>
                </a:r>
                <a:r>
                  <a:rPr sz="1200" b="0" i="0" dirty="0">
                    <a:solidFill>
                      <a:srgbClr val="1A1A2E"/>
                    </a:solidFill>
                    <a:latin typeface="맑은 고딕"/>
                  </a:rPr>
                  <a:t> </a:t>
                </a:r>
                <a:r>
                  <a:rPr sz="1200" b="0" i="0" dirty="0" err="1">
                    <a:solidFill>
                      <a:srgbClr val="1A1A2E"/>
                    </a:solidFill>
                    <a:latin typeface="맑은 고딕"/>
                  </a:rPr>
                  <a:t>추가로</a:t>
                </a:r>
                <a:r>
                  <a:rPr sz="1200" b="0" i="0" dirty="0">
                    <a:solidFill>
                      <a:srgbClr val="1A1A2E"/>
                    </a:solidFill>
                    <a:latin typeface="맑은 고딕"/>
                  </a:rPr>
                  <a:t> AEC </a:t>
                </a:r>
                <a:r>
                  <a:rPr sz="1200" b="0" i="0" dirty="0" err="1">
                    <a:solidFill>
                      <a:srgbClr val="1A1A2E"/>
                    </a:solidFill>
                    <a:latin typeface="맑은 고딕"/>
                  </a:rPr>
                  <a:t>특징</a:t>
                </a:r>
                <a:r>
                  <a:rPr sz="1200" b="0" i="0" dirty="0">
                    <a:solidFill>
                      <a:srgbClr val="1A1A2E"/>
                    </a:solidFill>
                    <a:latin typeface="맑은 고딕"/>
                  </a:rPr>
                  <a:t> </a:t>
                </a:r>
                <a:r>
                  <a:rPr sz="1200" b="0" i="0" dirty="0" err="1">
                    <a:solidFill>
                      <a:srgbClr val="1A1A2E"/>
                    </a:solidFill>
                    <a:latin typeface="맑은 고딕"/>
                  </a:rPr>
                  <a:t>추출</a:t>
                </a:r>
                <a:r>
                  <a:rPr sz="1200" b="0" i="0" dirty="0">
                    <a:solidFill>
                      <a:srgbClr val="1A1A2E"/>
                    </a:solidFill>
                    <a:latin typeface="맑은 고딕"/>
                  </a:rPr>
                  <a:t> </a:t>
                </a:r>
                <a:r>
                  <a:rPr sz="1200" b="0" i="0" dirty="0" err="1">
                    <a:solidFill>
                      <a:srgbClr val="1A1A2E"/>
                    </a:solidFill>
                    <a:latin typeface="맑은 고딕"/>
                  </a:rPr>
                  <a:t>강화</a:t>
                </a:r>
                <a:endParaRPr sz="1200" b="0" i="0" dirty="0">
                  <a:solidFill>
                    <a:srgbClr val="1A1A2E"/>
                  </a:solidFill>
                  <a:latin typeface="맑은 고딕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7898C30-3B6A-2F3D-8E00-A5F08896BC7F}"/>
                  </a:ext>
                </a:extLst>
              </p:cNvPr>
              <p:cNvSpPr txBox="1"/>
              <p:nvPr/>
            </p:nvSpPr>
            <p:spPr>
              <a:xfrm>
                <a:off x="502920" y="5202936"/>
                <a:ext cx="530352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1A1A2E"/>
                    </a:solidFill>
                    <a:latin typeface="맑은 고딕"/>
                  </a:rPr>
                  <a:t>  Stage 2(N_HEADS=4)도 유사한 개선 관찰</a:t>
                </a:r>
              </a:p>
            </p:txBody>
          </p:sp>
          <p:sp>
            <p:nvSpPr>
              <p:cNvPr id="218" name="Rectangle 165">
                <a:extLst>
                  <a:ext uri="{FF2B5EF4-FFF2-40B4-BE49-F238E27FC236}">
                    <a16:creationId xmlns:a16="http://schemas.microsoft.com/office/drawing/2014/main" id="{79DED1A3-5C73-593C-BC9C-D1F33D3F9BC7}"/>
                  </a:ext>
                </a:extLst>
              </p:cNvPr>
              <p:cNvSpPr/>
              <p:nvPr/>
            </p:nvSpPr>
            <p:spPr>
              <a:xfrm>
                <a:off x="6080760" y="3355848"/>
                <a:ext cx="5806440" cy="2871216"/>
              </a:xfrm>
              <a:prstGeom prst="rect">
                <a:avLst/>
              </a:prstGeom>
              <a:solidFill>
                <a:srgbClr val="FFF3E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9" name="Rectangle 166">
                <a:extLst>
                  <a:ext uri="{FF2B5EF4-FFF2-40B4-BE49-F238E27FC236}">
                    <a16:creationId xmlns:a16="http://schemas.microsoft.com/office/drawing/2014/main" id="{FD6B0BFA-0ADC-F297-4F38-153332DE3DAA}"/>
                  </a:ext>
                </a:extLst>
              </p:cNvPr>
              <p:cNvSpPr/>
              <p:nvPr/>
            </p:nvSpPr>
            <p:spPr>
              <a:xfrm>
                <a:off x="6080760" y="3355848"/>
                <a:ext cx="109728" cy="2871216"/>
              </a:xfrm>
              <a:prstGeom prst="rect">
                <a:avLst/>
              </a:prstGeom>
              <a:solidFill>
                <a:srgbClr val="E874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9485A54A-DFDB-DE23-7891-81D4ABC0D2B7}"/>
                  </a:ext>
                </a:extLst>
              </p:cNvPr>
              <p:cNvSpPr txBox="1"/>
              <p:nvPr/>
            </p:nvSpPr>
            <p:spPr>
              <a:xfrm>
                <a:off x="6309360" y="3429000"/>
                <a:ext cx="5486400" cy="2926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300" b="1" i="0">
                    <a:solidFill>
                      <a:srgbClr val="E87400"/>
                    </a:solidFill>
                    <a:latin typeface="맑은 고딕"/>
                  </a:rPr>
                  <a:t>M3 최고: Stage 5 (N_CA_LAYERS: 1→2)</a:t>
                </a: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CBE1BD86-B11B-02B5-F089-48F34209E8A4}"/>
                  </a:ext>
                </a:extLst>
              </p:cNvPr>
              <p:cNvSpPr txBox="1"/>
              <p:nvPr/>
            </p:nvSpPr>
            <p:spPr>
              <a:xfrm>
                <a:off x="6309360" y="3776472"/>
                <a:ext cx="54864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1A1A2E"/>
                    </a:solidFill>
                    <a:latin typeface="맑은 고딕"/>
                  </a:rPr>
                  <a:t>  Stage 5 M3 AUC: 0.8311  (norm)</a:t>
                </a:r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CB18D0E-F9EA-E5E4-86A7-22A368F66E2F}"/>
                  </a:ext>
                </a:extLst>
              </p:cNvPr>
              <p:cNvSpPr txBox="1"/>
              <p:nvPr/>
            </p:nvSpPr>
            <p:spPr>
              <a:xfrm>
                <a:off x="6309360" y="4251960"/>
                <a:ext cx="54864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1A1A2E"/>
                    </a:solidFill>
                    <a:latin typeface="맑은 고딕"/>
                  </a:rPr>
                  <a:t>  Baseline 대비: +0.0305</a:t>
                </a: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D553C11F-5C8B-A567-4507-831B1F067BF6}"/>
                  </a:ext>
                </a:extLst>
              </p:cNvPr>
              <p:cNvSpPr txBox="1"/>
              <p:nvPr/>
            </p:nvSpPr>
            <p:spPr>
              <a:xfrm>
                <a:off x="6309360" y="4727448"/>
                <a:ext cx="54864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1A1A2E"/>
                    </a:solidFill>
                    <a:latin typeface="맑은 고딕"/>
                  </a:rPr>
                  <a:t>  N_CA_LAYERS=2 → CrossAttention 레이어 수 증가 효과</a:t>
                </a:r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8737C736-2B68-23B4-D4D0-B0976A7DFF17}"/>
                  </a:ext>
                </a:extLst>
              </p:cNvPr>
              <p:cNvSpPr txBox="1"/>
              <p:nvPr/>
            </p:nvSpPr>
            <p:spPr>
              <a:xfrm>
                <a:off x="6309360" y="5202936"/>
                <a:ext cx="54864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1A1A2E"/>
                    </a:solidFill>
                    <a:latin typeface="맑은 고딕"/>
                  </a:rPr>
                  <a:t>  Stage 4(GradClip) M3 크게 저하(0.7671) — 주의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7247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C0D49-E48E-C7A1-D157-2EFED9A5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84D5D-6D00-E115-1280-684C5EAB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991343-A1D5-D50F-9F0B-2875ED91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7FB0908B-B07B-58BE-E9D1-69DEBDCF02BF}"/>
              </a:ext>
            </a:extLst>
          </p:cNvPr>
          <p:cNvGrpSpPr/>
          <p:nvPr/>
        </p:nvGrpSpPr>
        <p:grpSpPr>
          <a:xfrm>
            <a:off x="289560" y="1324850"/>
            <a:ext cx="11612880" cy="4105656"/>
            <a:chOff x="274320" y="905256"/>
            <a:chExt cx="11612880" cy="4105656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D9B05CD1-1797-DC5E-E048-EAB3DB3AE806}"/>
                </a:ext>
              </a:extLst>
            </p:cNvPr>
            <p:cNvSpPr/>
            <p:nvPr/>
          </p:nvSpPr>
          <p:spPr>
            <a:xfrm>
              <a:off x="274320" y="905256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54EB3C93-0B74-6217-FE94-940BFEB40509}"/>
                </a:ext>
              </a:extLst>
            </p:cNvPr>
            <p:cNvSpPr/>
            <p:nvPr/>
          </p:nvSpPr>
          <p:spPr>
            <a:xfrm>
              <a:off x="274320" y="905256"/>
              <a:ext cx="109728" cy="1325880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E23F78-545A-73AC-2FD5-0F7535A78A88}"/>
                </a:ext>
              </a:extLst>
            </p:cNvPr>
            <p:cNvSpPr txBox="1"/>
            <p:nvPr/>
          </p:nvSpPr>
          <p:spPr>
            <a:xfrm>
              <a:off x="502920" y="969264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0F6BBF"/>
                  </a:solidFill>
                  <a:latin typeface="맑은 고딕"/>
                </a:rPr>
                <a:t>① AEC 전처리 norm 변환이 일관 최고 — 환자별 곡선 형태 보존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C83AD5-8957-9AC1-7883-E47D2C2C91F5}"/>
                </a:ext>
              </a:extLst>
            </p:cNvPr>
            <p:cNvSpPr txBox="1"/>
            <p:nvPr/>
          </p:nvSpPr>
          <p:spPr>
            <a:xfrm>
              <a:off x="502920" y="1335024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Stage 0 M2 norm AUC 0.8120 vs M1 0.8030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E9BB72-791A-B5E0-F1E4-26736ABC9D3E}"/>
                </a:ext>
              </a:extLst>
            </p:cNvPr>
            <p:cNvSpPr txBox="1"/>
            <p:nvPr/>
          </p:nvSpPr>
          <p:spPr>
            <a:xfrm>
              <a:off x="502920" y="1627632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행 방향 z-score: 절대 선량 제거 후 체형 변화 패턴만 보존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2BA31D2-02D0-4BA5-EAF1-8D8F6DCE459C}"/>
                </a:ext>
              </a:extLst>
            </p:cNvPr>
            <p:cNvSpPr txBox="1"/>
            <p:nvPr/>
          </p:nvSpPr>
          <p:spPr>
            <a:xfrm>
              <a:off x="6217920" y="1335024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global_zscore: M3에서 일부 우세 — Train 전체 분포 기준 표준화 효과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D95F99-7D50-E117-D91B-E25719FB92E4}"/>
                </a:ext>
              </a:extLst>
            </p:cNvPr>
            <p:cNvSpPr txBox="1"/>
            <p:nvPr/>
          </p:nvSpPr>
          <p:spPr>
            <a:xfrm>
              <a:off x="6217920" y="1627632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raw/std_scaled: 일관되게 하위 성능</a:t>
              </a:r>
            </a:p>
          </p:txBody>
        </p:sp>
        <p:sp>
          <p:nvSpPr>
            <p:cNvPr id="65" name="Rectangle 11">
              <a:extLst>
                <a:ext uri="{FF2B5EF4-FFF2-40B4-BE49-F238E27FC236}">
                  <a16:creationId xmlns:a16="http://schemas.microsoft.com/office/drawing/2014/main" id="{32366E76-9F5D-A633-C3F3-625ED0640359}"/>
                </a:ext>
              </a:extLst>
            </p:cNvPr>
            <p:cNvSpPr/>
            <p:nvPr/>
          </p:nvSpPr>
          <p:spPr>
            <a:xfrm>
              <a:off x="274320" y="2295144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12">
              <a:extLst>
                <a:ext uri="{FF2B5EF4-FFF2-40B4-BE49-F238E27FC236}">
                  <a16:creationId xmlns:a16="http://schemas.microsoft.com/office/drawing/2014/main" id="{CAB28E6A-CCB2-DCD4-CDAD-62EA96E6DCE4}"/>
                </a:ext>
              </a:extLst>
            </p:cNvPr>
            <p:cNvSpPr/>
            <p:nvPr/>
          </p:nvSpPr>
          <p:spPr>
            <a:xfrm>
              <a:off x="274320" y="2295144"/>
              <a:ext cx="109728" cy="1325880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462BB59-29DD-645A-3C87-16406D909035}"/>
                </a:ext>
              </a:extLst>
            </p:cNvPr>
            <p:cNvSpPr txBox="1"/>
            <p:nvPr/>
          </p:nvSpPr>
          <p:spPr>
            <a:xfrm>
              <a:off x="502920" y="2359152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0F9B8A"/>
                  </a:solidFill>
                  <a:latin typeface="맑은 고딕"/>
                </a:rPr>
                <a:t>② Stage 3(N_BLOCKS=2): M2 최고 AUC 0.8307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3A37D9E-BDF1-782C-9B62-5C03FC55F9F6}"/>
                </a:ext>
              </a:extLst>
            </p:cNvPr>
            <p:cNvSpPr txBox="1"/>
            <p:nvPr/>
          </p:nvSpPr>
          <p:spPr>
            <a:xfrm>
              <a:off x="502920" y="2724912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ResBlock 2개로 AEC 128pt 시퀀스 계층적 특징 추출 강화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75648FF-40AF-1429-5DF3-334DFAB6EAF9}"/>
                </a:ext>
              </a:extLst>
            </p:cNvPr>
            <p:cNvSpPr txBox="1"/>
            <p:nvPr/>
          </p:nvSpPr>
          <p:spPr>
            <a:xfrm>
              <a:off x="502920" y="3017520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Stage 5(CA_Layers=2): M3 최고 AUC 0.8311 — CrossAttn 중첩 효과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D763FD8-769D-8548-F8F7-A18DF3B93330}"/>
                </a:ext>
              </a:extLst>
            </p:cNvPr>
            <p:cNvSpPr txBox="1"/>
            <p:nvPr/>
          </p:nvSpPr>
          <p:spPr>
            <a:xfrm>
              <a:off x="6217920" y="2724912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GradClip(Stage 4)은 M3에 역효과 → 적용 금지 권고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DC3778B-0663-54E2-76B4-36E2E831398F}"/>
                </a:ext>
              </a:extLst>
            </p:cNvPr>
            <p:cNvSpPr txBox="1"/>
            <p:nvPr/>
          </p:nvSpPr>
          <p:spPr>
            <a:xfrm>
              <a:off x="6217920" y="3017520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HIDDEN/N_HEADS 단독 효과는 제한적</a:t>
              </a:r>
            </a:p>
          </p:txBody>
        </p:sp>
        <p:sp>
          <p:nvSpPr>
            <p:cNvPr id="80" name="Rectangle 18">
              <a:extLst>
                <a:ext uri="{FF2B5EF4-FFF2-40B4-BE49-F238E27FC236}">
                  <a16:creationId xmlns:a16="http://schemas.microsoft.com/office/drawing/2014/main" id="{497BE005-CA4E-E8FA-0CAD-FE6692107EAC}"/>
                </a:ext>
              </a:extLst>
            </p:cNvPr>
            <p:cNvSpPr/>
            <p:nvPr/>
          </p:nvSpPr>
          <p:spPr>
            <a:xfrm>
              <a:off x="274320" y="3685032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ectangle 19">
              <a:extLst>
                <a:ext uri="{FF2B5EF4-FFF2-40B4-BE49-F238E27FC236}">
                  <a16:creationId xmlns:a16="http://schemas.microsoft.com/office/drawing/2014/main" id="{49EFA5EC-83E8-D401-1D96-D2BE2C0BF50F}"/>
                </a:ext>
              </a:extLst>
            </p:cNvPr>
            <p:cNvSpPr/>
            <p:nvPr/>
          </p:nvSpPr>
          <p:spPr>
            <a:xfrm>
              <a:off x="274320" y="3685032"/>
              <a:ext cx="109728" cy="1325880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3D36DD2-14B8-2B0B-4E73-768E7497F0D0}"/>
                </a:ext>
              </a:extLst>
            </p:cNvPr>
            <p:cNvSpPr txBox="1"/>
            <p:nvPr/>
          </p:nvSpPr>
          <p:spPr>
            <a:xfrm>
              <a:off x="502920" y="3749039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E87400"/>
                  </a:solidFill>
                  <a:latin typeface="맑은 고딕"/>
                </a:rPr>
                <a:t>③ M2_2 &gt; M2 이상: CrossAttn의 개인 매칭 학습 한계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6D313AB-847C-6046-998D-4225385221CC}"/>
                </a:ext>
              </a:extLst>
            </p:cNvPr>
            <p:cNvSpPr txBox="1"/>
            <p:nvPr/>
          </p:nvSpPr>
          <p:spPr>
            <a:xfrm>
              <a:off x="502920" y="4114800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Unmatched AEC(M2_2)가 Matched(M2)보다 일관 높은 AUC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49159A2-C215-6054-CE22-528B02462E70}"/>
                </a:ext>
              </a:extLst>
            </p:cNvPr>
            <p:cNvSpPr txBox="1"/>
            <p:nvPr/>
          </p:nvSpPr>
          <p:spPr>
            <a:xfrm>
              <a:off x="502920" y="4407408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norm 조건에서 M2_2(0.8472) vs M2(0.8120) — 0.035 역전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2B09C47-D0F9-0437-EDD2-58329A93E26A}"/>
                </a:ext>
              </a:extLst>
            </p:cNvPr>
            <p:cNvSpPr txBox="1"/>
            <p:nvPr/>
          </p:nvSpPr>
          <p:spPr>
            <a:xfrm>
              <a:off x="6217920" y="4114800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CrossAttn이 환자 개인 AEC-Clinic 대응 학습 미완성 시사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1E0478D-554A-A4CB-A220-CFB420EF896B}"/>
                </a:ext>
              </a:extLst>
            </p:cNvPr>
            <p:cNvSpPr txBox="1"/>
            <p:nvPr/>
          </p:nvSpPr>
          <p:spPr>
            <a:xfrm>
              <a:off x="6217920" y="4407408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→ Attention 구조 재설계 또는 포지셔널 인코딩 개선 필요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0097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3534</TotalTime>
  <Words>1820</Words>
  <Application>Microsoft Office PowerPoint</Application>
  <PresentationFormat>와이드스크린</PresentationFormat>
  <Paragraphs>414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Consolas</vt:lpstr>
      <vt:lpstr>Arial</vt:lpstr>
      <vt:lpstr>KoPub돋움체 Medium</vt:lpstr>
      <vt:lpstr>맑은 고딕</vt:lpstr>
      <vt:lpstr>KoPub돋움체 Bold</vt:lpstr>
      <vt:lpstr>Office 테마</vt:lpstr>
      <vt:lpstr>PowerPoint 프레젠테이션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335</cp:revision>
  <dcterms:created xsi:type="dcterms:W3CDTF">2026-04-09T07:05:16Z</dcterms:created>
  <dcterms:modified xsi:type="dcterms:W3CDTF">2026-06-04T03:03:33Z</dcterms:modified>
</cp:coreProperties>
</file>