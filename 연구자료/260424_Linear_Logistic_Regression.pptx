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3" r:id="rId11"/>
    <p:sldId id="404" r:id="rId12"/>
    <p:sldId id="424" r:id="rId13"/>
    <p:sldId id="425" r:id="rId14"/>
    <p:sldId id="426" r:id="rId15"/>
    <p:sldId id="369" r:id="rId16"/>
    <p:sldId id="355" r:id="rId17"/>
    <p:sldId id="417" r:id="rId18"/>
    <p:sldId id="427" r:id="rId19"/>
    <p:sldId id="429" r:id="rId20"/>
    <p:sldId id="397" r:id="rId21"/>
    <p:sldId id="398" r:id="rId22"/>
    <p:sldId id="390" r:id="rId23"/>
    <p:sldId id="391" r:id="rId24"/>
    <p:sldId id="419" r:id="rId25"/>
    <p:sldId id="430" r:id="rId26"/>
    <p:sldId id="431" r:id="rId27"/>
    <p:sldId id="420" r:id="rId28"/>
    <p:sldId id="421" r:id="rId29"/>
    <p:sldId id="384" r:id="rId30"/>
    <p:sldId id="422" r:id="rId31"/>
    <p:sldId id="432" r:id="rId32"/>
    <p:sldId id="433" r:id="rId33"/>
    <p:sldId id="423" r:id="rId34"/>
    <p:sldId id="405" r:id="rId35"/>
    <p:sldId id="434" r:id="rId36"/>
    <p:sldId id="435" r:id="rId37"/>
    <p:sldId id="436" r:id="rId38"/>
    <p:sldId id="437" r:id="rId39"/>
    <p:sldId id="399" r:id="rId40"/>
    <p:sldId id="345" r:id="rId41"/>
  </p:sldIdLst>
  <p:sldSz cx="12192000" cy="6858000"/>
  <p:notesSz cx="6858000" cy="9144000"/>
  <p:embeddedFontLst>
    <p:embeddedFont>
      <p:font typeface="KoPubWorld돋움체 Bold" panose="00000800000000000000" pitchFamily="2" charset="-127"/>
      <p:bold r:id="rId43"/>
    </p:embeddedFont>
    <p:embeddedFont>
      <p:font typeface="KoPubWorld돋움체 Medium" panose="00000600000000000000" pitchFamily="2" charset="-127"/>
      <p:regular r:id="rId44"/>
    </p:embeddedFont>
    <p:embeddedFont>
      <p:font typeface="KoPub돋움체 Bold" panose="00000800000000000000" pitchFamily="2" charset="-127"/>
      <p:bold r:id="rId45"/>
    </p:embeddedFont>
    <p:embeddedFont>
      <p:font typeface="KoPub돋움체 Medium" panose="00000600000000000000" pitchFamily="2" charset="-127"/>
      <p:regular r:id="rId46"/>
    </p:embeddedFont>
    <p:embeddedFont>
      <p:font typeface="맑은 고딕" panose="020B0503020000020004" pitchFamily="50" charset="-127"/>
      <p:regular r:id="rId47"/>
      <p:bold r:id="rId4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3"/>
            <p14:sldId id="404"/>
            <p14:sldId id="424"/>
            <p14:sldId id="425"/>
            <p14:sldId id="426"/>
            <p14:sldId id="369"/>
            <p14:sldId id="355"/>
            <p14:sldId id="417"/>
            <p14:sldId id="427"/>
            <p14:sldId id="429"/>
            <p14:sldId id="397"/>
            <p14:sldId id="398"/>
            <p14:sldId id="390"/>
            <p14:sldId id="391"/>
            <p14:sldId id="419"/>
            <p14:sldId id="430"/>
            <p14:sldId id="431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17DE01-B194-4AA4-8F7A-8A78165FB08E}" v="123" dt="2026-04-23T06:03:44.520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addSld delSld modSld sldOrd">
      <pc:chgData name="janghoon jun" userId="056a5883350c2f5e" providerId="LiveId" clId="{74AFAB52-6487-4651-9B79-2F181DBD8D0A}" dt="2026-04-23T06:03:44.517" v="116"/>
      <pc:docMkLst>
        <pc:docMk/>
      </pc:docMkLst>
      <pc:sldChg chg="modSp">
        <pc:chgData name="janghoon jun" userId="056a5883350c2f5e" providerId="LiveId" clId="{74AFAB52-6487-4651-9B79-2F181DBD8D0A}" dt="2026-04-23T04:33:29.886" v="1"/>
        <pc:sldMkLst>
          <pc:docMk/>
          <pc:sldMk cId="3042847678" sldId="355"/>
        </pc:sldMkLst>
        <pc:graphicFrameChg chg="mod">
          <ac:chgData name="janghoon jun" userId="056a5883350c2f5e" providerId="LiveId" clId="{74AFAB52-6487-4651-9B79-2F181DBD8D0A}" dt="2026-04-23T04:33:29.886" v="1"/>
          <ac:graphicFrameMkLst>
            <pc:docMk/>
            <pc:sldMk cId="3042847678" sldId="355"/>
            <ac:graphicFrameMk id="8" creationId="{3649AB2B-068A-41A4-9569-D888FFBE35F3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  <pc:picChg chg="add mod">
          <ac:chgData name="janghoon jun" userId="056a5883350c2f5e" providerId="LiveId" clId="{74AFAB52-6487-4651-9B79-2F181DBD8D0A}" dt="2026-04-23T04:50:55.939" v="17"/>
          <ac:picMkLst>
            <pc:docMk/>
            <pc:sldMk cId="1785302506" sldId="384"/>
            <ac:picMk id="10" creationId="{9A3A7DB9-15F7-C36E-628D-542BE20C2D2D}"/>
          </ac:picMkLst>
        </pc:picChg>
      </pc:sldChg>
      <pc:sldChg chg="addSp modSp">
        <pc:chgData name="janghoon jun" userId="056a5883350c2f5e" providerId="LiveId" clId="{74AFAB52-6487-4651-9B79-2F181DBD8D0A}" dt="2026-04-23T04:46:19.098" v="15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9" creationId="{5B080763-E8BB-D47F-E216-DF12B79C3471}"/>
          </ac:spMkLst>
        </pc:spChg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11" creationId="{1D5D467F-AB97-7EFF-12FF-5CAA69C8114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39:40.977" v="9"/>
          <ac:graphicFrameMkLst>
            <pc:docMk/>
            <pc:sldMk cId="1047168083" sldId="391"/>
            <ac:graphicFrameMk id="7" creationId="{94F41B0A-B26A-E9F0-D594-853D044B5409}"/>
          </ac:graphicFrameMkLst>
        </pc:graphicFrame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ord">
        <pc:chgData name="janghoon jun" userId="056a5883350c2f5e" providerId="LiveId" clId="{74AFAB52-6487-4651-9B79-2F181DBD8D0A}" dt="2026-04-23T05:33:25.772" v="86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3T04:34:09.074" v="3"/>
          <ac:spMkLst>
            <pc:docMk/>
            <pc:sldMk cId="433290991" sldId="397"/>
            <ac:spMk id="10" creationId="{8588C9C7-B387-4087-9EAB-6D811EB80CBC}"/>
          </ac:spMkLst>
        </pc:spChg>
        <pc:spChg chg="mod">
          <ac:chgData name="janghoon jun" userId="056a5883350c2f5e" providerId="LiveId" clId="{74AFAB52-6487-4651-9B79-2F181DBD8D0A}" dt="2026-04-23T05:33:25.772" v="86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ord">
        <pc:chgData name="janghoon jun" userId="056a5883350c2f5e" providerId="LiveId" clId="{74AFAB52-6487-4651-9B79-2F181DBD8D0A}" dt="2026-04-23T05:19:05.503" v="51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3T05:19:05.503" v="51"/>
          <ac:spMkLst>
            <pc:docMk/>
            <pc:sldMk cId="1327445754" sldId="403"/>
            <ac:spMk id="11" creationId="{2F49DB3D-7569-41CE-98E6-0D040C938EC9}"/>
          </ac:spMkLst>
        </pc:spChg>
      </pc:sldChg>
      <pc:sldChg chg="addSp ord">
        <pc:chgData name="janghoon jun" userId="056a5883350c2f5e" providerId="LiveId" clId="{74AFAB52-6487-4651-9B79-2F181DBD8D0A}" dt="2026-04-23T05:18:42.085" v="49"/>
        <pc:sldMkLst>
          <pc:docMk/>
          <pc:sldMk cId="79559792" sldId="404"/>
        </pc:sldMkLst>
        <pc:picChg chg="add">
          <ac:chgData name="janghoon jun" userId="056a5883350c2f5e" providerId="LiveId" clId="{74AFAB52-6487-4651-9B79-2F181DBD8D0A}" dt="2026-04-23T05:16:07.774" v="43"/>
          <ac:picMkLst>
            <pc:docMk/>
            <pc:sldMk cId="79559792" sldId="404"/>
            <ac:picMk id="6" creationId="{E0F76B1F-ACFD-F8B9-7EB7-7F91F47F3EB9}"/>
          </ac:picMkLst>
        </pc:picChg>
        <pc:picChg chg="add">
          <ac:chgData name="janghoon jun" userId="056a5883350c2f5e" providerId="LiveId" clId="{74AFAB52-6487-4651-9B79-2F181DBD8D0A}" dt="2026-04-23T05:16:30.404" v="44"/>
          <ac:picMkLst>
            <pc:docMk/>
            <pc:sldMk cId="79559792" sldId="404"/>
            <ac:picMk id="9" creationId="{CAE381DF-A574-C7F8-5F6A-74C38A6A3A5D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23T05:56:02.974" v="110"/>
          <ac:spMkLst>
            <pc:docMk/>
            <pc:sldMk cId="466496045" sldId="405"/>
            <ac:spMk id="16" creationId="{7D00044F-843B-6D39-3A82-A4756E293870}"/>
          </ac:spMkLst>
        </pc:spChg>
        <pc:grpChg chg="add mod">
          <ac:chgData name="janghoon jun" userId="056a5883350c2f5e" providerId="LiveId" clId="{74AFAB52-6487-4651-9B79-2F181DBD8D0A}" dt="2026-04-23T05:02:01.002" v="27" actId="164"/>
          <ac:grpSpMkLst>
            <pc:docMk/>
            <pc:sldMk cId="466496045" sldId="405"/>
            <ac:grpSpMk id="6" creationId="{9F04BB4D-F6C7-D831-D0C7-9A6786F1CF8D}"/>
          </ac:grpSpMkLst>
        </pc:grpChg>
        <pc:picChg chg="add mod">
          <ac:chgData name="janghoon jun" userId="056a5883350c2f5e" providerId="LiveId" clId="{74AFAB52-6487-4651-9B79-2F181DBD8D0A}" dt="2026-04-23T05:02:01.002" v="27" actId="164"/>
          <ac:picMkLst>
            <pc:docMk/>
            <pc:sldMk cId="466496045" sldId="405"/>
            <ac:picMk id="5" creationId="{8A7B116B-DAE8-8C34-F0F4-5393CDCFBF08}"/>
          </ac:picMkLst>
        </pc:picChg>
        <pc:picChg chg="mod">
          <ac:chgData name="janghoon jun" userId="056a5883350c2f5e" providerId="LiveId" clId="{74AFAB52-6487-4651-9B79-2F181DBD8D0A}" dt="2026-04-23T05:02:01.002" v="27" actId="164"/>
          <ac:picMkLst>
            <pc:docMk/>
            <pc:sldMk cId="466496045" sldId="405"/>
            <ac:picMk id="13" creationId="{ED564373-302F-9766-6390-B6AE6CDAC74B}"/>
          </ac:picMkLst>
        </pc:picChg>
      </pc:sldChg>
      <pc:sldChg chg="addSp modSp add">
        <pc:chgData name="janghoon jun" userId="056a5883350c2f5e" providerId="LiveId" clId="{74AFAB52-6487-4651-9B79-2F181DBD8D0A}" dt="2026-04-23T04:35:26.921" v="6"/>
        <pc:sldMkLst>
          <pc:docMk/>
          <pc:sldMk cId="3676489374" sldId="417"/>
        </pc:sldMkLst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5" creationId="{4C9684D0-6B99-1180-BF76-12BB17EF2C68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6" creationId="{34822450-56D6-3C68-EC35-67694DCE4E74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7" creationId="{AC04B9AC-8772-8B96-7F03-E1EF4382D9AE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8" creationId="{83C401FB-FA8A-2F8D-50D3-DDBA228454E0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2" creationId="{FE07F3C3-F812-DBB2-745F-F80D6E7A19B1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3" creationId="{A1D05AAE-DD22-4C4B-0372-40E57D60574B}"/>
          </ac:spMkLst>
        </pc:spChg>
        <pc:picChg chg="add mod">
          <ac:chgData name="janghoon jun" userId="056a5883350c2f5e" providerId="LiveId" clId="{74AFAB52-6487-4651-9B79-2F181DBD8D0A}" dt="2026-04-23T04:34:50.464" v="5"/>
          <ac:picMkLst>
            <pc:docMk/>
            <pc:sldMk cId="3676489374" sldId="417"/>
            <ac:picMk id="3" creationId="{81973C61-AA1B-00DF-5FC3-AEE5ECE2C1D5}"/>
          </ac:picMkLst>
        </pc:picChg>
      </pc:sldChg>
      <pc:sldChg chg="add">
        <pc:chgData name="janghoon jun" userId="056a5883350c2f5e" providerId="LiveId" clId="{74AFAB52-6487-4651-9B79-2F181DBD8D0A}" dt="2026-04-23T04:39:02.624" v="7"/>
        <pc:sldMkLst>
          <pc:docMk/>
          <pc:sldMk cId="1823892249" sldId="418"/>
        </pc:sldMkLst>
      </pc:sldChg>
      <pc:sldChg chg="addSp modSp add">
        <pc:chgData name="janghoon jun" userId="056a5883350c2f5e" providerId="LiveId" clId="{74AFAB52-6487-4651-9B79-2F181DBD8D0A}" dt="2026-04-23T05:26:15.564" v="72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7" creationId="{D4AF2F7B-59C8-1184-6822-0CA1C623C8E0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9" creationId="{355EC701-DBFB-3551-246A-840EB45B3DA4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10" creationId="{464C5FE0-AC1F-370E-AAF5-589C125B390A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">
        <pc:chgData name="janghoon jun" userId="056a5883350c2f5e" providerId="LiveId" clId="{74AFAB52-6487-4651-9B79-2F181DBD8D0A}" dt="2026-04-23T04:42:35.265" v="12"/>
        <pc:sldMkLst>
          <pc:docMk/>
          <pc:sldMk cId="1775685705" sldId="422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spChg chg="mod">
          <ac:chgData name="janghoon jun" userId="056a5883350c2f5e" providerId="LiveId" clId="{74AFAB52-6487-4651-9B79-2F181DBD8D0A}" dt="2026-04-23T05:56:59.257" v="111"/>
          <ac:spMkLst>
            <pc:docMk/>
            <pc:sldMk cId="3547569925" sldId="422"/>
            <ac:spMk id="8" creationId="{20E727FA-D453-E414-0E3B-9C7F9F7A782E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  <pc:picChg chg="add mod">
          <ac:chgData name="janghoon jun" userId="056a5883350c2f5e" providerId="LiveId" clId="{74AFAB52-6487-4651-9B79-2F181DBD8D0A}" dt="2026-04-23T05:00:44.942" v="25"/>
          <ac:picMkLst>
            <pc:docMk/>
            <pc:sldMk cId="3547569925" sldId="422"/>
            <ac:picMk id="6" creationId="{DB82974C-9A86-A4D4-2D2E-1A2D5D2801D9}"/>
          </ac:picMkLst>
        </pc:picChg>
      </pc:sldChg>
      <pc:sldChg chg="add del">
        <pc:chgData name="janghoon jun" userId="056a5883350c2f5e" providerId="LiveId" clId="{74AFAB52-6487-4651-9B79-2F181DBD8D0A}" dt="2026-04-23T04:41:07.439" v="11"/>
        <pc:sldMkLst>
          <pc:docMk/>
          <pc:sldMk cId="4223714319" sldId="422"/>
        </pc:sldMkLst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7" creationId="{E6C163FA-8CED-2B99-6E34-0F6A8EAB1B3B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modSp add">
        <pc:chgData name="janghoon jun" userId="056a5883350c2f5e" providerId="LiveId" clId="{74AFAB52-6487-4651-9B79-2F181DBD8D0A}" dt="2026-04-23T05:08:28.471" v="37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3T05:06:52.319" v="30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3T05:06:57.396" v="31"/>
          <ac:spMkLst>
            <pc:docMk/>
            <pc:sldMk cId="1183344318" sldId="424"/>
            <ac:spMk id="47" creationId="{5732E968-2554-EB9D-16F9-8131E5A09DCB}"/>
          </ac:spMkLst>
        </pc:spChg>
        <pc:spChg chg="mod">
          <ac:chgData name="janghoon jun" userId="056a5883350c2f5e" providerId="LiveId" clId="{74AFAB52-6487-4651-9B79-2F181DBD8D0A}" dt="2026-04-23T05:07:02.374" v="32"/>
          <ac:spMkLst>
            <pc:docMk/>
            <pc:sldMk cId="1183344318" sldId="424"/>
            <ac:spMk id="50" creationId="{05208522-6278-D741-9B2F-262FBDEFC690}"/>
          </ac:spMkLst>
        </pc:spChg>
        <pc:spChg chg="mod">
          <ac:chgData name="janghoon jun" userId="056a5883350c2f5e" providerId="LiveId" clId="{74AFAB52-6487-4651-9B79-2F181DBD8D0A}" dt="2026-04-23T05:07:06.294" v="33"/>
          <ac:spMkLst>
            <pc:docMk/>
            <pc:sldMk cId="1183344318" sldId="424"/>
            <ac:spMk id="53" creationId="{4D59BBC4-D670-C230-0E3D-6E9A8CC1071C}"/>
          </ac:spMkLst>
        </pc:spChg>
        <pc:spChg chg="mod">
          <ac:chgData name="janghoon jun" userId="056a5883350c2f5e" providerId="LiveId" clId="{74AFAB52-6487-4651-9B79-2F181DBD8D0A}" dt="2026-04-23T05:07:11.726" v="34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3T05:08:28.471" v="37"/>
          <ac:spMkLst>
            <pc:docMk/>
            <pc:sldMk cId="1183344318" sldId="424"/>
            <ac:spMk id="61" creationId="{6D2F29C0-3430-B09B-78DB-3454E73F31E6}"/>
          </ac:spMkLst>
        </pc:spChg>
        <pc:graphicFrameChg chg="mod">
          <ac:chgData name="janghoon jun" userId="056a5883350c2f5e" providerId="LiveId" clId="{74AFAB52-6487-4651-9B79-2F181DBD8D0A}" dt="2026-04-23T05:07:50.392" v="35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add">
        <pc:chgData name="janghoon jun" userId="056a5883350c2f5e" providerId="LiveId" clId="{74AFAB52-6487-4651-9B79-2F181DBD8D0A}" dt="2026-04-23T04:53:20.011" v="21"/>
        <pc:sldMkLst>
          <pc:docMk/>
          <pc:sldMk cId="4268739675" sldId="424"/>
        </pc:sldMkLst>
      </pc:sldChg>
      <pc:sldChg chg="modSp add ord">
        <pc:chgData name="janghoon jun" userId="056a5883350c2f5e" providerId="LiveId" clId="{74AFAB52-6487-4651-9B79-2F181DBD8D0A}" dt="2026-04-23T05:10:30.524" v="41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3T05:10:30.524" v="41"/>
          <ac:spMkLst>
            <pc:docMk/>
            <pc:sldMk cId="3567372362" sldId="425"/>
            <ac:spMk id="11" creationId="{4925A88E-9A76-1866-300E-75B3BD583781}"/>
          </ac:spMkLst>
        </pc:spChg>
      </pc:sldChg>
      <pc:sldChg chg="addSp add ord">
        <pc:chgData name="janghoon jun" userId="056a5883350c2f5e" providerId="LiveId" clId="{74AFAB52-6487-4651-9B79-2F181DBD8D0A}" dt="2026-04-23T05:18:43.630" v="50"/>
        <pc:sldMkLst>
          <pc:docMk/>
          <pc:sldMk cId="2035619833" sldId="426"/>
        </pc:sldMkLst>
        <pc:picChg chg="add">
          <ac:chgData name="janghoon jun" userId="056a5883350c2f5e" providerId="LiveId" clId="{74AFAB52-6487-4651-9B79-2F181DBD8D0A}" dt="2026-04-23T05:17:25.589" v="47"/>
          <ac:picMkLst>
            <pc:docMk/>
            <pc:sldMk cId="2035619833" sldId="426"/>
            <ac:picMk id="7" creationId="{F4CEE441-38AF-6F6C-F259-1C70D50A04DC}"/>
          </ac:picMkLst>
        </pc:picChg>
        <pc:picChg chg="add">
          <ac:chgData name="janghoon jun" userId="056a5883350c2f5e" providerId="LiveId" clId="{74AFAB52-6487-4651-9B79-2F181DBD8D0A}" dt="2026-04-23T05:17:56.648" v="4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modSp add ord">
        <pc:chgData name="janghoon jun" userId="056a5883350c2f5e" providerId="LiveId" clId="{74AFAB52-6487-4651-9B79-2F181DBD8D0A}" dt="2026-04-23T05:22:22.222" v="59"/>
        <pc:sldMkLst>
          <pc:docMk/>
          <pc:sldMk cId="3896853274" sldId="427"/>
        </pc:sldMkLst>
        <pc:graphicFrameChg chg="mod">
          <ac:chgData name="janghoon jun" userId="056a5883350c2f5e" providerId="LiveId" clId="{74AFAB52-6487-4651-9B79-2F181DBD8D0A}" dt="2026-04-23T05:21:58.202" v="5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">
          <ac:chgData name="janghoon jun" userId="056a5883350c2f5e" providerId="LiveId" clId="{74AFAB52-6487-4651-9B79-2F181DBD8D0A}" dt="2026-04-23T05:20:34.915" v="53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">
        <pc:chgData name="janghoon jun" userId="056a5883350c2f5e" providerId="LiveId" clId="{74AFAB52-6487-4651-9B79-2F181DBD8D0A}" dt="2026-04-23T05:23:49.367" v="66"/>
        <pc:sldMkLst>
          <pc:docMk/>
          <pc:sldMk cId="2998682431" sldId="428"/>
        </pc:sldMkLst>
        <pc:spChg chg="mod">
          <ac:chgData name="janghoon jun" userId="056a5883350c2f5e" providerId="LiveId" clId="{74AFAB52-6487-4651-9B79-2F181DBD8D0A}" dt="2026-04-23T05:23:24.115" v="64"/>
          <ac:spMkLst>
            <pc:docMk/>
            <pc:sldMk cId="2998682431" sldId="428"/>
            <ac:spMk id="10" creationId="{738B5709-3447-F3D4-D01A-3530271C2506}"/>
          </ac:spMkLst>
        </pc:spChg>
        <pc:spChg chg="mod">
          <ac:chgData name="janghoon jun" userId="056a5883350c2f5e" providerId="LiveId" clId="{74AFAB52-6487-4651-9B79-2F181DBD8D0A}" dt="2026-04-23T05:22:44.712" v="62"/>
          <ac:spMkLst>
            <pc:docMk/>
            <pc:sldMk cId="2998682431" sldId="428"/>
            <ac:spMk id="11" creationId="{00950B73-83B6-5EED-066D-85A3D6335AA4}"/>
          </ac:spMkLst>
        </pc:spChg>
        <pc:graphicFrameChg chg="add mod">
          <ac:chgData name="janghoon jun" userId="056a5883350c2f5e" providerId="LiveId" clId="{74AFAB52-6487-4651-9B79-2F181DBD8D0A}" dt="2026-04-23T05:23:49.367" v="66"/>
          <ac:graphicFrameMkLst>
            <pc:docMk/>
            <pc:sldMk cId="2998682431" sldId="428"/>
            <ac:graphicFrameMk id="3" creationId="{040D79B2-B8F6-C700-84CC-763E993C430C}"/>
          </ac:graphicFrameMkLst>
        </pc:graphicFrameChg>
        <pc:graphicFrameChg chg="mod">
          <ac:chgData name="janghoon jun" userId="056a5883350c2f5e" providerId="LiveId" clId="{74AFAB52-6487-4651-9B79-2F181DBD8D0A}" dt="2026-04-23T05:23:13.043" v="63"/>
          <ac:graphicFrameMkLst>
            <pc:docMk/>
            <pc:sldMk cId="2998682431" sldId="428"/>
            <ac:graphicFrameMk id="9" creationId="{B8E07AA3-7319-0BE8-3BFD-8888D6CF8DAE}"/>
          </ac:graphicFrameMkLst>
        </pc:graphicFrameChg>
      </pc:sldChg>
      <pc:sldChg chg="addSp modSp add ord modCm">
        <pc:chgData name="janghoon jun" userId="056a5883350c2f5e" providerId="LiveId" clId="{74AFAB52-6487-4651-9B79-2F181DBD8D0A}" dt="2026-04-23T05:53:44.401" v="108"/>
        <pc:sldMkLst>
          <pc:docMk/>
          <pc:sldMk cId="2959586648" sldId="429"/>
        </pc:sldMkLst>
        <pc:spChg chg="mod">
          <ac:chgData name="janghoon jun" userId="056a5883350c2f5e" providerId="LiveId" clId="{74AFAB52-6487-4651-9B79-2F181DBD8D0A}" dt="2026-04-23T05:25:25.602" v="71"/>
          <ac:spMkLst>
            <pc:docMk/>
            <pc:sldMk cId="2959586648" sldId="429"/>
            <ac:spMk id="13" creationId="{384C69F6-FC22-F7F9-5B8D-069C48FEF9F2}"/>
          </ac:spMkLst>
        </pc:spChg>
        <pc:picChg chg="add">
          <ac:chgData name="janghoon jun" userId="056a5883350c2f5e" providerId="LiveId" clId="{74AFAB52-6487-4651-9B79-2F181DBD8D0A}" dt="2026-04-23T05:24:20.940" v="67"/>
          <ac:picMkLst>
            <pc:docMk/>
            <pc:sldMk cId="2959586648" sldId="429"/>
            <ac:picMk id="10" creationId="{7BF96678-64E9-7310-CE38-2362C5926BC2}"/>
          </ac:picMkLst>
        </pc:picChg>
      </pc:sldChg>
      <pc:sldChg chg="addSp modSp add">
        <pc:chgData name="janghoon jun" userId="056a5883350c2f5e" providerId="LiveId" clId="{74AFAB52-6487-4651-9B79-2F181DBD8D0A}" dt="2026-04-23T05:27:44.787" v="79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">
        <pc:chgData name="janghoon jun" userId="056a5883350c2f5e" providerId="LiveId" clId="{74AFAB52-6487-4651-9B79-2F181DBD8D0A}" dt="2026-04-23T05:30:06.132" v="82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add">
        <pc:chgData name="janghoon jun" userId="056a5883350c2f5e" providerId="LiveId" clId="{74AFAB52-6487-4651-9B79-2F181DBD8D0A}" dt="2026-04-23T05:36:57.439" v="87"/>
        <pc:sldMkLst>
          <pc:docMk/>
          <pc:sldMk cId="1273151613" sldId="432"/>
        </pc:sldMkLst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spChg chg="mod">
          <ac:chgData name="janghoon jun" userId="056a5883350c2f5e" providerId="LiveId" clId="{74AFAB52-6487-4651-9B79-2F181DBD8D0A}" dt="2026-04-23T05:42:44.941" v="94"/>
          <ac:spMkLst>
            <pc:docMk/>
            <pc:sldMk cId="1692516220" sldId="433"/>
            <ac:spMk id="8" creationId="{EBC06F40-B229-C90F-20DE-8C74F147B7C2}"/>
          </ac:spMkLst>
        </pc:spChg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  <pc:picChg chg="add mod">
          <ac:chgData name="janghoon jun" userId="056a5883350c2f5e" providerId="LiveId" clId="{74AFAB52-6487-4651-9B79-2F181DBD8D0A}" dt="2026-04-23T05:41:07.289" v="91"/>
          <ac:picMkLst>
            <pc:docMk/>
            <pc:sldMk cId="1692516220" sldId="433"/>
            <ac:picMk id="10" creationId="{01E7D2D9-63D8-EC7A-8D88-4E29A5B38929}"/>
          </ac:picMkLst>
        </pc:picChg>
        <pc:picChg chg="add mod">
          <ac:chgData name="janghoon jun" userId="056a5883350c2f5e" providerId="LiveId" clId="{74AFAB52-6487-4651-9B79-2F181DBD8D0A}" dt="2026-04-23T05:41:33.731" v="92"/>
          <ac:picMkLst>
            <pc:docMk/>
            <pc:sldMk cId="1692516220" sldId="433"/>
            <ac:picMk id="11" creationId="{1ACF222C-91ED-12CD-7110-847CCEE49B20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spChg chg="mod">
          <ac:chgData name="janghoon jun" userId="056a5883350c2f5e" providerId="LiveId" clId="{74AFAB52-6487-4651-9B79-2F181DBD8D0A}" dt="2026-04-23T05:48:35.651" v="107"/>
          <ac:spMkLst>
            <pc:docMk/>
            <pc:sldMk cId="1865432423" sldId="435"/>
            <ac:spMk id="16" creationId="{16547531-25F9-FD9F-35AB-8624F7647AE3}"/>
          </ac:spMkLst>
        </pc:spChg>
        <pc:grpChg chg="del">
          <ac:chgData name="janghoon jun" userId="056a5883350c2f5e" providerId="LiveId" clId="{74AFAB52-6487-4651-9B79-2F181DBD8D0A}" dt="2026-04-23T05:47:24.740" v="103" actId="165"/>
          <ac:grpSpMkLst>
            <pc:docMk/>
            <pc:sldMk cId="1865432423" sldId="435"/>
            <ac:grpSpMk id="6" creationId="{8CBF3357-AA9E-D27C-D194-325CFCBFC8B4}"/>
          </ac:grpSpMkLst>
        </pc:grpChg>
        <pc:grpChg chg="add mod">
          <ac:chgData name="janghoon jun" userId="056a5883350c2f5e" providerId="LiveId" clId="{74AFAB52-6487-4651-9B79-2F181DBD8D0A}" dt="2026-04-23T05:48:05.169" v="105" actId="164"/>
          <ac:grpSpMkLst>
            <pc:docMk/>
            <pc:sldMk cId="1865432423" sldId="435"/>
            <ac:grpSpMk id="10" creationId="{2C6082CF-07D2-DD0B-B927-DC38FA36BFEE}"/>
          </ac:grpSpMkLst>
        </pc:grpChg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mod topLvl">
          <ac:chgData name="janghoon jun" userId="056a5883350c2f5e" providerId="LiveId" clId="{74AFAB52-6487-4651-9B79-2F181DBD8D0A}" dt="2026-04-23T05:47:24.740" v="103" actId="165"/>
          <ac:picMkLst>
            <pc:docMk/>
            <pc:sldMk cId="1865432423" sldId="435"/>
            <ac:picMk id="5" creationId="{43100A0D-3263-7A69-CEF1-3DDB1B2639D9}"/>
          </ac:picMkLst>
        </pc:pic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  <pc:picChg chg="add mod">
          <ac:chgData name="janghoon jun" userId="056a5883350c2f5e" providerId="LiveId" clId="{74AFAB52-6487-4651-9B79-2F181DBD8D0A}" dt="2026-04-23T05:48:05.169" v="105" actId="164"/>
          <ac:picMkLst>
            <pc:docMk/>
            <pc:sldMk cId="1865432423" sldId="435"/>
            <ac:picMk id="9" creationId="{E46FB3A0-3A52-D4FB-E997-0A5A1694119F}"/>
          </ac:picMkLst>
        </pc:picChg>
        <pc:picChg chg="mod topLvl">
          <ac:chgData name="janghoon jun" userId="056a5883350c2f5e" providerId="LiveId" clId="{74AFAB52-6487-4651-9B79-2F181DBD8D0A}" dt="2026-04-23T05:48:05.169" v="105" actId="164"/>
          <ac:picMkLst>
            <pc:docMk/>
            <pc:sldMk cId="1865432423" sldId="435"/>
            <ac:picMk id="13" creationId="{A8F4F323-93E6-11BC-98FA-8E862F6D1923}"/>
          </ac:picMkLst>
        </pc:picChg>
      </pc:sldChg>
      <pc:sldChg chg="add">
        <pc:chgData name="janghoon jun" userId="056a5883350c2f5e" providerId="LiveId" clId="{74AFAB52-6487-4651-9B79-2F181DBD8D0A}" dt="2026-04-23T05:54:42.687" v="109"/>
        <pc:sldMkLst>
          <pc:docMk/>
          <pc:sldMk cId="3567567541" sldId="436"/>
        </pc:sldMkLst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7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3EA7-A598-8F5D-837D-6EC551DC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D1BA7-9B98-21D1-222D-EC65DE89B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FCE0E-4C46-6EC2-916D-7984E0CF1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7C60D6-CA25-C30C-20FD-4750FEF05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32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1598-858D-3E51-A013-2B3763CD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F4065B-C9CA-E306-4CD1-FD16A30A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EA47DE-6319-EE37-A8BB-20CC5DAE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51F9-08B6-8F25-731C-DA110080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95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ECB1-A04F-46FA-3FC2-ADC8058C8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720AB-E13E-D83D-6F4D-39DB2190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43EFA-F769-FCA7-38C6-FB554A52D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0A08-11BE-36BF-706C-75EDEF4EA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8197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5DB92-17F9-E82D-00C2-909FD46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AE9C98-EA01-9D0C-4F5C-6CA9A7F61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E9E6D3-90EB-6FEA-9B3B-3CC758E91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4986E-1037-D6DB-D933-786F60A51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4217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D6E7-737D-D882-4FD8-E3B2E17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E05C8-13C7-EDB6-E5B6-625678527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14C7AF-A844-0436-DDBC-089CAC19D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28F305-ABA0-767B-12CB-F0A32D2DC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8815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761D-F717-10D4-EDA3-2B9F9D0D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D7B16-76B9-1F3C-59B4-559B252C1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D4BBB6-5072-83D4-6313-D6EC36314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B13D8-2FEE-11F7-FBBE-9128C6FFE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16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</a:t>
            </a:r>
            <a:r>
              <a:rPr lang="en-US" altLang="ko-KR" sz="160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24</a:t>
            </a:r>
            <a:endParaRPr lang="en-US" altLang="ko-KR" sz="1600" dirty="0">
              <a:solidFill>
                <a:schemeClr val="bg1">
                  <a:lumMod val="7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dirty="0"/>
              <a:t>Linear &amp; Logistic Regression (</a:t>
            </a:r>
            <a:r>
              <a:rPr lang="ko-KR" altLang="en-US" dirty="0" err="1"/>
              <a:t>단변량</a:t>
            </a:r>
            <a:r>
              <a:rPr lang="en-US" altLang="ko-KR" dirty="0"/>
              <a:t>, </a:t>
            </a:r>
            <a:r>
              <a:rPr lang="ko-KR" altLang="en-US" dirty="0" err="1"/>
              <a:t>다변량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Multivariable Analysis (</a:t>
            </a:r>
            <a:r>
              <a:rPr lang="ko-KR" altLang="en-US" dirty="0"/>
              <a:t>심화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신촌 데이터 동일 알고리즘으로 분석 </a:t>
            </a:r>
            <a:r>
              <a:rPr lang="en-US" altLang="ko-KR" dirty="0"/>
              <a:t>(Feedback</a:t>
            </a:r>
            <a:r>
              <a:rPr lang="ko-KR" altLang="en-US" dirty="0"/>
              <a:t> 반영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데이터 셋 재확인</a:t>
            </a:r>
            <a:endParaRPr lang="en-US" altLang="ko-KR" dirty="0"/>
          </a:p>
          <a:p>
            <a:r>
              <a:rPr lang="en-US" altLang="ko-KR" dirty="0"/>
              <a:t>Multivariable Analysis (</a:t>
            </a:r>
            <a:r>
              <a:rPr lang="ko-KR" altLang="en-US" dirty="0"/>
              <a:t>강남</a:t>
            </a:r>
            <a:r>
              <a:rPr lang="en-US" altLang="ko-KR" dirty="0"/>
              <a:t>, </a:t>
            </a:r>
            <a:r>
              <a:rPr lang="ko-KR" altLang="en-US" dirty="0"/>
              <a:t>신촌</a:t>
            </a:r>
            <a:r>
              <a:rPr lang="en-US" altLang="ko-KR" dirty="0"/>
              <a:t>)</a:t>
            </a:r>
            <a:r>
              <a:rPr lang="ko-KR" altLang="en-US" dirty="0"/>
              <a:t> 비교</a:t>
            </a:r>
            <a:endParaRPr lang="en-US" altLang="ko-KR" dirty="0"/>
          </a:p>
          <a:p>
            <a:r>
              <a:rPr lang="ko-KR" altLang="en-US" dirty="0"/>
              <a:t>추가 데이터셋 구축</a:t>
            </a:r>
            <a:r>
              <a:rPr lang="en-US" altLang="ko-KR" dirty="0"/>
              <a:t>(+ BMI)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강남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1,67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665명 (39.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1,00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278036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1,00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400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1,67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.9 %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1,673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</a:t>
            </a:r>
            <a:r>
              <a:rPr lang="ko-KR" altLang="en-US" dirty="0"/>
              <a:t> 제거 </a:t>
            </a:r>
            <a:r>
              <a:rPr lang="en-US" altLang="ko-KR" dirty="0"/>
              <a:t>: 2,023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2,023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1,673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0F76B1F-ACFD-F8B9-7EB7-7F91F47F3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9B646-F084-4AEA-BEEF-1A6E6900A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신촌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E3AF0F8-8A3D-9AE6-728E-3F5519570389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637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632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A7CA55E-15DC-9D15-13B8-8A14AAC56E5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880D5B-0F7C-4470-AA10-C6A33AA4198D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208522-6278-D741-9B2F-262FBDEFC690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46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종 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|  100 </a:t>
              </a:r>
              <a:r>
                <a:rPr lang="en-US" altLang="ko-KR" sz="1600" b="1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kVp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(75.3%)</a:t>
              </a: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7FA5140B-7E90-34EC-DBE2-FFF673BDF000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EF341-5712-B06D-4E32-C100545D2439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D59BBC4-D670-C230-0E3D-6E9A8CC1071C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29 ~ 279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7EC843AF-ADFB-C9DF-BB2F-72BE02FB9E0F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089480E-2BC3-C771-0EC1-613CBF8B14EA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AEC52FB-84B6-559A-4886-34A0FC2877A8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126.25 (±30.82)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49832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317 / 1,269 = 25.0 %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7591-5C0D-5A51-134D-715536A9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A5533-F6F1-F9CD-797E-C2FA290BE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C364F1-27A3-AB98-D76B-9096583CD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925A88E-9A76-1866-300E-75B3BD583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2,257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2,257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</p:txBody>
      </p:sp>
    </p:spTree>
    <p:extLst>
      <p:ext uri="{BB962C8B-B14F-4D97-AF65-F5344CB8AC3E}">
        <p14:creationId xmlns:p14="http://schemas.microsoft.com/office/powerpoint/2010/main" val="356737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85EAB18-FCD9-0D20-39A8-0352ED13A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C1F4BBC-90CD-A9A8-90E9-192C692B7D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CEE441-38AF-6F6C-F259-1C70D50A0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09" y="1811405"/>
            <a:ext cx="4279275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8223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0137-B53A-78B6-3CD1-F4ED5EC4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A0E5-74F3-A6A3-81D3-7E938624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85846-9678-CF75-A62A-DE875558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3" name="Picture 6" descr="18_correlation_matrix.png">
            <a:extLst>
              <a:ext uri="{FF2B5EF4-FFF2-40B4-BE49-F238E27FC236}">
                <a16:creationId xmlns:a16="http://schemas.microsoft.com/office/drawing/2014/main" id="{81973C61-AA1B-00DF-5FC3-AEE5ECE2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66" y="1307772"/>
            <a:ext cx="5871117" cy="4937536"/>
          </a:xfrm>
          <a:prstGeom prst="rect">
            <a:avLst/>
          </a:prstGeom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C9684D0-6B99-1180-BF76-12BB17EF2C68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22450-56D6-3C68-EC35-67694DCE4E74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4B9AC-8772-8B96-7F03-E1EF4382D9AE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83C401FB-FA8A-2F8D-50D3-DDBA228454E0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7F3C3-F812-DBB2-745F-F80D6E7A19B1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05AAE-DD22-4C4B-0372-40E57D60574B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6489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4047D0-AF13-B2B0-3AD7-EC4D64CA5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1BF661B-644B-B413-5A1F-111F1F8F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258328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0.1470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0D4F-4F07-D04C-64D2-EA610AE52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BF96678-64E9-7310-CE38-2362C59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34" y="1307772"/>
            <a:ext cx="5766579" cy="49392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D8D3C6D-12ED-FA03-C6F3-5DAD5653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262DA-A8E8-B536-2970-E7E0B8C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4FA492C-0DD5-AF48-928F-236A05625832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259D6-502E-DDDC-8DB7-ABE175B43598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FB2F96-2728-06BD-9210-029EEE2495C2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64434A-6B7E-0BBE-580C-2C5B1A7D5ECA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4B12F-9B04-136A-485D-28AB7F391A28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C69F6-FC22-F7F9-5B8D-069C48FEF9F2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9586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Univariate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1991196-0B56-3DBE-CD44-995DAEF96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A053AA-276C-91F0-E133-71F75BB9D4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0" name="Picture 8" descr="07_linear_univariate_r2.png">
            <a:extLst>
              <a:ext uri="{FF2B5EF4-FFF2-40B4-BE49-F238E27FC236}">
                <a16:creationId xmlns:a16="http://schemas.microsoft.com/office/drawing/2014/main" id="{732D5664-492E-BFBB-E390-1378B0AE8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7"/>
            <a:ext cx="5699562" cy="2323023"/>
          </a:xfrm>
          <a:prstGeom prst="rect">
            <a:avLst/>
          </a:prstGeom>
        </p:spPr>
      </p:pic>
      <p:pic>
        <p:nvPicPr>
          <p:cNvPr id="12" name="Picture 10" descr="06_linear_forest.png">
            <a:extLst>
              <a:ext uri="{FF2B5EF4-FFF2-40B4-BE49-F238E27FC236}">
                <a16:creationId xmlns:a16="http://schemas.microsoft.com/office/drawing/2014/main" id="{D9EF556A-F928-C17A-585F-2FA9CA53D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2" y="4101527"/>
            <a:ext cx="6013038" cy="2323023"/>
          </a:xfrm>
          <a:prstGeom prst="rect">
            <a:avLst/>
          </a:prstGeom>
        </p:spPr>
      </p:pic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7ED52CC-D33E-5A69-7988-C4AFDD52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434012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A0E4-4528-FC77-03A6-2E3D76B44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B6059A-25F8-EA87-18B4-618C26C3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7681B0-02D1-D323-2098-6BC583C0F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65F31-626B-B160-358F-0E1558B3E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0E6AAC0-F358-4B19-9CE3-93F4BA13B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02539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86DF03-11BB-9F3C-7425-DF380FE33C5C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  <p:pic>
        <p:nvPicPr>
          <p:cNvPr id="8" name="Picture 8" descr="11_logistic_forest.png">
            <a:extLst>
              <a:ext uri="{FF2B5EF4-FFF2-40B4-BE49-F238E27FC236}">
                <a16:creationId xmlns:a16="http://schemas.microsoft.com/office/drawing/2014/main" id="{01922D40-4E57-A870-E95F-274DC959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70"/>
            <a:ext cx="5486400" cy="237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93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2BA2-AC0D-774E-E251-38BDEDD9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07_linear_univariate_r2.png">
            <a:extLst>
              <a:ext uri="{FF2B5EF4-FFF2-40B4-BE49-F238E27FC236}">
                <a16:creationId xmlns:a16="http://schemas.microsoft.com/office/drawing/2014/main" id="{552E7177-C455-7B7A-6A5F-A2E23BE08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6"/>
            <a:ext cx="5699562" cy="2323023"/>
          </a:xfrm>
          <a:prstGeom prst="rect">
            <a:avLst/>
          </a:prstGeom>
        </p:spPr>
      </p:pic>
      <p:pic>
        <p:nvPicPr>
          <p:cNvPr id="5" name="Picture 10" descr="06_linear_forest.png">
            <a:extLst>
              <a:ext uri="{FF2B5EF4-FFF2-40B4-BE49-F238E27FC236}">
                <a16:creationId xmlns:a16="http://schemas.microsoft.com/office/drawing/2014/main" id="{AF2DD5C6-0B9B-B2AD-123C-1498A0FB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12" y="4101526"/>
            <a:ext cx="6013038" cy="2323023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CA7E6BF-D608-61CE-80B1-8DC1EEAA6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7DBE7C-0456-55AD-ED77-2D3D4543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B3555-72D5-2506-2F26-995291A96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54CFD-0E0D-729C-2E1C-0C50B6B401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78D7AE0F-53A2-31AC-D9B9-9FE6CC6C5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60105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9903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813E-DB4D-AF29-D1AC-ADF12B8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1_logistic_forest.png">
            <a:extLst>
              <a:ext uri="{FF2B5EF4-FFF2-40B4-BE49-F238E27FC236}">
                <a16:creationId xmlns:a16="http://schemas.microsoft.com/office/drawing/2014/main" id="{211022FC-C84A-26A4-97C3-8C21320C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69"/>
            <a:ext cx="5486400" cy="237740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7B2F77-C95E-9FB4-3CD7-D4BB2113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A5383-39B5-E8B4-13B5-6BA134F5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AEC14-AEE3-28E5-55CE-951C6072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B119F95-E3E8-D36D-AC89-901280430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60731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38F5A2-255A-EAFC-708F-830EA94F6548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0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358084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DBFA0A-83E4-4F16-8464-20769B02D75A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+15.4%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+3.8%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2470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lang="el-GR" altLang="ko-KR" sz="1000" i="1" dirty="0">
                <a:solidFill>
                  <a:schemeClr val="accent2"/>
                </a:solidFill>
              </a:rPr>
              <a:t>β</a:t>
            </a:r>
            <a:r>
              <a:rPr sz="1000" i="1" dirty="0">
                <a:solidFill>
                  <a:schemeClr val="accent2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127861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A5A128-A194-4E5F-ACEF-30B3E6B5196F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+5.3%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+7.7%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612403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96520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4190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5F0D73-93A0-4946-B4BA-3EEAA4935A8D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+15.2%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+4.9%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612403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77592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275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3D8027-4E7E-4FA6-8079-6AD17C2111C2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+6.6%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+12.1%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</TotalTime>
  <Words>3293</Words>
  <Application>Microsoft Office PowerPoint</Application>
  <PresentationFormat>와이드스크린</PresentationFormat>
  <Paragraphs>979</Paragraphs>
  <Slides>40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KoPubWorld돋움체 Medium</vt:lpstr>
      <vt:lpstr>KoPub돋움체 Bold</vt:lpstr>
      <vt:lpstr>KoPubWorld돋움체 Bold</vt:lpstr>
      <vt:lpstr>맑은 고딕</vt:lpstr>
      <vt:lpstr>Arial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Univariate Analysis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97</cp:revision>
  <dcterms:created xsi:type="dcterms:W3CDTF">2026-04-09T07:05:16Z</dcterms:created>
  <dcterms:modified xsi:type="dcterms:W3CDTF">2026-04-24T03:12:51Z</dcterms:modified>
</cp:coreProperties>
</file>