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346" r:id="rId5"/>
    <p:sldId id="350" r:id="rId6"/>
    <p:sldId id="351" r:id="rId7"/>
    <p:sldId id="352" r:id="rId8"/>
    <p:sldId id="354" r:id="rId9"/>
    <p:sldId id="383" r:id="rId10"/>
    <p:sldId id="403" r:id="rId11"/>
    <p:sldId id="404" r:id="rId12"/>
    <p:sldId id="424" r:id="rId13"/>
    <p:sldId id="425" r:id="rId14"/>
    <p:sldId id="426" r:id="rId15"/>
    <p:sldId id="369" r:id="rId16"/>
    <p:sldId id="355" r:id="rId17"/>
    <p:sldId id="417" r:id="rId18"/>
    <p:sldId id="427" r:id="rId19"/>
    <p:sldId id="429" r:id="rId20"/>
    <p:sldId id="397" r:id="rId21"/>
    <p:sldId id="398" r:id="rId22"/>
    <p:sldId id="390" r:id="rId23"/>
    <p:sldId id="391" r:id="rId24"/>
    <p:sldId id="419" r:id="rId25"/>
    <p:sldId id="430" r:id="rId26"/>
    <p:sldId id="431" r:id="rId27"/>
    <p:sldId id="420" r:id="rId28"/>
    <p:sldId id="421" r:id="rId29"/>
    <p:sldId id="384" r:id="rId30"/>
    <p:sldId id="422" r:id="rId31"/>
    <p:sldId id="432" r:id="rId32"/>
    <p:sldId id="433" r:id="rId33"/>
    <p:sldId id="423" r:id="rId34"/>
    <p:sldId id="405" r:id="rId35"/>
    <p:sldId id="434" r:id="rId36"/>
    <p:sldId id="435" r:id="rId37"/>
    <p:sldId id="436" r:id="rId38"/>
    <p:sldId id="437" r:id="rId39"/>
    <p:sldId id="399" r:id="rId40"/>
    <p:sldId id="345" r:id="rId41"/>
  </p:sldIdLst>
  <p:sldSz cx="12192000" cy="6858000"/>
  <p:notesSz cx="6858000" cy="9144000"/>
  <p:embeddedFontLst>
    <p:embeddedFont>
      <p:font typeface="KoPubWorld돋움체 Bold" panose="00000800000000000000" pitchFamily="2" charset="-127"/>
      <p:bold r:id="rId43"/>
    </p:embeddedFont>
    <p:embeddedFont>
      <p:font typeface="KoPubWorld돋움체 Medium" panose="00000600000000000000" pitchFamily="2" charset="-127"/>
      <p:regular r:id="rId44"/>
    </p:embeddedFont>
    <p:embeddedFont>
      <p:font typeface="KoPub돋움체 Bold" panose="00000800000000000000" pitchFamily="2" charset="-127"/>
      <p:bold r:id="rId45"/>
    </p:embeddedFont>
    <p:embeddedFont>
      <p:font typeface="KoPub돋움체 Medium" panose="00000600000000000000" pitchFamily="2" charset="-127"/>
      <p:regular r:id="rId46"/>
    </p:embeddedFont>
    <p:embeddedFont>
      <p:font typeface="맑은 고딕" panose="020B0503020000020004" pitchFamily="50" charset="-127"/>
      <p:regular r:id="rId47"/>
      <p:bold r:id="rId4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257"/>
            <p14:sldId id="258"/>
            <p14:sldId id="346"/>
            <p14:sldId id="350"/>
            <p14:sldId id="351"/>
            <p14:sldId id="352"/>
            <p14:sldId id="354"/>
            <p14:sldId id="383"/>
            <p14:sldId id="403"/>
            <p14:sldId id="404"/>
            <p14:sldId id="424"/>
            <p14:sldId id="425"/>
            <p14:sldId id="426"/>
            <p14:sldId id="369"/>
            <p14:sldId id="355"/>
            <p14:sldId id="417"/>
            <p14:sldId id="427"/>
            <p14:sldId id="429"/>
            <p14:sldId id="397"/>
            <p14:sldId id="398"/>
            <p14:sldId id="390"/>
            <p14:sldId id="391"/>
            <p14:sldId id="419"/>
            <p14:sldId id="430"/>
            <p14:sldId id="431"/>
            <p14:sldId id="420"/>
            <p14:sldId id="421"/>
            <p14:sldId id="384"/>
            <p14:sldId id="422"/>
            <p14:sldId id="432"/>
            <p14:sldId id="433"/>
            <p14:sldId id="423"/>
            <p14:sldId id="405"/>
            <p14:sldId id="434"/>
            <p14:sldId id="435"/>
            <p14:sldId id="436"/>
            <p14:sldId id="437"/>
            <p14:sldId id="399"/>
            <p14:sldId id="34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A5AA"/>
    <a:srgbClr val="1F346B"/>
    <a:srgbClr val="0236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17DE01-B194-4AA4-8F7A-8A78165FB08E}" v="123" dt="2026-04-23T06:03:44.52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2185" autoAdjust="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hun Kim" userId="2469e03939fca47a" providerId="LiveId" clId="{0EC0481E-6524-4E60-9AD2-E07F55D3906F}"/>
    <pc:docChg chg="undo custSel modSld modMainMaster">
      <pc:chgData name="Jihun Kim" userId="2469e03939fca47a" providerId="LiveId" clId="{0EC0481E-6524-4E60-9AD2-E07F55D3906F}" dt="2026-04-09T12:43:38.717" v="9" actId="113"/>
      <pc:docMkLst>
        <pc:docMk/>
      </pc:docMkLst>
      <pc:sldChg chg="modSp mod">
        <pc:chgData name="Jihun Kim" userId="2469e03939fca47a" providerId="LiveId" clId="{0EC0481E-6524-4E60-9AD2-E07F55D3906F}" dt="2026-04-09T12:43:04.015" v="5" actId="2711"/>
        <pc:sldMkLst>
          <pc:docMk/>
          <pc:sldMk cId="1998851532" sldId="256"/>
        </pc:sldMkLst>
        <pc:spChg chg="mod">
          <ac:chgData name="Jihun Kim" userId="2469e03939fca47a" providerId="LiveId" clId="{0EC0481E-6524-4E60-9AD2-E07F55D3906F}" dt="2026-04-09T12:41:51.143" v="2" actId="207"/>
          <ac:spMkLst>
            <pc:docMk/>
            <pc:sldMk cId="1998851532" sldId="256"/>
            <ac:spMk id="4" creationId="{4C14D9A0-1BB9-428F-B273-3CE24758593B}"/>
          </ac:spMkLst>
        </pc:spChg>
        <pc:spChg chg="mod">
          <ac:chgData name="Jihun Kim" userId="2469e03939fca47a" providerId="LiveId" clId="{0EC0481E-6524-4E60-9AD2-E07F55D3906F}" dt="2026-04-09T12:42:23.172" v="3" actId="2711"/>
          <ac:spMkLst>
            <pc:docMk/>
            <pc:sldMk cId="1998851532" sldId="256"/>
            <ac:spMk id="5" creationId="{94B21C1C-F3A0-440B-961E-968F2C77FB2A}"/>
          </ac:spMkLst>
        </pc:spChg>
        <pc:spChg chg="mod">
          <ac:chgData name="Jihun Kim" userId="2469e03939fca47a" providerId="LiveId" clId="{0EC0481E-6524-4E60-9AD2-E07F55D3906F}" dt="2026-04-09T12:42:57.903" v="4" actId="2711"/>
          <ac:spMkLst>
            <pc:docMk/>
            <pc:sldMk cId="1998851532" sldId="256"/>
            <ac:spMk id="6" creationId="{63F70F93-076B-4BBC-B933-AC7768BB0AE5}"/>
          </ac:spMkLst>
        </pc:spChg>
        <pc:spChg chg="mod">
          <ac:chgData name="Jihun Kim" userId="2469e03939fca47a" providerId="LiveId" clId="{0EC0481E-6524-4E60-9AD2-E07F55D3906F}" dt="2026-04-09T12:43:04.015" v="5" actId="2711"/>
          <ac:spMkLst>
            <pc:docMk/>
            <pc:sldMk cId="1998851532" sldId="256"/>
            <ac:spMk id="7" creationId="{CEB5E8A0-083F-4B6E-AA66-93BFFD6A8E1A}"/>
          </ac:spMkLst>
        </pc:spChg>
      </pc:sldChg>
      <pc:sldMasterChg chg="modSldLayout">
        <pc:chgData name="Jihun Kim" userId="2469e03939fca47a" providerId="LiveId" clId="{0EC0481E-6524-4E60-9AD2-E07F55D3906F}" dt="2026-04-09T12:43:38.717" v="9" actId="113"/>
        <pc:sldMasterMkLst>
          <pc:docMk/>
          <pc:sldMasterMk cId="2755485914" sldId="2147483648"/>
        </pc:sldMasterMkLst>
        <pc:sldLayoutChg chg="modSp mod">
          <pc:chgData name="Jihun Kim" userId="2469e03939fca47a" providerId="LiveId" clId="{0EC0481E-6524-4E60-9AD2-E07F55D3906F}" dt="2026-04-09T12:43:38.717" v="9" actId="113"/>
          <pc:sldLayoutMkLst>
            <pc:docMk/>
            <pc:sldMasterMk cId="2755485914" sldId="2147483648"/>
            <pc:sldLayoutMk cId="3176484067" sldId="2147483650"/>
          </pc:sldLayoutMkLst>
          <pc:spChg chg="mod">
            <ac:chgData name="Jihun Kim" userId="2469e03939fca47a" providerId="LiveId" clId="{0EC0481E-6524-4E60-9AD2-E07F55D3906F}" dt="2026-04-09T12:43:24.420" v="6" actId="2711"/>
            <ac:spMkLst>
              <pc:docMk/>
              <pc:sldMasterMk cId="2755485914" sldId="2147483648"/>
              <pc:sldLayoutMk cId="3176484067" sldId="2147483650"/>
              <ac:spMk id="2" creationId="{FE4F955D-C3E9-4033-8442-9095377B0662}"/>
            </ac:spMkLst>
          </pc:spChg>
          <pc:spChg chg="mod">
            <ac:chgData name="Jihun Kim" userId="2469e03939fca47a" providerId="LiveId" clId="{0EC0481E-6524-4E60-9AD2-E07F55D3906F}" dt="2026-04-09T12:43:38.717" v="9" actId="113"/>
            <ac:spMkLst>
              <pc:docMk/>
              <pc:sldMasterMk cId="2755485914" sldId="2147483648"/>
              <pc:sldLayoutMk cId="3176484067" sldId="2147483650"/>
              <ac:spMk id="3" creationId="{9CA482F1-FC12-443E-892A-B48F9C50AA53}"/>
            </ac:spMkLst>
          </pc:spChg>
        </pc:sldLayoutChg>
      </pc:sldMasterChg>
    </pc:docChg>
  </pc:docChgLst>
  <pc:docChgLst>
    <pc:chgData name="janghoon jun" userId="056a5883350c2f5e" providerId="LiveId" clId="{74AFAB52-6487-4651-9B79-2F181DBD8D0A}"/>
    <pc:docChg chg="addSld delSld modSld sldOrd">
      <pc:chgData name="janghoon jun" userId="056a5883350c2f5e" providerId="LiveId" clId="{74AFAB52-6487-4651-9B79-2F181DBD8D0A}" dt="2026-04-23T06:03:44.517" v="116"/>
      <pc:docMkLst>
        <pc:docMk/>
      </pc:docMkLst>
      <pc:sldChg chg="modSp">
        <pc:chgData name="janghoon jun" userId="056a5883350c2f5e" providerId="LiveId" clId="{74AFAB52-6487-4651-9B79-2F181DBD8D0A}" dt="2026-04-23T04:33:29.886" v="1"/>
        <pc:sldMkLst>
          <pc:docMk/>
          <pc:sldMk cId="3042847678" sldId="355"/>
        </pc:sldMkLst>
        <pc:graphicFrameChg chg="mod">
          <ac:chgData name="janghoon jun" userId="056a5883350c2f5e" providerId="LiveId" clId="{74AFAB52-6487-4651-9B79-2F181DBD8D0A}" dt="2026-04-23T04:33:29.886" v="1"/>
          <ac:graphicFrameMkLst>
            <pc:docMk/>
            <pc:sldMk cId="3042847678" sldId="355"/>
            <ac:graphicFrameMk id="8" creationId="{3649AB2B-068A-41A4-9569-D888FFBE35F3}"/>
          </ac:graphicFrameMkLst>
        </pc:graphicFrameChg>
      </pc:sldChg>
      <pc:sldChg chg="addSp modSp">
        <pc:chgData name="janghoon jun" userId="056a5883350c2f5e" providerId="LiveId" clId="{74AFAB52-6487-4651-9B79-2F181DBD8D0A}" dt="2026-04-23T05:26:23.108" v="73"/>
        <pc:sldMkLst>
          <pc:docMk/>
          <pc:sldMk cId="1785302506" sldId="384"/>
        </pc:sldMkLst>
        <pc:spChg chg="mod">
          <ac:chgData name="janghoon jun" userId="056a5883350c2f5e" providerId="LiveId" clId="{74AFAB52-6487-4651-9B79-2F181DBD8D0A}" dt="2026-04-23T05:26:23.108" v="73"/>
          <ac:spMkLst>
            <pc:docMk/>
            <pc:sldMk cId="1785302506" sldId="384"/>
            <ac:spMk id="3" creationId="{A84C152F-6AC6-4EBB-8679-327588602FD5}"/>
          </ac:spMkLst>
        </pc:spChg>
        <pc:spChg chg="add mod">
          <ac:chgData name="janghoon jun" userId="056a5883350c2f5e" providerId="LiveId" clId="{74AFAB52-6487-4651-9B79-2F181DBD8D0A}" dt="2026-04-23T04:50:55.939" v="17"/>
          <ac:spMkLst>
            <pc:docMk/>
            <pc:sldMk cId="1785302506" sldId="384"/>
            <ac:spMk id="9" creationId="{A8A31DB4-74F8-99BD-8C54-8965D199945F}"/>
          </ac:spMkLst>
        </pc:spChg>
        <pc:graphicFrameChg chg="add mod">
          <ac:chgData name="janghoon jun" userId="056a5883350c2f5e" providerId="LiveId" clId="{74AFAB52-6487-4651-9B79-2F181DBD8D0A}" dt="2026-04-23T04:50:55.939" v="17"/>
          <ac:graphicFrameMkLst>
            <pc:docMk/>
            <pc:sldMk cId="1785302506" sldId="384"/>
            <ac:graphicFrameMk id="6" creationId="{449A8616-0BBF-393C-F264-102EB2DE8C23}"/>
          </ac:graphicFrameMkLst>
        </pc:graphicFrameChg>
        <pc:picChg chg="add mod">
          <ac:chgData name="janghoon jun" userId="056a5883350c2f5e" providerId="LiveId" clId="{74AFAB52-6487-4651-9B79-2F181DBD8D0A}" dt="2026-04-23T04:50:55.939" v="17"/>
          <ac:picMkLst>
            <pc:docMk/>
            <pc:sldMk cId="1785302506" sldId="384"/>
            <ac:picMk id="10" creationId="{9A3A7DB9-15F7-C36E-628D-542BE20C2D2D}"/>
          </ac:picMkLst>
        </pc:picChg>
      </pc:sldChg>
      <pc:sldChg chg="addSp modSp">
        <pc:chgData name="janghoon jun" userId="056a5883350c2f5e" providerId="LiveId" clId="{74AFAB52-6487-4651-9B79-2F181DBD8D0A}" dt="2026-04-23T04:46:19.098" v="15"/>
        <pc:sldMkLst>
          <pc:docMk/>
          <pc:sldMk cId="1047168083" sldId="391"/>
        </pc:sldMkLst>
        <pc:spChg chg="add mod">
          <ac:chgData name="janghoon jun" userId="056a5883350c2f5e" providerId="LiveId" clId="{74AFAB52-6487-4651-9B79-2F181DBD8D0A}" dt="2026-04-23T04:39:40.977" v="9"/>
          <ac:spMkLst>
            <pc:docMk/>
            <pc:sldMk cId="1047168083" sldId="391"/>
            <ac:spMk id="8" creationId="{84A053AA-276C-91F0-E133-71F75BB9D47E}"/>
          </ac:spMkLst>
        </pc:spChg>
        <pc:spChg chg="add mod">
          <ac:chgData name="janghoon jun" userId="056a5883350c2f5e" providerId="LiveId" clId="{74AFAB52-6487-4651-9B79-2F181DBD8D0A}" dt="2026-04-23T04:39:40.977" v="9"/>
          <ac:spMkLst>
            <pc:docMk/>
            <pc:sldMk cId="1047168083" sldId="391"/>
            <ac:spMk id="9" creationId="{5B080763-E8BB-D47F-E216-DF12B79C3471}"/>
          </ac:spMkLst>
        </pc:spChg>
        <pc:spChg chg="add mod">
          <ac:chgData name="janghoon jun" userId="056a5883350c2f5e" providerId="LiveId" clId="{74AFAB52-6487-4651-9B79-2F181DBD8D0A}" dt="2026-04-23T04:39:40.977" v="9"/>
          <ac:spMkLst>
            <pc:docMk/>
            <pc:sldMk cId="1047168083" sldId="391"/>
            <ac:spMk id="11" creationId="{1D5D467F-AB97-7EFF-12FF-5CAA69C8114E}"/>
          </ac:spMkLst>
        </pc:spChg>
        <pc:spChg chg="add mod">
          <ac:chgData name="janghoon jun" userId="056a5883350c2f5e" providerId="LiveId" clId="{74AFAB52-6487-4651-9B79-2F181DBD8D0A}" dt="2026-04-23T04:43:19.617" v="13"/>
          <ac:spMkLst>
            <pc:docMk/>
            <pc:sldMk cId="1047168083" sldId="391"/>
            <ac:spMk id="13" creationId="{F1991196-0B56-3DBE-CD44-995DAEF96C3D}"/>
          </ac:spMkLst>
        </pc:spChg>
        <pc:graphicFrameChg chg="add mod">
          <ac:chgData name="janghoon jun" userId="056a5883350c2f5e" providerId="LiveId" clId="{74AFAB52-6487-4651-9B79-2F181DBD8D0A}" dt="2026-04-23T04:39:40.977" v="9"/>
          <ac:graphicFrameMkLst>
            <pc:docMk/>
            <pc:sldMk cId="1047168083" sldId="391"/>
            <ac:graphicFrameMk id="7" creationId="{94F41B0A-B26A-E9F0-D594-853D044B5409}"/>
          </ac:graphicFrameMkLst>
        </pc:graphicFrameChg>
        <pc:graphicFrameChg chg="add mod">
          <ac:chgData name="janghoon jun" userId="056a5883350c2f5e" providerId="LiveId" clId="{74AFAB52-6487-4651-9B79-2F181DBD8D0A}" dt="2026-04-23T04:46:19.098" v="15"/>
          <ac:graphicFrameMkLst>
            <pc:docMk/>
            <pc:sldMk cId="1047168083" sldId="391"/>
            <ac:graphicFrameMk id="14" creationId="{67ED52CC-D33E-5A69-7988-C4AFDD527EC3}"/>
          </ac:graphicFrameMkLst>
        </pc:graphicFrameChg>
        <pc:picChg chg="add mod">
          <ac:chgData name="janghoon jun" userId="056a5883350c2f5e" providerId="LiveId" clId="{74AFAB52-6487-4651-9B79-2F181DBD8D0A}" dt="2026-04-23T04:39:40.977" v="9"/>
          <ac:picMkLst>
            <pc:docMk/>
            <pc:sldMk cId="1047168083" sldId="391"/>
            <ac:picMk id="10" creationId="{732D5664-492E-BFBB-E390-1378B0AE8742}"/>
          </ac:picMkLst>
        </pc:picChg>
        <pc:picChg chg="add mod">
          <ac:chgData name="janghoon jun" userId="056a5883350c2f5e" providerId="LiveId" clId="{74AFAB52-6487-4651-9B79-2F181DBD8D0A}" dt="2026-04-23T04:39:40.977" v="9"/>
          <ac:picMkLst>
            <pc:docMk/>
            <pc:sldMk cId="1047168083" sldId="391"/>
            <ac:picMk id="12" creationId="{D9EF556A-F928-C17A-585F-2FA9CA53D843}"/>
          </ac:picMkLst>
        </pc:picChg>
      </pc:sldChg>
      <pc:sldChg chg="addSp modSp ord">
        <pc:chgData name="janghoon jun" userId="056a5883350c2f5e" providerId="LiveId" clId="{74AFAB52-6487-4651-9B79-2F181DBD8D0A}" dt="2026-04-23T05:33:25.772" v="86"/>
        <pc:sldMkLst>
          <pc:docMk/>
          <pc:sldMk cId="433290991" sldId="397"/>
        </pc:sldMkLst>
        <pc:spChg chg="add mod">
          <ac:chgData name="janghoon jun" userId="056a5883350c2f5e" providerId="LiveId" clId="{74AFAB52-6487-4651-9B79-2F181DBD8D0A}" dt="2026-04-23T05:32:00.228" v="85"/>
          <ac:spMkLst>
            <pc:docMk/>
            <pc:sldMk cId="433290991" sldId="397"/>
            <ac:spMk id="7" creationId="{E7E0ACB4-8F9E-E8EE-4C62-427B6EC3AE55}"/>
          </ac:spMkLst>
        </pc:spChg>
        <pc:spChg chg="mod">
          <ac:chgData name="janghoon jun" userId="056a5883350c2f5e" providerId="LiveId" clId="{74AFAB52-6487-4651-9B79-2F181DBD8D0A}" dt="2026-04-23T04:34:09.074" v="3"/>
          <ac:spMkLst>
            <pc:docMk/>
            <pc:sldMk cId="433290991" sldId="397"/>
            <ac:spMk id="10" creationId="{8588C9C7-B387-4087-9EAB-6D811EB80CBC}"/>
          </ac:spMkLst>
        </pc:spChg>
        <pc:spChg chg="mod">
          <ac:chgData name="janghoon jun" userId="056a5883350c2f5e" providerId="LiveId" clId="{74AFAB52-6487-4651-9B79-2F181DBD8D0A}" dt="2026-04-23T05:33:25.772" v="86"/>
          <ac:spMkLst>
            <pc:docMk/>
            <pc:sldMk cId="433290991" sldId="397"/>
            <ac:spMk id="11" creationId="{2F49DB3D-7569-41CE-98E6-0D040C938EC9}"/>
          </ac:spMkLst>
        </pc:spChg>
        <pc:graphicFrameChg chg="add mod">
          <ac:chgData name="janghoon jun" userId="056a5883350c2f5e" providerId="LiveId" clId="{74AFAB52-6487-4651-9B79-2F181DBD8D0A}" dt="2026-04-23T05:32:00.228" v="85"/>
          <ac:graphicFrameMkLst>
            <pc:docMk/>
            <pc:sldMk cId="433290991" sldId="397"/>
            <ac:graphicFrameMk id="8" creationId="{28DA11E0-4E3C-811C-B8A9-9CD0FDFDB9D9}"/>
          </ac:graphicFrameMkLst>
        </pc:graphicFrameChg>
        <pc:graphicFrameChg chg="mod">
          <ac:chgData name="janghoon jun" userId="056a5883350c2f5e" providerId="LiveId" clId="{74AFAB52-6487-4651-9B79-2F181DBD8D0A}" dt="2026-04-23T04:34:00.740" v="2"/>
          <ac:graphicFrameMkLst>
            <pc:docMk/>
            <pc:sldMk cId="433290991" sldId="397"/>
            <ac:graphicFrameMk id="9" creationId="{C580C458-2EE5-4689-8617-EE9C75945DE5}"/>
          </ac:graphicFrameMkLst>
        </pc:graphicFrameChg>
      </pc:sldChg>
      <pc:sldChg chg="modSp ord">
        <pc:chgData name="janghoon jun" userId="056a5883350c2f5e" providerId="LiveId" clId="{74AFAB52-6487-4651-9B79-2F181DBD8D0A}" dt="2026-04-23T05:19:05.503" v="51"/>
        <pc:sldMkLst>
          <pc:docMk/>
          <pc:sldMk cId="1327445754" sldId="403"/>
        </pc:sldMkLst>
        <pc:spChg chg="mod">
          <ac:chgData name="janghoon jun" userId="056a5883350c2f5e" providerId="LiveId" clId="{74AFAB52-6487-4651-9B79-2F181DBD8D0A}" dt="2026-04-23T05:19:05.503" v="51"/>
          <ac:spMkLst>
            <pc:docMk/>
            <pc:sldMk cId="1327445754" sldId="403"/>
            <ac:spMk id="11" creationId="{2F49DB3D-7569-41CE-98E6-0D040C938EC9}"/>
          </ac:spMkLst>
        </pc:spChg>
      </pc:sldChg>
      <pc:sldChg chg="addSp ord">
        <pc:chgData name="janghoon jun" userId="056a5883350c2f5e" providerId="LiveId" clId="{74AFAB52-6487-4651-9B79-2F181DBD8D0A}" dt="2026-04-23T05:18:42.085" v="49"/>
        <pc:sldMkLst>
          <pc:docMk/>
          <pc:sldMk cId="79559792" sldId="404"/>
        </pc:sldMkLst>
        <pc:picChg chg="add">
          <ac:chgData name="janghoon jun" userId="056a5883350c2f5e" providerId="LiveId" clId="{74AFAB52-6487-4651-9B79-2F181DBD8D0A}" dt="2026-04-23T05:16:07.774" v="43"/>
          <ac:picMkLst>
            <pc:docMk/>
            <pc:sldMk cId="79559792" sldId="404"/>
            <ac:picMk id="6" creationId="{E0F76B1F-ACFD-F8B9-7EB7-7F91F47F3EB9}"/>
          </ac:picMkLst>
        </pc:picChg>
        <pc:picChg chg="add">
          <ac:chgData name="janghoon jun" userId="056a5883350c2f5e" providerId="LiveId" clId="{74AFAB52-6487-4651-9B79-2F181DBD8D0A}" dt="2026-04-23T05:16:30.404" v="44"/>
          <ac:picMkLst>
            <pc:docMk/>
            <pc:sldMk cId="79559792" sldId="404"/>
            <ac:picMk id="9" creationId="{CAE381DF-A574-C7F8-5F6A-74C38A6A3A5D}"/>
          </ac:picMkLst>
        </pc:picChg>
      </pc:sldChg>
      <pc:sldChg chg="addSp modSp">
        <pc:chgData name="janghoon jun" userId="056a5883350c2f5e" providerId="LiveId" clId="{74AFAB52-6487-4651-9B79-2F181DBD8D0A}" dt="2026-04-23T05:56:02.974" v="110"/>
        <pc:sldMkLst>
          <pc:docMk/>
          <pc:sldMk cId="466496045" sldId="405"/>
        </pc:sldMkLst>
        <pc:spChg chg="mod">
          <ac:chgData name="janghoon jun" userId="056a5883350c2f5e" providerId="LiveId" clId="{74AFAB52-6487-4651-9B79-2F181DBD8D0A}" dt="2026-04-23T05:26:32.903" v="76"/>
          <ac:spMkLst>
            <pc:docMk/>
            <pc:sldMk cId="466496045" sldId="405"/>
            <ac:spMk id="3" creationId="{A84C152F-6AC6-4EBB-8679-327588602FD5}"/>
          </ac:spMkLst>
        </pc:spChg>
        <pc:spChg chg="mod">
          <ac:chgData name="janghoon jun" userId="056a5883350c2f5e" providerId="LiveId" clId="{74AFAB52-6487-4651-9B79-2F181DBD8D0A}" dt="2026-04-23T05:56:02.974" v="110"/>
          <ac:spMkLst>
            <pc:docMk/>
            <pc:sldMk cId="466496045" sldId="405"/>
            <ac:spMk id="16" creationId="{7D00044F-843B-6D39-3A82-A4756E293870}"/>
          </ac:spMkLst>
        </pc:spChg>
        <pc:grpChg chg="add mod">
          <ac:chgData name="janghoon jun" userId="056a5883350c2f5e" providerId="LiveId" clId="{74AFAB52-6487-4651-9B79-2F181DBD8D0A}" dt="2026-04-23T05:02:01.002" v="27" actId="164"/>
          <ac:grpSpMkLst>
            <pc:docMk/>
            <pc:sldMk cId="466496045" sldId="405"/>
            <ac:grpSpMk id="6" creationId="{9F04BB4D-F6C7-D831-D0C7-9A6786F1CF8D}"/>
          </ac:grpSpMkLst>
        </pc:grpChg>
        <pc:picChg chg="add mod">
          <ac:chgData name="janghoon jun" userId="056a5883350c2f5e" providerId="LiveId" clId="{74AFAB52-6487-4651-9B79-2F181DBD8D0A}" dt="2026-04-23T05:02:01.002" v="27" actId="164"/>
          <ac:picMkLst>
            <pc:docMk/>
            <pc:sldMk cId="466496045" sldId="405"/>
            <ac:picMk id="5" creationId="{8A7B116B-DAE8-8C34-F0F4-5393CDCFBF08}"/>
          </ac:picMkLst>
        </pc:picChg>
        <pc:picChg chg="mod">
          <ac:chgData name="janghoon jun" userId="056a5883350c2f5e" providerId="LiveId" clId="{74AFAB52-6487-4651-9B79-2F181DBD8D0A}" dt="2026-04-23T05:02:01.002" v="27" actId="164"/>
          <ac:picMkLst>
            <pc:docMk/>
            <pc:sldMk cId="466496045" sldId="405"/>
            <ac:picMk id="13" creationId="{ED564373-302F-9766-6390-B6AE6CDAC74B}"/>
          </ac:picMkLst>
        </pc:picChg>
      </pc:sldChg>
      <pc:sldChg chg="addSp modSp add">
        <pc:chgData name="janghoon jun" userId="056a5883350c2f5e" providerId="LiveId" clId="{74AFAB52-6487-4651-9B79-2F181DBD8D0A}" dt="2026-04-23T04:35:26.921" v="6"/>
        <pc:sldMkLst>
          <pc:docMk/>
          <pc:sldMk cId="3676489374" sldId="417"/>
        </pc:sldMkLst>
        <pc:spChg chg="add mod">
          <ac:chgData name="janghoon jun" userId="056a5883350c2f5e" providerId="LiveId" clId="{74AFAB52-6487-4651-9B79-2F181DBD8D0A}" dt="2026-04-23T04:35:26.921" v="6"/>
          <ac:spMkLst>
            <pc:docMk/>
            <pc:sldMk cId="3676489374" sldId="417"/>
            <ac:spMk id="5" creationId="{4C9684D0-6B99-1180-BF76-12BB17EF2C68}"/>
          </ac:spMkLst>
        </pc:spChg>
        <pc:spChg chg="add mod">
          <ac:chgData name="janghoon jun" userId="056a5883350c2f5e" providerId="LiveId" clId="{74AFAB52-6487-4651-9B79-2F181DBD8D0A}" dt="2026-04-23T04:35:26.921" v="6"/>
          <ac:spMkLst>
            <pc:docMk/>
            <pc:sldMk cId="3676489374" sldId="417"/>
            <ac:spMk id="6" creationId="{34822450-56D6-3C68-EC35-67694DCE4E74}"/>
          </ac:spMkLst>
        </pc:spChg>
        <pc:spChg chg="add mod">
          <ac:chgData name="janghoon jun" userId="056a5883350c2f5e" providerId="LiveId" clId="{74AFAB52-6487-4651-9B79-2F181DBD8D0A}" dt="2026-04-23T04:35:26.921" v="6"/>
          <ac:spMkLst>
            <pc:docMk/>
            <pc:sldMk cId="3676489374" sldId="417"/>
            <ac:spMk id="7" creationId="{AC04B9AC-8772-8B96-7F03-E1EF4382D9AE}"/>
          </ac:spMkLst>
        </pc:spChg>
        <pc:spChg chg="add mod">
          <ac:chgData name="janghoon jun" userId="056a5883350c2f5e" providerId="LiveId" clId="{74AFAB52-6487-4651-9B79-2F181DBD8D0A}" dt="2026-04-23T04:35:26.921" v="6"/>
          <ac:spMkLst>
            <pc:docMk/>
            <pc:sldMk cId="3676489374" sldId="417"/>
            <ac:spMk id="8" creationId="{83C401FB-FA8A-2F8D-50D3-DDBA228454E0}"/>
          </ac:spMkLst>
        </pc:spChg>
        <pc:spChg chg="add mod">
          <ac:chgData name="janghoon jun" userId="056a5883350c2f5e" providerId="LiveId" clId="{74AFAB52-6487-4651-9B79-2F181DBD8D0A}" dt="2026-04-23T04:35:26.921" v="6"/>
          <ac:spMkLst>
            <pc:docMk/>
            <pc:sldMk cId="3676489374" sldId="417"/>
            <ac:spMk id="12" creationId="{FE07F3C3-F812-DBB2-745F-F80D6E7A19B1}"/>
          </ac:spMkLst>
        </pc:spChg>
        <pc:spChg chg="add mod">
          <ac:chgData name="janghoon jun" userId="056a5883350c2f5e" providerId="LiveId" clId="{74AFAB52-6487-4651-9B79-2F181DBD8D0A}" dt="2026-04-23T04:35:26.921" v="6"/>
          <ac:spMkLst>
            <pc:docMk/>
            <pc:sldMk cId="3676489374" sldId="417"/>
            <ac:spMk id="13" creationId="{A1D05AAE-DD22-4C4B-0372-40E57D60574B}"/>
          </ac:spMkLst>
        </pc:spChg>
        <pc:picChg chg="add mod">
          <ac:chgData name="janghoon jun" userId="056a5883350c2f5e" providerId="LiveId" clId="{74AFAB52-6487-4651-9B79-2F181DBD8D0A}" dt="2026-04-23T04:34:50.464" v="5"/>
          <ac:picMkLst>
            <pc:docMk/>
            <pc:sldMk cId="3676489374" sldId="417"/>
            <ac:picMk id="3" creationId="{81973C61-AA1B-00DF-5FC3-AEE5ECE2C1D5}"/>
          </ac:picMkLst>
        </pc:picChg>
      </pc:sldChg>
      <pc:sldChg chg="add">
        <pc:chgData name="janghoon jun" userId="056a5883350c2f5e" providerId="LiveId" clId="{74AFAB52-6487-4651-9B79-2F181DBD8D0A}" dt="2026-04-23T04:39:02.624" v="7"/>
        <pc:sldMkLst>
          <pc:docMk/>
          <pc:sldMk cId="1823892249" sldId="418"/>
        </pc:sldMkLst>
      </pc:sldChg>
      <pc:sldChg chg="addSp modSp add">
        <pc:chgData name="janghoon jun" userId="056a5883350c2f5e" providerId="LiveId" clId="{74AFAB52-6487-4651-9B79-2F181DBD8D0A}" dt="2026-04-23T05:26:15.564" v="72"/>
        <pc:sldMkLst>
          <pc:docMk/>
          <pc:sldMk cId="547293721" sldId="419"/>
        </pc:sldMkLst>
        <pc:spChg chg="mod">
          <ac:chgData name="janghoon jun" userId="056a5883350c2f5e" providerId="LiveId" clId="{74AFAB52-6487-4651-9B79-2F181DBD8D0A}" dt="2026-04-23T05:26:15.564" v="72"/>
          <ac:spMkLst>
            <pc:docMk/>
            <pc:sldMk cId="547293721" sldId="419"/>
            <ac:spMk id="3" creationId="{367681B0-02D1-D323-2098-6BC583C0F342}"/>
          </ac:spMkLst>
        </pc:spChg>
        <pc:spChg chg="add mod">
          <ac:chgData name="janghoon jun" userId="056a5883350c2f5e" providerId="LiveId" clId="{74AFAB52-6487-4651-9B79-2F181DBD8D0A}" dt="2026-04-23T04:45:37.540" v="14"/>
          <ac:spMkLst>
            <pc:docMk/>
            <pc:sldMk cId="547293721" sldId="419"/>
            <ac:spMk id="6" creationId="{AE86DF03-11BB-9F3C-7425-DF380FE33C5C}"/>
          </ac:spMkLst>
        </pc:spChg>
        <pc:spChg chg="add mod">
          <ac:chgData name="janghoon jun" userId="056a5883350c2f5e" providerId="LiveId" clId="{74AFAB52-6487-4651-9B79-2F181DBD8D0A}" dt="2026-04-23T04:45:37.540" v="14"/>
          <ac:spMkLst>
            <pc:docMk/>
            <pc:sldMk cId="547293721" sldId="419"/>
            <ac:spMk id="7" creationId="{D4AF2F7B-59C8-1184-6822-0CA1C623C8E0}"/>
          </ac:spMkLst>
        </pc:spChg>
        <pc:spChg chg="add mod">
          <ac:chgData name="janghoon jun" userId="056a5883350c2f5e" providerId="LiveId" clId="{74AFAB52-6487-4651-9B79-2F181DBD8D0A}" dt="2026-04-23T04:45:37.540" v="14"/>
          <ac:spMkLst>
            <pc:docMk/>
            <pc:sldMk cId="547293721" sldId="419"/>
            <ac:spMk id="9" creationId="{355EC701-DBFB-3551-246A-840EB45B3DA4}"/>
          </ac:spMkLst>
        </pc:spChg>
        <pc:graphicFrameChg chg="add mod">
          <ac:chgData name="janghoon jun" userId="056a5883350c2f5e" providerId="LiveId" clId="{74AFAB52-6487-4651-9B79-2F181DBD8D0A}" dt="2026-04-23T04:45:37.540" v="14"/>
          <ac:graphicFrameMkLst>
            <pc:docMk/>
            <pc:sldMk cId="547293721" sldId="419"/>
            <ac:graphicFrameMk id="5" creationId="{50E6AAC0-F358-4B19-9CE3-93F4BA13BB1D}"/>
          </ac:graphicFrameMkLst>
        </pc:graphicFrameChg>
        <pc:picChg chg="add mod">
          <ac:chgData name="janghoon jun" userId="056a5883350c2f5e" providerId="LiveId" clId="{74AFAB52-6487-4651-9B79-2F181DBD8D0A}" dt="2026-04-23T04:45:37.540" v="14"/>
          <ac:picMkLst>
            <pc:docMk/>
            <pc:sldMk cId="547293721" sldId="419"/>
            <ac:picMk id="8" creationId="{01922D40-4E57-A870-E95F-274DC9593DE0}"/>
          </ac:picMkLst>
        </pc:picChg>
        <pc:picChg chg="add mod">
          <ac:chgData name="janghoon jun" userId="056a5883350c2f5e" providerId="LiveId" clId="{74AFAB52-6487-4651-9B79-2F181DBD8D0A}" dt="2026-04-23T04:45:37.540" v="14"/>
          <ac:picMkLst>
            <pc:docMk/>
            <pc:sldMk cId="547293721" sldId="419"/>
            <ac:picMk id="10" creationId="{464C5FE0-AC1F-370E-AAF5-589C125B390A}"/>
          </ac:picMkLst>
        </pc:picChg>
      </pc:sldChg>
      <pc:sldChg chg="add">
        <pc:chgData name="janghoon jun" userId="056a5883350c2f5e" providerId="LiveId" clId="{74AFAB52-6487-4651-9B79-2F181DBD8D0A}" dt="2026-04-23T04:39:03.863" v="8"/>
        <pc:sldMkLst>
          <pc:docMk/>
          <pc:sldMk cId="3365920944" sldId="420"/>
        </pc:sldMkLst>
      </pc:sldChg>
      <pc:sldChg chg="add">
        <pc:chgData name="janghoon jun" userId="056a5883350c2f5e" providerId="LiveId" clId="{74AFAB52-6487-4651-9B79-2F181DBD8D0A}" dt="2026-04-23T04:39:03.863" v="8"/>
        <pc:sldMkLst>
          <pc:docMk/>
          <pc:sldMk cId="7921919" sldId="421"/>
        </pc:sldMkLst>
      </pc:sldChg>
      <pc:sldChg chg="add">
        <pc:chgData name="janghoon jun" userId="056a5883350c2f5e" providerId="LiveId" clId="{74AFAB52-6487-4651-9B79-2F181DBD8D0A}" dt="2026-04-23T04:42:35.265" v="12"/>
        <pc:sldMkLst>
          <pc:docMk/>
          <pc:sldMk cId="1775685705" sldId="422"/>
        </pc:sldMkLst>
      </pc:sldChg>
      <pc:sldChg chg="addSp modSp add">
        <pc:chgData name="janghoon jun" userId="056a5883350c2f5e" providerId="LiveId" clId="{74AFAB52-6487-4651-9B79-2F181DBD8D0A}" dt="2026-04-23T05:57:19.986" v="113"/>
        <pc:sldMkLst>
          <pc:docMk/>
          <pc:sldMk cId="3547569925" sldId="422"/>
        </pc:sldMkLst>
        <pc:spChg chg="mod">
          <ac:chgData name="janghoon jun" userId="056a5883350c2f5e" providerId="LiveId" clId="{74AFAB52-6487-4651-9B79-2F181DBD8D0A}" dt="2026-04-23T05:26:26.545" v="74"/>
          <ac:spMkLst>
            <pc:docMk/>
            <pc:sldMk cId="3547569925" sldId="422"/>
            <ac:spMk id="3" creationId="{30721414-7466-5650-BAC8-D758D5070DDF}"/>
          </ac:spMkLst>
        </pc:spChg>
        <pc:spChg chg="mod">
          <ac:chgData name="janghoon jun" userId="056a5883350c2f5e" providerId="LiveId" clId="{74AFAB52-6487-4651-9B79-2F181DBD8D0A}" dt="2026-04-23T05:56:59.257" v="111"/>
          <ac:spMkLst>
            <pc:docMk/>
            <pc:sldMk cId="3547569925" sldId="422"/>
            <ac:spMk id="8" creationId="{20E727FA-D453-E414-0E3B-9C7F9F7A782E}"/>
          </ac:spMkLst>
        </pc:spChg>
        <pc:graphicFrameChg chg="mod">
          <ac:chgData name="janghoon jun" userId="056a5883350c2f5e" providerId="LiveId" clId="{74AFAB52-6487-4651-9B79-2F181DBD8D0A}" dt="2026-04-23T05:57:19.986" v="113"/>
          <ac:graphicFrameMkLst>
            <pc:docMk/>
            <pc:sldMk cId="3547569925" sldId="422"/>
            <ac:graphicFrameMk id="5" creationId="{4699A663-B3CC-B714-E6F9-499E8573ACF4}"/>
          </ac:graphicFrameMkLst>
        </pc:graphicFrameChg>
        <pc:picChg chg="add mod">
          <ac:chgData name="janghoon jun" userId="056a5883350c2f5e" providerId="LiveId" clId="{74AFAB52-6487-4651-9B79-2F181DBD8D0A}" dt="2026-04-23T05:00:44.942" v="25"/>
          <ac:picMkLst>
            <pc:docMk/>
            <pc:sldMk cId="3547569925" sldId="422"/>
            <ac:picMk id="6" creationId="{DB82974C-9A86-A4D4-2D2E-1A2D5D2801D9}"/>
          </ac:picMkLst>
        </pc:picChg>
      </pc:sldChg>
      <pc:sldChg chg="add del">
        <pc:chgData name="janghoon jun" userId="056a5883350c2f5e" providerId="LiveId" clId="{74AFAB52-6487-4651-9B79-2F181DBD8D0A}" dt="2026-04-23T04:41:07.439" v="11"/>
        <pc:sldMkLst>
          <pc:docMk/>
          <pc:sldMk cId="4223714319" sldId="422"/>
        </pc:sldMkLst>
      </pc:sldChg>
      <pc:sldChg chg="addSp modSp add ord">
        <pc:chgData name="janghoon jun" userId="056a5883350c2f5e" providerId="LiveId" clId="{74AFAB52-6487-4651-9B79-2F181DBD8D0A}" dt="2026-04-23T05:26:29.992" v="75"/>
        <pc:sldMkLst>
          <pc:docMk/>
          <pc:sldMk cId="3308675570" sldId="423"/>
        </pc:sldMkLst>
        <pc:spChg chg="mod">
          <ac:chgData name="janghoon jun" userId="056a5883350c2f5e" providerId="LiveId" clId="{74AFAB52-6487-4651-9B79-2F181DBD8D0A}" dt="2026-04-23T05:26:29.992" v="75"/>
          <ac:spMkLst>
            <pc:docMk/>
            <pc:sldMk cId="3308675570" sldId="423"/>
            <ac:spMk id="3" creationId="{A44B45EA-279F-152C-D434-8555DC90FDC3}"/>
          </ac:spMkLst>
        </pc:spChg>
        <pc:spChg chg="add mod">
          <ac:chgData name="janghoon jun" userId="056a5883350c2f5e" providerId="LiveId" clId="{74AFAB52-6487-4651-9B79-2F181DBD8D0A}" dt="2026-04-23T04:56:06.740" v="22" actId="164"/>
          <ac:spMkLst>
            <pc:docMk/>
            <pc:sldMk cId="3308675570" sldId="423"/>
            <ac:spMk id="8" creationId="{5FD278BE-2939-A140-95D1-C7B1675A82D8}"/>
          </ac:spMkLst>
        </pc:spChg>
        <pc:spChg chg="add mod">
          <ac:chgData name="janghoon jun" userId="056a5883350c2f5e" providerId="LiveId" clId="{74AFAB52-6487-4651-9B79-2F181DBD8D0A}" dt="2026-04-23T04:56:06.740" v="22" actId="164"/>
          <ac:spMkLst>
            <pc:docMk/>
            <pc:sldMk cId="3308675570" sldId="423"/>
            <ac:spMk id="10" creationId="{87DABCD7-4336-E07B-7F55-27928E031AAF}"/>
          </ac:spMkLst>
        </pc:spChg>
        <pc:spChg chg="mod">
          <ac:chgData name="janghoon jun" userId="056a5883350c2f5e" providerId="LiveId" clId="{74AFAB52-6487-4651-9B79-2F181DBD8D0A}" dt="2026-04-23T04:56:06.740" v="22" actId="164"/>
          <ac:spMkLst>
            <pc:docMk/>
            <pc:sldMk cId="3308675570" sldId="423"/>
            <ac:spMk id="11" creationId="{0887E2A8-F60D-2C0A-3D81-B79D5BDA9995}"/>
          </ac:spMkLst>
        </pc:spChg>
        <pc:spChg chg="mod">
          <ac:chgData name="janghoon jun" userId="056a5883350c2f5e" providerId="LiveId" clId="{74AFAB52-6487-4651-9B79-2F181DBD8D0A}" dt="2026-04-23T04:56:06.740" v="22" actId="164"/>
          <ac:spMkLst>
            <pc:docMk/>
            <pc:sldMk cId="3308675570" sldId="423"/>
            <ac:spMk id="14" creationId="{B0C3C66E-CEF0-6110-680E-9998A5F03F3B}"/>
          </ac:spMkLst>
        </pc:spChg>
        <pc:spChg chg="add mod">
          <ac:chgData name="janghoon jun" userId="056a5883350c2f5e" providerId="LiveId" clId="{74AFAB52-6487-4651-9B79-2F181DBD8D0A}" dt="2026-04-23T04:56:06.740" v="22" actId="164"/>
          <ac:spMkLst>
            <pc:docMk/>
            <pc:sldMk cId="3308675570" sldId="423"/>
            <ac:spMk id="15" creationId="{83F9244F-FBB3-25C7-6EA3-541E8BD7119E}"/>
          </ac:spMkLst>
        </pc:spChg>
        <pc:spChg chg="add mod">
          <ac:chgData name="janghoon jun" userId="056a5883350c2f5e" providerId="LiveId" clId="{74AFAB52-6487-4651-9B79-2F181DBD8D0A}" dt="2026-04-23T04:56:06.740" v="22" actId="164"/>
          <ac:spMkLst>
            <pc:docMk/>
            <pc:sldMk cId="3308675570" sldId="423"/>
            <ac:spMk id="16" creationId="{05CEC35F-70AA-7B03-9F4B-3FC1821FAD56}"/>
          </ac:spMkLst>
        </pc:spChg>
        <pc:spChg chg="add mod">
          <ac:chgData name="janghoon jun" userId="056a5883350c2f5e" providerId="LiveId" clId="{74AFAB52-6487-4651-9B79-2F181DBD8D0A}" dt="2026-04-23T04:56:06.740" v="22" actId="164"/>
          <ac:spMkLst>
            <pc:docMk/>
            <pc:sldMk cId="3308675570" sldId="423"/>
            <ac:spMk id="17" creationId="{69A261BF-B7FA-C0AB-B04E-83E43FA4E0F4}"/>
          </ac:spMkLst>
        </pc:spChg>
        <pc:spChg chg="add mod">
          <ac:chgData name="janghoon jun" userId="056a5883350c2f5e" providerId="LiveId" clId="{74AFAB52-6487-4651-9B79-2F181DBD8D0A}" dt="2026-04-23T04:56:06.740" v="22" actId="164"/>
          <ac:spMkLst>
            <pc:docMk/>
            <pc:sldMk cId="3308675570" sldId="423"/>
            <ac:spMk id="19" creationId="{853DBD02-12E1-A458-5544-9226CC8F7FC6}"/>
          </ac:spMkLst>
        </pc:spChg>
        <pc:spChg chg="add mod">
          <ac:chgData name="janghoon jun" userId="056a5883350c2f5e" providerId="LiveId" clId="{74AFAB52-6487-4651-9B79-2F181DBD8D0A}" dt="2026-04-23T04:56:06.740" v="22" actId="164"/>
          <ac:spMkLst>
            <pc:docMk/>
            <pc:sldMk cId="3308675570" sldId="423"/>
            <ac:spMk id="20" creationId="{BAFD56FE-D663-EF0C-CA7D-EC3BA87C6010}"/>
          </ac:spMkLst>
        </pc:spChg>
        <pc:spChg chg="add mod">
          <ac:chgData name="janghoon jun" userId="056a5883350c2f5e" providerId="LiveId" clId="{74AFAB52-6487-4651-9B79-2F181DBD8D0A}" dt="2026-04-23T04:56:06.740" v="22" actId="164"/>
          <ac:spMkLst>
            <pc:docMk/>
            <pc:sldMk cId="3308675570" sldId="423"/>
            <ac:spMk id="24" creationId="{591DDF2B-35A1-CF06-B6AD-94F9E36D309E}"/>
          </ac:spMkLst>
        </pc:spChg>
        <pc:spChg chg="add mod">
          <ac:chgData name="janghoon jun" userId="056a5883350c2f5e" providerId="LiveId" clId="{74AFAB52-6487-4651-9B79-2F181DBD8D0A}" dt="2026-04-23T04:53:10.993" v="20"/>
          <ac:spMkLst>
            <pc:docMk/>
            <pc:sldMk cId="3308675570" sldId="423"/>
            <ac:spMk id="25" creationId="{674C3EF3-0935-826A-B417-0D31D506C774}"/>
          </ac:spMkLst>
        </pc:spChg>
        <pc:spChg chg="add mod">
          <ac:chgData name="janghoon jun" userId="056a5883350c2f5e" providerId="LiveId" clId="{74AFAB52-6487-4651-9B79-2F181DBD8D0A}" dt="2026-04-23T04:53:10.993" v="20"/>
          <ac:spMkLst>
            <pc:docMk/>
            <pc:sldMk cId="3308675570" sldId="423"/>
            <ac:spMk id="27" creationId="{E6C163FA-8CED-2B99-6E34-0F6A8EAB1B3B}"/>
          </ac:spMkLst>
        </pc:spChg>
        <pc:graphicFrameChg chg="mod">
          <ac:chgData name="janghoon jun" userId="056a5883350c2f5e" providerId="LiveId" clId="{74AFAB52-6487-4651-9B79-2F181DBD8D0A}" dt="2026-04-23T04:56:56.939" v="24"/>
          <ac:graphicFrameMkLst>
            <pc:docMk/>
            <pc:sldMk cId="3308675570" sldId="423"/>
            <ac:graphicFrameMk id="26" creationId="{04CB2AEB-4DC2-EB2F-42C7-3FEE6A0C3CFB}"/>
          </ac:graphicFrameMkLst>
        </pc:graphicFrameChg>
      </pc:sldChg>
      <pc:sldChg chg="modSp add">
        <pc:chgData name="janghoon jun" userId="056a5883350c2f5e" providerId="LiveId" clId="{74AFAB52-6487-4651-9B79-2F181DBD8D0A}" dt="2026-04-23T05:08:28.471" v="37"/>
        <pc:sldMkLst>
          <pc:docMk/>
          <pc:sldMk cId="1183344318" sldId="424"/>
        </pc:sldMkLst>
        <pc:spChg chg="mod">
          <ac:chgData name="janghoon jun" userId="056a5883350c2f5e" providerId="LiveId" clId="{74AFAB52-6487-4651-9B79-2F181DBD8D0A}" dt="2026-04-23T05:06:52.319" v="30"/>
          <ac:spMkLst>
            <pc:docMk/>
            <pc:sldMk cId="1183344318" sldId="424"/>
            <ac:spMk id="44" creationId="{D400DB57-6635-6B94-9E8D-6E2BDBEFAFFC}"/>
          </ac:spMkLst>
        </pc:spChg>
        <pc:spChg chg="mod">
          <ac:chgData name="janghoon jun" userId="056a5883350c2f5e" providerId="LiveId" clId="{74AFAB52-6487-4651-9B79-2F181DBD8D0A}" dt="2026-04-23T05:06:57.396" v="31"/>
          <ac:spMkLst>
            <pc:docMk/>
            <pc:sldMk cId="1183344318" sldId="424"/>
            <ac:spMk id="47" creationId="{5732E968-2554-EB9D-16F9-8131E5A09DCB}"/>
          </ac:spMkLst>
        </pc:spChg>
        <pc:spChg chg="mod">
          <ac:chgData name="janghoon jun" userId="056a5883350c2f5e" providerId="LiveId" clId="{74AFAB52-6487-4651-9B79-2F181DBD8D0A}" dt="2026-04-23T05:07:02.374" v="32"/>
          <ac:spMkLst>
            <pc:docMk/>
            <pc:sldMk cId="1183344318" sldId="424"/>
            <ac:spMk id="50" creationId="{05208522-6278-D741-9B2F-262FBDEFC690}"/>
          </ac:spMkLst>
        </pc:spChg>
        <pc:spChg chg="mod">
          <ac:chgData name="janghoon jun" userId="056a5883350c2f5e" providerId="LiveId" clId="{74AFAB52-6487-4651-9B79-2F181DBD8D0A}" dt="2026-04-23T05:07:06.294" v="33"/>
          <ac:spMkLst>
            <pc:docMk/>
            <pc:sldMk cId="1183344318" sldId="424"/>
            <ac:spMk id="53" creationId="{4D59BBC4-D670-C230-0E3D-6E9A8CC1071C}"/>
          </ac:spMkLst>
        </pc:spChg>
        <pc:spChg chg="mod">
          <ac:chgData name="janghoon jun" userId="056a5883350c2f5e" providerId="LiveId" clId="{74AFAB52-6487-4651-9B79-2F181DBD8D0A}" dt="2026-04-23T05:07:11.726" v="34"/>
          <ac:spMkLst>
            <pc:docMk/>
            <pc:sldMk cId="1183344318" sldId="424"/>
            <ac:spMk id="56" creationId="{BAEC52FB-84B6-559A-4886-34A0FC2877A8}"/>
          </ac:spMkLst>
        </pc:spChg>
        <pc:spChg chg="mod">
          <ac:chgData name="janghoon jun" userId="056a5883350c2f5e" providerId="LiveId" clId="{74AFAB52-6487-4651-9B79-2F181DBD8D0A}" dt="2026-04-23T05:08:28.471" v="37"/>
          <ac:spMkLst>
            <pc:docMk/>
            <pc:sldMk cId="1183344318" sldId="424"/>
            <ac:spMk id="61" creationId="{6D2F29C0-3430-B09B-78DB-3454E73F31E6}"/>
          </ac:spMkLst>
        </pc:spChg>
        <pc:graphicFrameChg chg="mod">
          <ac:chgData name="janghoon jun" userId="056a5883350c2f5e" providerId="LiveId" clId="{74AFAB52-6487-4651-9B79-2F181DBD8D0A}" dt="2026-04-23T05:07:50.392" v="35"/>
          <ac:graphicFrameMkLst>
            <pc:docMk/>
            <pc:sldMk cId="1183344318" sldId="424"/>
            <ac:graphicFrameMk id="58" creationId="{93111E9C-3E6D-1CC0-B18B-8040697D5774}"/>
          </ac:graphicFrameMkLst>
        </pc:graphicFrameChg>
      </pc:sldChg>
      <pc:sldChg chg="add">
        <pc:chgData name="janghoon jun" userId="056a5883350c2f5e" providerId="LiveId" clId="{74AFAB52-6487-4651-9B79-2F181DBD8D0A}" dt="2026-04-23T04:53:20.011" v="21"/>
        <pc:sldMkLst>
          <pc:docMk/>
          <pc:sldMk cId="4268739675" sldId="424"/>
        </pc:sldMkLst>
      </pc:sldChg>
      <pc:sldChg chg="modSp add ord">
        <pc:chgData name="janghoon jun" userId="056a5883350c2f5e" providerId="LiveId" clId="{74AFAB52-6487-4651-9B79-2F181DBD8D0A}" dt="2026-04-23T05:10:30.524" v="41"/>
        <pc:sldMkLst>
          <pc:docMk/>
          <pc:sldMk cId="3567372362" sldId="425"/>
        </pc:sldMkLst>
        <pc:spChg chg="mod">
          <ac:chgData name="janghoon jun" userId="056a5883350c2f5e" providerId="LiveId" clId="{74AFAB52-6487-4651-9B79-2F181DBD8D0A}" dt="2026-04-23T05:10:30.524" v="41"/>
          <ac:spMkLst>
            <pc:docMk/>
            <pc:sldMk cId="3567372362" sldId="425"/>
            <ac:spMk id="11" creationId="{4925A88E-9A76-1866-300E-75B3BD583781}"/>
          </ac:spMkLst>
        </pc:spChg>
      </pc:sldChg>
      <pc:sldChg chg="addSp add ord">
        <pc:chgData name="janghoon jun" userId="056a5883350c2f5e" providerId="LiveId" clId="{74AFAB52-6487-4651-9B79-2F181DBD8D0A}" dt="2026-04-23T05:18:43.630" v="50"/>
        <pc:sldMkLst>
          <pc:docMk/>
          <pc:sldMk cId="2035619833" sldId="426"/>
        </pc:sldMkLst>
        <pc:picChg chg="add">
          <ac:chgData name="janghoon jun" userId="056a5883350c2f5e" providerId="LiveId" clId="{74AFAB52-6487-4651-9B79-2F181DBD8D0A}" dt="2026-04-23T05:17:25.589" v="47"/>
          <ac:picMkLst>
            <pc:docMk/>
            <pc:sldMk cId="2035619833" sldId="426"/>
            <ac:picMk id="7" creationId="{F4CEE441-38AF-6F6C-F259-1C70D50A04DC}"/>
          </ac:picMkLst>
        </pc:picChg>
        <pc:picChg chg="add">
          <ac:chgData name="janghoon jun" userId="056a5883350c2f5e" providerId="LiveId" clId="{74AFAB52-6487-4651-9B79-2F181DBD8D0A}" dt="2026-04-23T05:17:56.648" v="48"/>
          <ac:picMkLst>
            <pc:docMk/>
            <pc:sldMk cId="2035619833" sldId="426"/>
            <ac:picMk id="10" creationId="{585EAB18-FCD9-0D20-39A8-0352ED13AA94}"/>
          </ac:picMkLst>
        </pc:picChg>
      </pc:sldChg>
      <pc:sldChg chg="addSp modSp add ord">
        <pc:chgData name="janghoon jun" userId="056a5883350c2f5e" providerId="LiveId" clId="{74AFAB52-6487-4651-9B79-2F181DBD8D0A}" dt="2026-04-23T05:22:22.222" v="59"/>
        <pc:sldMkLst>
          <pc:docMk/>
          <pc:sldMk cId="3896853274" sldId="427"/>
        </pc:sldMkLst>
        <pc:graphicFrameChg chg="mod">
          <ac:chgData name="janghoon jun" userId="056a5883350c2f5e" providerId="LiveId" clId="{74AFAB52-6487-4651-9B79-2F181DBD8D0A}" dt="2026-04-23T05:21:58.202" v="58"/>
          <ac:graphicFrameMkLst>
            <pc:docMk/>
            <pc:sldMk cId="3896853274" sldId="427"/>
            <ac:graphicFrameMk id="8" creationId="{E1BF661B-644B-B413-5A1F-111F1F8F21AD}"/>
          </ac:graphicFrameMkLst>
        </pc:graphicFrameChg>
        <pc:picChg chg="add">
          <ac:chgData name="janghoon jun" userId="056a5883350c2f5e" providerId="LiveId" clId="{74AFAB52-6487-4651-9B79-2F181DBD8D0A}" dt="2026-04-23T05:20:34.915" v="53"/>
          <ac:picMkLst>
            <pc:docMk/>
            <pc:sldMk cId="3896853274" sldId="427"/>
            <ac:picMk id="6" creationId="{C54047D0-AF13-B2B0-3AD7-EC4D64CA5AA4}"/>
          </ac:picMkLst>
        </pc:picChg>
      </pc:sldChg>
      <pc:sldChg chg="addSp modSp add">
        <pc:chgData name="janghoon jun" userId="056a5883350c2f5e" providerId="LiveId" clId="{74AFAB52-6487-4651-9B79-2F181DBD8D0A}" dt="2026-04-23T05:23:49.367" v="66"/>
        <pc:sldMkLst>
          <pc:docMk/>
          <pc:sldMk cId="2998682431" sldId="428"/>
        </pc:sldMkLst>
        <pc:spChg chg="mod">
          <ac:chgData name="janghoon jun" userId="056a5883350c2f5e" providerId="LiveId" clId="{74AFAB52-6487-4651-9B79-2F181DBD8D0A}" dt="2026-04-23T05:23:24.115" v="64"/>
          <ac:spMkLst>
            <pc:docMk/>
            <pc:sldMk cId="2998682431" sldId="428"/>
            <ac:spMk id="10" creationId="{738B5709-3447-F3D4-D01A-3530271C2506}"/>
          </ac:spMkLst>
        </pc:spChg>
        <pc:spChg chg="mod">
          <ac:chgData name="janghoon jun" userId="056a5883350c2f5e" providerId="LiveId" clId="{74AFAB52-6487-4651-9B79-2F181DBD8D0A}" dt="2026-04-23T05:22:44.712" v="62"/>
          <ac:spMkLst>
            <pc:docMk/>
            <pc:sldMk cId="2998682431" sldId="428"/>
            <ac:spMk id="11" creationId="{00950B73-83B6-5EED-066D-85A3D6335AA4}"/>
          </ac:spMkLst>
        </pc:spChg>
        <pc:graphicFrameChg chg="add mod">
          <ac:chgData name="janghoon jun" userId="056a5883350c2f5e" providerId="LiveId" clId="{74AFAB52-6487-4651-9B79-2F181DBD8D0A}" dt="2026-04-23T05:23:49.367" v="66"/>
          <ac:graphicFrameMkLst>
            <pc:docMk/>
            <pc:sldMk cId="2998682431" sldId="428"/>
            <ac:graphicFrameMk id="3" creationId="{040D79B2-B8F6-C700-84CC-763E993C430C}"/>
          </ac:graphicFrameMkLst>
        </pc:graphicFrameChg>
        <pc:graphicFrameChg chg="mod">
          <ac:chgData name="janghoon jun" userId="056a5883350c2f5e" providerId="LiveId" clId="{74AFAB52-6487-4651-9B79-2F181DBD8D0A}" dt="2026-04-23T05:23:13.043" v="63"/>
          <ac:graphicFrameMkLst>
            <pc:docMk/>
            <pc:sldMk cId="2998682431" sldId="428"/>
            <ac:graphicFrameMk id="9" creationId="{B8E07AA3-7319-0BE8-3BFD-8888D6CF8DAE}"/>
          </ac:graphicFrameMkLst>
        </pc:graphicFrameChg>
      </pc:sldChg>
      <pc:sldChg chg="addSp modSp add ord modCm">
        <pc:chgData name="janghoon jun" userId="056a5883350c2f5e" providerId="LiveId" clId="{74AFAB52-6487-4651-9B79-2F181DBD8D0A}" dt="2026-04-23T05:53:44.401" v="108"/>
        <pc:sldMkLst>
          <pc:docMk/>
          <pc:sldMk cId="2959586648" sldId="429"/>
        </pc:sldMkLst>
        <pc:spChg chg="mod">
          <ac:chgData name="janghoon jun" userId="056a5883350c2f5e" providerId="LiveId" clId="{74AFAB52-6487-4651-9B79-2F181DBD8D0A}" dt="2026-04-23T05:25:25.602" v="71"/>
          <ac:spMkLst>
            <pc:docMk/>
            <pc:sldMk cId="2959586648" sldId="429"/>
            <ac:spMk id="13" creationId="{384C69F6-FC22-F7F9-5B8D-069C48FEF9F2}"/>
          </ac:spMkLst>
        </pc:spChg>
        <pc:picChg chg="add">
          <ac:chgData name="janghoon jun" userId="056a5883350c2f5e" providerId="LiveId" clId="{74AFAB52-6487-4651-9B79-2F181DBD8D0A}" dt="2026-04-23T05:24:20.940" v="67"/>
          <ac:picMkLst>
            <pc:docMk/>
            <pc:sldMk cId="2959586648" sldId="429"/>
            <ac:picMk id="10" creationId="{7BF96678-64E9-7310-CE38-2362C5926BC2}"/>
          </ac:picMkLst>
        </pc:picChg>
      </pc:sldChg>
      <pc:sldChg chg="addSp modSp add">
        <pc:chgData name="janghoon jun" userId="056a5883350c2f5e" providerId="LiveId" clId="{74AFAB52-6487-4651-9B79-2F181DBD8D0A}" dt="2026-04-23T05:27:44.787" v="79"/>
        <pc:sldMkLst>
          <pc:docMk/>
          <pc:sldMk cId="2349903612" sldId="430"/>
        </pc:sldMkLst>
        <pc:graphicFrameChg chg="mod">
          <ac:chgData name="janghoon jun" userId="056a5883350c2f5e" providerId="LiveId" clId="{74AFAB52-6487-4651-9B79-2F181DBD8D0A}" dt="2026-04-23T05:27:37.533" v="78"/>
          <ac:graphicFrameMkLst>
            <pc:docMk/>
            <pc:sldMk cId="2349903612" sldId="430"/>
            <ac:graphicFrameMk id="14" creationId="{78D7AE0F-53A2-31AC-D9B9-9FE6CC6C5B0E}"/>
          </ac:graphicFrameMkLst>
        </pc:graphicFrameChg>
        <pc:picChg chg="add mod">
          <ac:chgData name="janghoon jun" userId="056a5883350c2f5e" providerId="LiveId" clId="{74AFAB52-6487-4651-9B79-2F181DBD8D0A}" dt="2026-04-23T05:27:44.787" v="79"/>
          <ac:picMkLst>
            <pc:docMk/>
            <pc:sldMk cId="2349903612" sldId="430"/>
            <ac:picMk id="3" creationId="{552E7177-C455-7B7A-6A5F-A2E23BE08E4D}"/>
          </ac:picMkLst>
        </pc:picChg>
        <pc:picChg chg="add mod">
          <ac:chgData name="janghoon jun" userId="056a5883350c2f5e" providerId="LiveId" clId="{74AFAB52-6487-4651-9B79-2F181DBD8D0A}" dt="2026-04-23T05:27:44.787" v="79"/>
          <ac:picMkLst>
            <pc:docMk/>
            <pc:sldMk cId="2349903612" sldId="430"/>
            <ac:picMk id="5" creationId="{AF2DD5C6-0B9B-B2AD-123C-1498A0FBBEF1}"/>
          </ac:picMkLst>
        </pc:picChg>
      </pc:sldChg>
      <pc:sldChg chg="addSp modSp add">
        <pc:chgData name="janghoon jun" userId="056a5883350c2f5e" providerId="LiveId" clId="{74AFAB52-6487-4651-9B79-2F181DBD8D0A}" dt="2026-04-23T05:30:06.132" v="82"/>
        <pc:sldMkLst>
          <pc:docMk/>
          <pc:sldMk cId="3899760896" sldId="431"/>
        </pc:sldMkLst>
        <pc:graphicFrameChg chg="mod">
          <ac:chgData name="janghoon jun" userId="056a5883350c2f5e" providerId="LiveId" clId="{74AFAB52-6487-4651-9B79-2F181DBD8D0A}" dt="2026-04-23T05:29:56.931" v="81"/>
          <ac:graphicFrameMkLst>
            <pc:docMk/>
            <pc:sldMk cId="3899760896" sldId="431"/>
            <ac:graphicFrameMk id="5" creationId="{7B119F95-E3E8-D36D-AC89-9012804306DA}"/>
          </ac:graphicFrameMkLst>
        </pc:graphicFrameChg>
        <pc:picChg chg="add mod">
          <ac:chgData name="janghoon jun" userId="056a5883350c2f5e" providerId="LiveId" clId="{74AFAB52-6487-4651-9B79-2F181DBD8D0A}" dt="2026-04-23T05:30:06.132" v="82"/>
          <ac:picMkLst>
            <pc:docMk/>
            <pc:sldMk cId="3899760896" sldId="431"/>
            <ac:picMk id="7" creationId="{211022FC-C84A-26A4-97C3-8C21320C9035}"/>
          </ac:picMkLst>
        </pc:picChg>
      </pc:sldChg>
      <pc:sldChg chg="add">
        <pc:chgData name="janghoon jun" userId="056a5883350c2f5e" providerId="LiveId" clId="{74AFAB52-6487-4651-9B79-2F181DBD8D0A}" dt="2026-04-23T05:36:57.439" v="87"/>
        <pc:sldMkLst>
          <pc:docMk/>
          <pc:sldMk cId="1273151613" sldId="432"/>
        </pc:sldMkLst>
      </pc:sldChg>
      <pc:sldChg chg="modSp add">
        <pc:chgData name="janghoon jun" userId="056a5883350c2f5e" providerId="LiveId" clId="{74AFAB52-6487-4651-9B79-2F181DBD8D0A}" dt="2026-04-23T05:39:15.891" v="89"/>
        <pc:sldMkLst>
          <pc:docMk/>
          <pc:sldMk cId="2969810267" sldId="432"/>
        </pc:sldMkLst>
        <pc:graphicFrameChg chg="mod">
          <ac:chgData name="janghoon jun" userId="056a5883350c2f5e" providerId="LiveId" clId="{74AFAB52-6487-4651-9B79-2F181DBD8D0A}" dt="2026-04-23T05:39:15.891" v="89"/>
          <ac:graphicFrameMkLst>
            <pc:docMk/>
            <pc:sldMk cId="2969810267" sldId="432"/>
            <ac:graphicFrameMk id="6" creationId="{87B1BB24-C14C-5EA9-3753-52F08462A815}"/>
          </ac:graphicFrameMkLst>
        </pc:graphicFrameChg>
      </pc:sldChg>
      <pc:sldChg chg="addSp modSp add">
        <pc:chgData name="janghoon jun" userId="056a5883350c2f5e" providerId="LiveId" clId="{74AFAB52-6487-4651-9B79-2F181DBD8D0A}" dt="2026-04-23T05:43:54.193" v="98"/>
        <pc:sldMkLst>
          <pc:docMk/>
          <pc:sldMk cId="1692516220" sldId="433"/>
        </pc:sldMkLst>
        <pc:spChg chg="mod">
          <ac:chgData name="janghoon jun" userId="056a5883350c2f5e" providerId="LiveId" clId="{74AFAB52-6487-4651-9B79-2F181DBD8D0A}" dt="2026-04-23T05:42:44.941" v="94"/>
          <ac:spMkLst>
            <pc:docMk/>
            <pc:sldMk cId="1692516220" sldId="433"/>
            <ac:spMk id="8" creationId="{EBC06F40-B229-C90F-20DE-8C74F147B7C2}"/>
          </ac:spMkLst>
        </pc:spChg>
        <pc:graphicFrameChg chg="mod">
          <ac:chgData name="janghoon jun" userId="056a5883350c2f5e" providerId="LiveId" clId="{74AFAB52-6487-4651-9B79-2F181DBD8D0A}" dt="2026-04-23T05:43:54.193" v="98"/>
          <ac:graphicFrameMkLst>
            <pc:docMk/>
            <pc:sldMk cId="1692516220" sldId="433"/>
            <ac:graphicFrameMk id="5" creationId="{D8ACE963-4A5C-2307-31E4-57C078ACF9A7}"/>
          </ac:graphicFrameMkLst>
        </pc:graphicFrameChg>
        <pc:picChg chg="add mod">
          <ac:chgData name="janghoon jun" userId="056a5883350c2f5e" providerId="LiveId" clId="{74AFAB52-6487-4651-9B79-2F181DBD8D0A}" dt="2026-04-23T05:39:57.027" v="90"/>
          <ac:picMkLst>
            <pc:docMk/>
            <pc:sldMk cId="1692516220" sldId="433"/>
            <ac:picMk id="9" creationId="{3CFBF344-A77E-61E0-8A5A-E2E2B6A04A26}"/>
          </ac:picMkLst>
        </pc:picChg>
        <pc:picChg chg="add mod">
          <ac:chgData name="janghoon jun" userId="056a5883350c2f5e" providerId="LiveId" clId="{74AFAB52-6487-4651-9B79-2F181DBD8D0A}" dt="2026-04-23T05:41:07.289" v="91"/>
          <ac:picMkLst>
            <pc:docMk/>
            <pc:sldMk cId="1692516220" sldId="433"/>
            <ac:picMk id="10" creationId="{01E7D2D9-63D8-EC7A-8D88-4E29A5B38929}"/>
          </ac:picMkLst>
        </pc:picChg>
        <pc:picChg chg="add mod">
          <ac:chgData name="janghoon jun" userId="056a5883350c2f5e" providerId="LiveId" clId="{74AFAB52-6487-4651-9B79-2F181DBD8D0A}" dt="2026-04-23T05:41:33.731" v="92"/>
          <ac:picMkLst>
            <pc:docMk/>
            <pc:sldMk cId="1692516220" sldId="433"/>
            <ac:picMk id="11" creationId="{1ACF222C-91ED-12CD-7110-847CCEE49B20}"/>
          </ac:picMkLst>
        </pc:picChg>
      </pc:sldChg>
      <pc:sldChg chg="addSp modSp add">
        <pc:chgData name="janghoon jun" userId="056a5883350c2f5e" providerId="LiveId" clId="{74AFAB52-6487-4651-9B79-2F181DBD8D0A}" dt="2026-04-23T05:46:02.267" v="101"/>
        <pc:sldMkLst>
          <pc:docMk/>
          <pc:sldMk cId="893488612" sldId="434"/>
        </pc:sldMkLst>
        <pc:graphicFrameChg chg="mod">
          <ac:chgData name="janghoon jun" userId="056a5883350c2f5e" providerId="LiveId" clId="{74AFAB52-6487-4651-9B79-2F181DBD8D0A}" dt="2026-04-23T05:45:56.324" v="100"/>
          <ac:graphicFrameMkLst>
            <pc:docMk/>
            <pc:sldMk cId="893488612" sldId="434"/>
            <ac:graphicFrameMk id="26" creationId="{3A76AD0E-611F-DE73-5345-869AF07F99C3}"/>
          </ac:graphicFrameMkLst>
        </pc:graphicFrameChg>
        <pc:picChg chg="add mod">
          <ac:chgData name="janghoon jun" userId="056a5883350c2f5e" providerId="LiveId" clId="{74AFAB52-6487-4651-9B79-2F181DBD8D0A}" dt="2026-04-23T05:46:02.267" v="101"/>
          <ac:picMkLst>
            <pc:docMk/>
            <pc:sldMk cId="893488612" sldId="434"/>
            <ac:picMk id="6" creationId="{DE9F1DF5-E762-D36C-B819-A343CF944A70}"/>
          </ac:picMkLst>
        </pc:picChg>
      </pc:sldChg>
      <pc:sldChg chg="addSp delSp modSp add">
        <pc:chgData name="janghoon jun" userId="056a5883350c2f5e" providerId="LiveId" clId="{74AFAB52-6487-4651-9B79-2F181DBD8D0A}" dt="2026-04-23T05:48:35.651" v="107"/>
        <pc:sldMkLst>
          <pc:docMk/>
          <pc:sldMk cId="1865432423" sldId="435"/>
        </pc:sldMkLst>
        <pc:spChg chg="mod">
          <ac:chgData name="janghoon jun" userId="056a5883350c2f5e" providerId="LiveId" clId="{74AFAB52-6487-4651-9B79-2F181DBD8D0A}" dt="2026-04-23T05:48:35.651" v="107"/>
          <ac:spMkLst>
            <pc:docMk/>
            <pc:sldMk cId="1865432423" sldId="435"/>
            <ac:spMk id="16" creationId="{16547531-25F9-FD9F-35AB-8624F7647AE3}"/>
          </ac:spMkLst>
        </pc:spChg>
        <pc:grpChg chg="del">
          <ac:chgData name="janghoon jun" userId="056a5883350c2f5e" providerId="LiveId" clId="{74AFAB52-6487-4651-9B79-2F181DBD8D0A}" dt="2026-04-23T05:47:24.740" v="103" actId="165"/>
          <ac:grpSpMkLst>
            <pc:docMk/>
            <pc:sldMk cId="1865432423" sldId="435"/>
            <ac:grpSpMk id="6" creationId="{8CBF3357-AA9E-D27C-D194-325CFCBFC8B4}"/>
          </ac:grpSpMkLst>
        </pc:grpChg>
        <pc:grpChg chg="add mod">
          <ac:chgData name="janghoon jun" userId="056a5883350c2f5e" providerId="LiveId" clId="{74AFAB52-6487-4651-9B79-2F181DBD8D0A}" dt="2026-04-23T05:48:05.169" v="105" actId="164"/>
          <ac:grpSpMkLst>
            <pc:docMk/>
            <pc:sldMk cId="1865432423" sldId="435"/>
            <ac:grpSpMk id="10" creationId="{2C6082CF-07D2-DD0B-B927-DC38FA36BFEE}"/>
          </ac:grpSpMkLst>
        </pc:grpChg>
        <pc:graphicFrameChg chg="mod">
          <ac:chgData name="janghoon jun" userId="056a5883350c2f5e" providerId="LiveId" clId="{74AFAB52-6487-4651-9B79-2F181DBD8D0A}" dt="2026-04-23T05:48:31.315" v="106"/>
          <ac:graphicFrameMkLst>
            <pc:docMk/>
            <pc:sldMk cId="1865432423" sldId="435"/>
            <ac:graphicFrameMk id="15" creationId="{61E140C2-30D8-84E7-4462-DB355F84FBEC}"/>
          </ac:graphicFrameMkLst>
        </pc:graphicFrameChg>
        <pc:picChg chg="mod topLvl">
          <ac:chgData name="janghoon jun" userId="056a5883350c2f5e" providerId="LiveId" clId="{74AFAB52-6487-4651-9B79-2F181DBD8D0A}" dt="2026-04-23T05:47:24.740" v="103" actId="165"/>
          <ac:picMkLst>
            <pc:docMk/>
            <pc:sldMk cId="1865432423" sldId="435"/>
            <ac:picMk id="5" creationId="{43100A0D-3263-7A69-CEF1-3DDB1B2639D9}"/>
          </ac:picMkLst>
        </pc:picChg>
        <pc:picChg chg="add mod">
          <ac:chgData name="janghoon jun" userId="056a5883350c2f5e" providerId="LiveId" clId="{74AFAB52-6487-4651-9B79-2F181DBD8D0A}" dt="2026-04-23T05:46:54.122" v="102"/>
          <ac:picMkLst>
            <pc:docMk/>
            <pc:sldMk cId="1865432423" sldId="435"/>
            <ac:picMk id="7" creationId="{2AA11500-F8DA-3AEA-D9BE-F3024A955622}"/>
          </ac:picMkLst>
        </pc:picChg>
        <pc:picChg chg="add mod">
          <ac:chgData name="janghoon jun" userId="056a5883350c2f5e" providerId="LiveId" clId="{74AFAB52-6487-4651-9B79-2F181DBD8D0A}" dt="2026-04-23T05:48:05.169" v="105" actId="164"/>
          <ac:picMkLst>
            <pc:docMk/>
            <pc:sldMk cId="1865432423" sldId="435"/>
            <ac:picMk id="9" creationId="{E46FB3A0-3A52-D4FB-E997-0A5A1694119F}"/>
          </ac:picMkLst>
        </pc:picChg>
        <pc:picChg chg="mod topLvl">
          <ac:chgData name="janghoon jun" userId="056a5883350c2f5e" providerId="LiveId" clId="{74AFAB52-6487-4651-9B79-2F181DBD8D0A}" dt="2026-04-23T05:48:05.169" v="105" actId="164"/>
          <ac:picMkLst>
            <pc:docMk/>
            <pc:sldMk cId="1865432423" sldId="435"/>
            <ac:picMk id="13" creationId="{A8F4F323-93E6-11BC-98FA-8E862F6D1923}"/>
          </ac:picMkLst>
        </pc:picChg>
      </pc:sldChg>
      <pc:sldChg chg="add">
        <pc:chgData name="janghoon jun" userId="056a5883350c2f5e" providerId="LiveId" clId="{74AFAB52-6487-4651-9B79-2F181DBD8D0A}" dt="2026-04-23T05:54:42.687" v="109"/>
        <pc:sldMkLst>
          <pc:docMk/>
          <pc:sldMk cId="3567567541" sldId="436"/>
        </pc:sldMkLst>
      </pc:sldChg>
      <pc:sldChg chg="addSp modSp add">
        <pc:chgData name="janghoon jun" userId="056a5883350c2f5e" providerId="LiveId" clId="{74AFAB52-6487-4651-9B79-2F181DBD8D0A}" dt="2026-04-23T06:03:17.716" v="115" actId="571"/>
        <pc:sldMkLst>
          <pc:docMk/>
          <pc:sldMk cId="3977348690" sldId="436"/>
        </pc:sldMkLst>
        <pc:spChg chg="add mod">
          <ac:chgData name="janghoon jun" userId="056a5883350c2f5e" providerId="LiveId" clId="{74AFAB52-6487-4651-9B79-2F181DBD8D0A}" dt="2026-04-23T06:03:17.716" v="115" actId="571"/>
          <ac:spMkLst>
            <pc:docMk/>
            <pc:sldMk cId="3977348690" sldId="436"/>
            <ac:spMk id="12" creationId="{83A9C69A-BC9E-3158-2906-F42B4EE922E5}"/>
          </ac:spMkLst>
        </pc:spChg>
      </pc:sldChg>
      <pc:sldChg chg="add">
        <pc:chgData name="janghoon jun" userId="056a5883350c2f5e" providerId="LiveId" clId="{74AFAB52-6487-4651-9B79-2F181DBD8D0A}" dt="2026-04-23T06:03:44.517" v="116"/>
        <pc:sldMkLst>
          <pc:docMk/>
          <pc:sldMk cId="3506109384" sldId="437"/>
        </pc:sldMkLst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20T13:46:21.592" idx="17">
    <p:pos x="10" y="10"/>
    <p:text>mean과 AUC_normalized 중 한 개만 제외 했을 때도 VIF가 높은지? (보통 둘 중에 하나만 뺌)
Model에 kVp도 들어가야 하네요. (전압을 얼마 기준으로 하느냐에 따라 전류값이 달라짐)
kVp 분포를 보고 main (아마도 100) 이 있는지 확인</p:text>
    <p:extLst>
      <p:ext uri="{C676402C-5697-4E1C-873F-D02D1690AC5C}">
        <p15:threadingInfo xmlns:p15="http://schemas.microsoft.com/office/powerpoint/2012/main" timeZoneBias="-54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74436-1BEA-4F09-AD5C-9DF87C96BF5A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3C9518-700F-4811-95BB-24DAF3FA9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549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435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706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11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331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452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98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847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5121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830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70E41-9C8E-B03B-C05B-15F9B63B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954644-C05C-2FF6-A2B3-FEF9FBDD0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92B7A4-4E18-F32E-24A9-EAC20F218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43AA19-E653-9BF7-F509-8622929EE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5749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C3EA7-A598-8F5D-837D-6EC551DCD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4D1BA7-9B98-21D1-222D-EC65DE89B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FFCE0E-4C46-6EC2-916D-7984E0CF1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7C60D6-CA25-C30C-20FD-4750FEF05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2324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70686-E559-A47E-16BB-A9B20FBB1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C4B8A5-BE21-01F1-B2F1-611793A3F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0EB328-114E-113A-F1E7-D1969E3E9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3DED06-FBCA-CB43-944A-FE267C248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6357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832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716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E1598-858D-3E51-A013-2B3763CD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F4065B-C9CA-E306-4CD1-FD16A30A5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EA47DE-6319-EE37-A8BB-20CC5DAE1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4A51F9-08B6-8F25-731C-DA1100805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950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A44EB-FD53-71A2-1186-B02757E91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567FCD-F122-4801-820B-B26195B42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049407-EF8C-912F-23A8-226447689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A795E1-0C43-0923-3307-17CC375B5A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7340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0ECB1-A04F-46FA-3FC2-ADC8058C8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0720AB-E13E-D83D-6F4D-39DB21904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A43EFA-F769-FCA7-38C6-FB554A52D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E40A08-11BE-36BF-706C-75EDEF4EA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8197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8552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2192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0672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5DB92-17F9-E82D-00C2-909FD4663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AE9C98-EA01-9D0C-4F5C-6CA9A7F61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E9E6D3-90EB-6FEA-9B3B-3CC758E91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74986E-1037-D6DB-D933-786F60A51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4217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DD6E7-737D-D882-4FD8-E3B2E178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AE05C8-13C7-EDB6-E5B6-625678527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14C7AF-A844-0436-DDBC-089CAC19D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28F305-ABA0-767B-12CB-F0A32D2DC1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8815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4761D-F717-10D4-EDA3-2B9F9D0DE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ED7B16-76B9-1F3C-59B4-559B252C1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D4BBB6-5072-83D4-6313-D6EC36314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EB13D8-2FEE-11F7-FBBE-9128C6FFE6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1677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FBB85-D33F-7374-F67A-C8C9B6A69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5D622B-815A-2180-79F1-12D5E2BE6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1B4D4A-E9F3-B71F-2A59-1962C49C7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CEEE48-2199-BC00-7EFD-75C3AC72CF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937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6150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A6245-DB9A-F47F-B14D-0B353890D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FE06F2-0A71-D07E-F1A3-2FF464C7E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8A2ADC-24A1-8673-9D45-E11229EDE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33A2E1-D5E5-BE03-303E-F5545C46DB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2109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59E3B-3D2F-9DC3-D40B-07AAB67B6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061D2B-F2C6-2703-8A04-C3C36FC06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E12116-01AE-737B-BF1F-EBA70485F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A9BAEA-192D-7A89-D611-378392EF7A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1853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B58D9-1E7B-8D02-EE5C-019730E14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4AE8D9-C875-820E-D04A-0F4946EDF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A96155-5604-4EC0-A2C2-2D30699D9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A954AA-74F0-521C-8EB2-F497FBCA4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656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16686-73B2-2FD0-2673-9BDC1D000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A6E402-2092-EAE6-7523-59B91FCA5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1DA056-7B31-0AD2-6183-A7204872F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40613D-FA93-BE9D-A284-99E622409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7418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845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2B747-2D87-F7A2-C407-F3311E867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00FD61-2A70-74E2-0184-B7390E65D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85EB6D-4E31-26AC-D723-885CB48FFB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F4AB6C-0325-A5BA-827A-95D358525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2528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9A02B-016D-8A41-BC8B-A0A34E71C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EF15B9-4ABD-0637-A623-39A417F3F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F8B715-9B1A-70E2-85E5-EFA65E52F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9D98EF-B398-3C8B-2875-782FFD182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0326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CFDFA-9BED-DED7-91DA-C0756141B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FD1FDF-043F-A493-897D-C0166A0E48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012544-F95D-EEF9-F5C9-385D8A4E0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B43907-6542-B02B-2659-B7A165B095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9443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A5AC7-FD01-10F0-9F67-F2596330B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E8D0B2-F3E8-5268-2B9F-7BFA45D34D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11D7D7-9E32-F38F-A6E6-5C444D778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89128D-7B41-E0EC-FBD6-939A7D1B4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35589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332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6658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4C14D9A0-1BB9-428F-B273-3CE24758593B}"/>
              </a:ext>
            </a:extLst>
          </p:cNvPr>
          <p:cNvSpPr txBox="1">
            <a:spLocks/>
          </p:cNvSpPr>
          <p:nvPr/>
        </p:nvSpPr>
        <p:spPr>
          <a:xfrm>
            <a:off x="417068" y="2062806"/>
            <a:ext cx="11387837" cy="398186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Linear &amp; Logistic Regression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B21C1C-F3A0-440B-961E-968F2C77FB2A}"/>
              </a:ext>
            </a:extLst>
          </p:cNvPr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2026. 04. </a:t>
            </a:r>
            <a:r>
              <a:rPr lang="en-US" altLang="ko-KR" sz="1600"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24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3F70F93-076B-4BBC-B933-AC7768BB0AE5}"/>
              </a:ext>
            </a:extLst>
          </p:cNvPr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 dirty="0" err="1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JangHoon</a:t>
            </a:r>
            <a:r>
              <a:rPr lang="en-US" altLang="ko-KR" sz="18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 Chun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EB5E8A0-083F-4B6E-AA66-93BFFD6A8E1A}"/>
              </a:ext>
            </a:extLst>
          </p:cNvPr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Department of, Medical Device Engineering &amp; Management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 b="1" dirty="0">
              <a:solidFill>
                <a:srgbClr val="FFFF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="1" baseline="250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5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What’s discussed in the last meetings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AEC Features Extracting</a:t>
            </a:r>
            <a:endParaRPr lang="en-US" altLang="ko-KR" dirty="0">
              <a:ea typeface="KoPub돋움체 Bold" panose="02020603020101020101"/>
            </a:endParaRPr>
          </a:p>
          <a:p>
            <a:r>
              <a:rPr lang="en-US" altLang="ko-KR" dirty="0"/>
              <a:t>Linear &amp; Logistic Regression (</a:t>
            </a:r>
            <a:r>
              <a:rPr lang="ko-KR" altLang="en-US" dirty="0" err="1"/>
              <a:t>단변량</a:t>
            </a:r>
            <a:r>
              <a:rPr lang="en-US" altLang="ko-KR" dirty="0"/>
              <a:t>, </a:t>
            </a:r>
            <a:r>
              <a:rPr lang="ko-KR" altLang="en-US" dirty="0" err="1"/>
              <a:t>다변량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Multivariable Analysis (</a:t>
            </a:r>
            <a:r>
              <a:rPr lang="ko-KR" altLang="en-US" dirty="0"/>
              <a:t>심화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Case1 [</a:t>
            </a:r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/>
              <a:t>나이</a:t>
            </a:r>
            <a:r>
              <a:rPr lang="en-US" altLang="ko-KR" dirty="0"/>
              <a:t>], Case2 [+AEC features], Case3 [+</a:t>
            </a:r>
            <a:r>
              <a:rPr lang="ko-KR" altLang="en-US" dirty="0"/>
              <a:t>모델명</a:t>
            </a:r>
            <a:r>
              <a:rPr lang="en-US" altLang="ko-KR" dirty="0"/>
              <a:t>]</a:t>
            </a:r>
          </a:p>
          <a:p>
            <a:pPr lvl="1"/>
            <a:r>
              <a:rPr lang="ko-KR" altLang="en-US" dirty="0"/>
              <a:t>비교분석결과 </a:t>
            </a:r>
            <a:r>
              <a:rPr lang="en-US" altLang="ko-KR" dirty="0"/>
              <a:t>AEC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가 독립적으로 </a:t>
            </a:r>
            <a:r>
              <a:rPr lang="en-US" altLang="ko-KR" dirty="0"/>
              <a:t>TAMA </a:t>
            </a:r>
            <a:r>
              <a:rPr lang="ko-KR" altLang="en-US" dirty="0"/>
              <a:t>예측에 기여한다고 판단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9113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Research</a:t>
            </a:r>
            <a:r>
              <a:rPr lang="ko-KR" altLang="en-US" dirty="0"/>
              <a:t> </a:t>
            </a:r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신촌 데이터 동일 알고리즘으로 분석 </a:t>
            </a:r>
            <a:r>
              <a:rPr lang="en-US" altLang="ko-KR" dirty="0"/>
              <a:t>(Feedback</a:t>
            </a:r>
            <a:r>
              <a:rPr lang="ko-KR" altLang="en-US" dirty="0"/>
              <a:t> 반영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데이터 셋 재확인</a:t>
            </a:r>
            <a:endParaRPr lang="en-US" altLang="ko-KR" dirty="0"/>
          </a:p>
          <a:p>
            <a:r>
              <a:rPr lang="en-US" altLang="ko-KR" dirty="0"/>
              <a:t>Multivariable Analysis (</a:t>
            </a:r>
            <a:r>
              <a:rPr lang="ko-KR" altLang="en-US" dirty="0"/>
              <a:t>강남</a:t>
            </a:r>
            <a:r>
              <a:rPr lang="en-US" altLang="ko-KR" dirty="0"/>
              <a:t>, </a:t>
            </a:r>
            <a:r>
              <a:rPr lang="ko-KR" altLang="en-US" dirty="0"/>
              <a:t>신촌</a:t>
            </a:r>
            <a:r>
              <a:rPr lang="en-US" altLang="ko-KR" dirty="0"/>
              <a:t>)</a:t>
            </a:r>
            <a:r>
              <a:rPr lang="ko-KR" altLang="en-US" dirty="0"/>
              <a:t> 비교</a:t>
            </a:r>
            <a:endParaRPr lang="en-US" altLang="ko-KR" dirty="0"/>
          </a:p>
          <a:p>
            <a:r>
              <a:rPr lang="ko-KR" altLang="en-US" dirty="0"/>
              <a:t>추가 데이터셋 구축</a:t>
            </a:r>
            <a:r>
              <a:rPr lang="en-US" altLang="ko-KR" dirty="0"/>
              <a:t>(+ BMI)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8511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/>
              <a:t>연구 프로토타입 정의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1000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Main Study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/>
              <a:t>연구 목적</a:t>
            </a:r>
            <a:endParaRPr lang="en-US" altLang="ko-KR" dirty="0"/>
          </a:p>
          <a:p>
            <a:pPr lvl="1"/>
            <a:r>
              <a:rPr lang="en-US" altLang="ko-KR" dirty="0"/>
              <a:t>Opportunistic CT Biomarker </a:t>
            </a:r>
            <a:r>
              <a:rPr lang="ko-KR" altLang="en-US" dirty="0"/>
              <a:t>기반 → </a:t>
            </a:r>
            <a:r>
              <a:rPr lang="en-US" altLang="ko-KR" dirty="0"/>
              <a:t>5</a:t>
            </a:r>
            <a:r>
              <a:rPr lang="ko-KR" altLang="en-US" dirty="0"/>
              <a:t>년 내 </a:t>
            </a:r>
            <a:r>
              <a:rPr lang="en-US" altLang="ko-KR" dirty="0"/>
              <a:t>vertebral compression fracture </a:t>
            </a:r>
            <a:r>
              <a:rPr lang="ko-KR" altLang="en-US" dirty="0"/>
              <a:t>예측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의 </a:t>
            </a:r>
            <a:r>
              <a:rPr lang="en-US" altLang="ko-KR" dirty="0"/>
              <a:t>incremental value </a:t>
            </a:r>
            <a:r>
              <a:rPr lang="ko-KR" altLang="en-US" dirty="0"/>
              <a:t>검증</a:t>
            </a:r>
            <a:endParaRPr lang="en-US" altLang="ko-KR" dirty="0"/>
          </a:p>
          <a:p>
            <a:r>
              <a:rPr lang="ko-KR" altLang="en-US" dirty="0"/>
              <a:t>데이터</a:t>
            </a:r>
            <a:endParaRPr lang="en-US" altLang="ko-KR" dirty="0"/>
          </a:p>
          <a:p>
            <a:pPr lvl="1"/>
            <a:r>
              <a:rPr lang="en-US" altLang="ko-KR" dirty="0"/>
              <a:t>Baseline APCT + follow-up imaging </a:t>
            </a:r>
            <a:r>
              <a:rPr lang="ko-KR" altLang="en-US" dirty="0"/>
              <a:t>보유 환자</a:t>
            </a:r>
            <a:endParaRPr lang="en-US" altLang="ko-KR" dirty="0"/>
          </a:p>
          <a:p>
            <a:pPr lvl="1"/>
            <a:r>
              <a:rPr lang="ko-KR" altLang="en-US" dirty="0"/>
              <a:t>주요 변수</a:t>
            </a:r>
            <a:r>
              <a:rPr lang="en-US" altLang="ko-KR" dirty="0"/>
              <a:t>: Age, Sex, AEC, Muscle, Bone Density </a:t>
            </a:r>
            <a:r>
              <a:rPr lang="ko-KR" altLang="en-US" dirty="0"/>
              <a:t>등</a:t>
            </a:r>
            <a:endParaRPr lang="en-US" altLang="ko-KR" dirty="0"/>
          </a:p>
          <a:p>
            <a:r>
              <a:rPr lang="ko-KR" altLang="en-US" dirty="0"/>
              <a:t>모델 구조</a:t>
            </a:r>
            <a:endParaRPr lang="en-US" altLang="ko-KR" dirty="0"/>
          </a:p>
          <a:p>
            <a:pPr lvl="1"/>
            <a:r>
              <a:rPr lang="en-US" altLang="ko-KR" dirty="0"/>
              <a:t>Model A: Age + Sex</a:t>
            </a:r>
          </a:p>
          <a:p>
            <a:pPr lvl="1"/>
            <a:r>
              <a:rPr lang="en-US" altLang="ko-KR" dirty="0"/>
              <a:t>Model B: + Bone</a:t>
            </a:r>
          </a:p>
          <a:p>
            <a:pPr lvl="1"/>
            <a:r>
              <a:rPr lang="en-US" altLang="ko-KR" dirty="0"/>
              <a:t>Model C: + Muscle</a:t>
            </a:r>
          </a:p>
          <a:p>
            <a:pPr lvl="1"/>
            <a:r>
              <a:rPr lang="en-US" altLang="ko-KR" dirty="0"/>
              <a:t>Model D: + AEC (</a:t>
            </a:r>
            <a:r>
              <a:rPr lang="ko-KR" altLang="en-US" dirty="0"/>
              <a:t>핵심 비교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5299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Pilot Feasibility Study (</a:t>
            </a:r>
            <a:r>
              <a:rPr lang="ko-KR" altLang="en-US" dirty="0"/>
              <a:t>현재 진행 연구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연구 목적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가 단순 보조 변수인지 </a:t>
            </a:r>
            <a:r>
              <a:rPr lang="en-US" altLang="ko-KR" dirty="0"/>
              <a:t>vs </a:t>
            </a:r>
            <a:r>
              <a:rPr lang="ko-KR" altLang="en-US" dirty="0"/>
              <a:t>독립적인 </a:t>
            </a:r>
            <a:r>
              <a:rPr lang="en-US" altLang="ko-KR" dirty="0"/>
              <a:t>biomarker</a:t>
            </a:r>
            <a:r>
              <a:rPr lang="ko-KR" altLang="en-US" dirty="0"/>
              <a:t>인지 검증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→ 본 연구 모델 포함 가능성 평가</a:t>
            </a:r>
            <a:endParaRPr lang="en-US" altLang="ko-KR" dirty="0"/>
          </a:p>
          <a:p>
            <a:r>
              <a:rPr lang="ko-KR" altLang="en-US" dirty="0"/>
              <a:t>핵심 질문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는 </a:t>
            </a:r>
            <a:r>
              <a:rPr lang="en-US" altLang="ko-KR" dirty="0"/>
              <a:t>age/sex </a:t>
            </a:r>
            <a:r>
              <a:rPr lang="ko-KR" altLang="en-US" dirty="0"/>
              <a:t>이상 정보를 가지는가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Muscle/Bone</a:t>
            </a:r>
            <a:r>
              <a:rPr lang="ko-KR" altLang="en-US" dirty="0"/>
              <a:t>과 독립적 연관성이 존재하는가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Scanner/Center </a:t>
            </a:r>
            <a:r>
              <a:rPr lang="ko-KR" altLang="en-US" dirty="0"/>
              <a:t>보정 후에도 유지되는가</a:t>
            </a:r>
            <a:r>
              <a:rPr lang="en-US" altLang="ko-KR" dirty="0"/>
              <a:t>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0437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Pilot Feasibility Study (</a:t>
            </a:r>
            <a:r>
              <a:rPr lang="ko-KR" altLang="en-US" dirty="0"/>
              <a:t>현재 진행 연구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/>
              <a:t>분석 전략</a:t>
            </a:r>
            <a:endParaRPr lang="en-US" altLang="ko-KR" dirty="0"/>
          </a:p>
          <a:p>
            <a:pPr lvl="1"/>
            <a:r>
              <a:rPr lang="ko-KR" altLang="en-US" dirty="0"/>
              <a:t>분포 분석 </a:t>
            </a:r>
            <a:r>
              <a:rPr lang="en-US" altLang="ko-KR" dirty="0"/>
              <a:t>(AEC by </a:t>
            </a:r>
            <a:r>
              <a:rPr lang="ko-KR" altLang="en-US" dirty="0"/>
              <a:t>센터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/>
              <a:t>연령</a:t>
            </a:r>
            <a:r>
              <a:rPr lang="en-US" altLang="ko-KR" dirty="0"/>
              <a:t>) – Complete</a:t>
            </a:r>
          </a:p>
          <a:p>
            <a:pPr lvl="1"/>
            <a:r>
              <a:rPr lang="ko-KR" altLang="en-US" b="1" dirty="0"/>
              <a:t>회귀 분석 </a:t>
            </a:r>
            <a:r>
              <a:rPr lang="en-US" altLang="ko-KR" b="1" dirty="0"/>
              <a:t>(muscle area / attenuation / bone density ~ AEC + age + sex)</a:t>
            </a:r>
          </a:p>
          <a:p>
            <a:pPr lvl="1"/>
            <a:r>
              <a:rPr lang="ko-KR" altLang="en-US" b="1" dirty="0"/>
              <a:t>고급 분석</a:t>
            </a:r>
            <a:endParaRPr lang="en-US" altLang="ko-KR" b="1" dirty="0"/>
          </a:p>
          <a:p>
            <a:pPr lvl="2"/>
            <a:r>
              <a:rPr lang="en-US" altLang="ko-KR" b="1" dirty="0"/>
              <a:t>Multivariable (center, scanner </a:t>
            </a:r>
            <a:r>
              <a:rPr lang="ko-KR" altLang="en-US" b="1" dirty="0"/>
              <a:t>보정</a:t>
            </a:r>
            <a:r>
              <a:rPr lang="en-US" altLang="ko-KR" b="1" dirty="0"/>
              <a:t>)</a:t>
            </a:r>
          </a:p>
          <a:p>
            <a:pPr lvl="2"/>
            <a:r>
              <a:rPr lang="en-US" altLang="ko-KR" dirty="0"/>
              <a:t>Spline </a:t>
            </a:r>
            <a:r>
              <a:rPr lang="ko-KR" altLang="en-US" dirty="0"/>
              <a:t>분석 →</a:t>
            </a:r>
            <a:r>
              <a:rPr lang="en-US" altLang="ko-KR" dirty="0"/>
              <a:t> </a:t>
            </a:r>
            <a:r>
              <a:rPr lang="ko-KR" altLang="en-US" dirty="0"/>
              <a:t>비선형 관계 확인</a:t>
            </a:r>
            <a:endParaRPr lang="en-US" altLang="ko-KR" dirty="0"/>
          </a:p>
          <a:p>
            <a:pPr lvl="2"/>
            <a:r>
              <a:rPr lang="en-US" altLang="ko-KR" dirty="0"/>
              <a:t>Center-stratified </a:t>
            </a:r>
            <a:r>
              <a:rPr lang="ko-KR" altLang="en-US" dirty="0"/>
              <a:t>분석</a:t>
            </a:r>
            <a:endParaRPr lang="en-US" altLang="ko-KR" dirty="0"/>
          </a:p>
          <a:p>
            <a:r>
              <a:rPr lang="ko-KR" altLang="en-US" dirty="0"/>
              <a:t>결과물</a:t>
            </a:r>
            <a:endParaRPr lang="en-US" altLang="ko-KR" dirty="0"/>
          </a:p>
          <a:p>
            <a:pPr lvl="1"/>
            <a:r>
              <a:rPr lang="en-US" altLang="ko-KR" dirty="0"/>
              <a:t>AEC distribution plot</a:t>
            </a:r>
          </a:p>
          <a:p>
            <a:pPr lvl="1"/>
            <a:r>
              <a:rPr lang="en-US" altLang="ko-KR" dirty="0"/>
              <a:t>AEC vs biomarker scatter</a:t>
            </a:r>
          </a:p>
          <a:p>
            <a:pPr lvl="1"/>
            <a:r>
              <a:rPr lang="en-US" altLang="ko-KR" dirty="0"/>
              <a:t>Regression Table</a:t>
            </a:r>
          </a:p>
          <a:p>
            <a:pPr lvl="1"/>
            <a:r>
              <a:rPr lang="en-US" altLang="ko-KR" dirty="0"/>
              <a:t>Stratified Result Figure </a:t>
            </a:r>
            <a:r>
              <a:rPr lang="ko-KR" altLang="en-US" dirty="0"/>
              <a:t>등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901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정리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5834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- </a:t>
            </a:r>
            <a:r>
              <a:rPr lang="ko-KR" altLang="en-US" dirty="0"/>
              <a:t>강남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FB8A9B4-0370-4CA4-9AF7-A25EA9F5BC67}"/>
              </a:ext>
            </a:extLst>
          </p:cNvPr>
          <p:cNvGrpSpPr/>
          <p:nvPr/>
        </p:nvGrpSpPr>
        <p:grpSpPr>
          <a:xfrm>
            <a:off x="769620" y="1727033"/>
            <a:ext cx="10652760" cy="1874520"/>
            <a:chOff x="320040" y="1591057"/>
            <a:chExt cx="11247120" cy="18745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9" name="Rectangle 5">
              <a:extLst>
                <a:ext uri="{FF2B5EF4-FFF2-40B4-BE49-F238E27FC236}">
                  <a16:creationId xmlns:a16="http://schemas.microsoft.com/office/drawing/2014/main" id="{BE12C57E-DDA6-448D-86BC-F1DC21EC5D54}"/>
                </a:ext>
              </a:extLst>
            </p:cNvPr>
            <p:cNvSpPr/>
            <p:nvPr/>
          </p:nvSpPr>
          <p:spPr>
            <a:xfrm>
              <a:off x="320040" y="1591057"/>
              <a:ext cx="356616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341836B-E0D9-4AAE-A183-22EFDBEB5A9F}"/>
                </a:ext>
              </a:extLst>
            </p:cNvPr>
            <p:cNvSpPr txBox="1"/>
            <p:nvPr/>
          </p:nvSpPr>
          <p:spPr>
            <a:xfrm>
              <a:off x="429768" y="1636777"/>
              <a:ext cx="33832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총 </a:t>
              </a:r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환자</a:t>
              </a:r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 수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A0E5E16-BED6-4786-BA12-4B9DA00E5C69}"/>
                </a:ext>
              </a:extLst>
            </p:cNvPr>
            <p:cNvSpPr txBox="1"/>
            <p:nvPr/>
          </p:nvSpPr>
          <p:spPr>
            <a:xfrm>
              <a:off x="429768" y="1975105"/>
              <a:ext cx="33832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1,67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3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명</a:t>
              </a:r>
            </a:p>
          </p:txBody>
        </p:sp>
        <p:sp>
          <p:nvSpPr>
            <p:cNvPr id="42" name="Rectangle 8">
              <a:extLst>
                <a:ext uri="{FF2B5EF4-FFF2-40B4-BE49-F238E27FC236}">
                  <a16:creationId xmlns:a16="http://schemas.microsoft.com/office/drawing/2014/main" id="{2BDD2FD2-D736-4432-A9D6-16A0A1C7E0A0}"/>
                </a:ext>
              </a:extLst>
            </p:cNvPr>
            <p:cNvSpPr/>
            <p:nvPr/>
          </p:nvSpPr>
          <p:spPr>
            <a:xfrm>
              <a:off x="4160520" y="1591057"/>
              <a:ext cx="356616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93F3D5B-8095-49E6-98D3-E24267C25BDA}"/>
                </a:ext>
              </a:extLst>
            </p:cNvPr>
            <p:cNvSpPr txBox="1"/>
            <p:nvPr/>
          </p:nvSpPr>
          <p:spPr>
            <a:xfrm>
              <a:off x="4270248" y="1636777"/>
              <a:ext cx="33832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남성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3CA52CD-5E1B-4300-A6A1-8E0FB8D87ABE}"/>
                </a:ext>
              </a:extLst>
            </p:cNvPr>
            <p:cNvSpPr txBox="1"/>
            <p:nvPr/>
          </p:nvSpPr>
          <p:spPr>
            <a:xfrm>
              <a:off x="4270248" y="1975105"/>
              <a:ext cx="33832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665명 (39.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7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%)</a:t>
              </a:r>
            </a:p>
          </p:txBody>
        </p:sp>
        <p:sp>
          <p:nvSpPr>
            <p:cNvPr id="45" name="Rectangle 11">
              <a:extLst>
                <a:ext uri="{FF2B5EF4-FFF2-40B4-BE49-F238E27FC236}">
                  <a16:creationId xmlns:a16="http://schemas.microsoft.com/office/drawing/2014/main" id="{20A8A9A3-5B0C-4B19-B70F-63963F3E6EDA}"/>
                </a:ext>
              </a:extLst>
            </p:cNvPr>
            <p:cNvSpPr/>
            <p:nvPr/>
          </p:nvSpPr>
          <p:spPr>
            <a:xfrm>
              <a:off x="8001000" y="1591057"/>
              <a:ext cx="356616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0535323-FE78-4A6C-BA8C-0B802F73AE17}"/>
                </a:ext>
              </a:extLst>
            </p:cNvPr>
            <p:cNvSpPr txBox="1"/>
            <p:nvPr/>
          </p:nvSpPr>
          <p:spPr>
            <a:xfrm>
              <a:off x="8110727" y="1636777"/>
              <a:ext cx="33832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여성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D5D9754-A87E-43AF-A4C5-5CF4B1571F89}"/>
                </a:ext>
              </a:extLst>
            </p:cNvPr>
            <p:cNvSpPr txBox="1"/>
            <p:nvPr/>
          </p:nvSpPr>
          <p:spPr>
            <a:xfrm>
              <a:off x="8110727" y="1975105"/>
              <a:ext cx="33832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1,00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8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명 (60.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3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%)</a:t>
              </a:r>
            </a:p>
          </p:txBody>
        </p:sp>
        <p:sp>
          <p:nvSpPr>
            <p:cNvPr id="48" name="Rectangle 14">
              <a:extLst>
                <a:ext uri="{FF2B5EF4-FFF2-40B4-BE49-F238E27FC236}">
                  <a16:creationId xmlns:a16="http://schemas.microsoft.com/office/drawing/2014/main" id="{7A62C207-1358-4540-BAF7-886B262642A4}"/>
                </a:ext>
              </a:extLst>
            </p:cNvPr>
            <p:cNvSpPr/>
            <p:nvPr/>
          </p:nvSpPr>
          <p:spPr>
            <a:xfrm>
              <a:off x="320040" y="2596897"/>
              <a:ext cx="356616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247224A-B980-4279-B627-9DE525993057}"/>
                </a:ext>
              </a:extLst>
            </p:cNvPr>
            <p:cNvSpPr txBox="1"/>
            <p:nvPr/>
          </p:nvSpPr>
          <p:spPr>
            <a:xfrm>
              <a:off x="429768" y="2642617"/>
              <a:ext cx="33832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CT </a:t>
              </a:r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스캐너</a:t>
              </a:r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 </a:t>
              </a:r>
              <a:r>
                <a:rPr lang="en-US" sz="140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/ </a:t>
              </a:r>
              <a:r>
                <a:rPr lang="ko-KR" altLang="en-US" sz="140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주요 </a:t>
              </a:r>
              <a:r>
                <a:rPr lang="en-US" altLang="ko-KR" sz="140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kVp</a:t>
              </a:r>
              <a:endParaRPr sz="1400" b="0" i="0" dirty="0">
                <a:solidFill>
                  <a:srgbClr val="2E75B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DF80006-189B-46B5-B51D-3D8BBBB8A175}"/>
                </a:ext>
              </a:extLst>
            </p:cNvPr>
            <p:cNvSpPr txBox="1"/>
            <p:nvPr/>
          </p:nvSpPr>
          <p:spPr>
            <a:xfrm>
              <a:off x="429768" y="2980945"/>
              <a:ext cx="33832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31종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 | 100 </a:t>
              </a:r>
              <a:r>
                <a:rPr lang="en-US" sz="1600" b="1" i="0" dirty="0" err="1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kVp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 (93.3%)</a:t>
              </a:r>
              <a:endParaRPr sz="1600" b="1" i="0" dirty="0">
                <a:solidFill>
                  <a:srgbClr val="1A355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51" name="Rectangle 17">
              <a:extLst>
                <a:ext uri="{FF2B5EF4-FFF2-40B4-BE49-F238E27FC236}">
                  <a16:creationId xmlns:a16="http://schemas.microsoft.com/office/drawing/2014/main" id="{4B6BE63E-0123-4F18-8E59-967505038D69}"/>
                </a:ext>
              </a:extLst>
            </p:cNvPr>
            <p:cNvSpPr/>
            <p:nvPr/>
          </p:nvSpPr>
          <p:spPr>
            <a:xfrm>
              <a:off x="4160520" y="2596897"/>
              <a:ext cx="356616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BA79CE8-F960-47A9-AC4D-67BD17CA8306}"/>
                </a:ext>
              </a:extLst>
            </p:cNvPr>
            <p:cNvSpPr txBox="1"/>
            <p:nvPr/>
          </p:nvSpPr>
          <p:spPr>
            <a:xfrm>
              <a:off x="4270248" y="2642617"/>
              <a:ext cx="33832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TAMA 범위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24F43EC-9CF1-44BF-9E3E-4BF33DCA13C3}"/>
                </a:ext>
              </a:extLst>
            </p:cNvPr>
            <p:cNvSpPr txBox="1"/>
            <p:nvPr/>
          </p:nvSpPr>
          <p:spPr>
            <a:xfrm>
              <a:off x="4270248" y="2980945"/>
              <a:ext cx="33832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14 ~ 299 cm²</a:t>
              </a:r>
            </a:p>
          </p:txBody>
        </p:sp>
        <p:sp>
          <p:nvSpPr>
            <p:cNvPr id="54" name="Rectangle 20">
              <a:extLst>
                <a:ext uri="{FF2B5EF4-FFF2-40B4-BE49-F238E27FC236}">
                  <a16:creationId xmlns:a16="http://schemas.microsoft.com/office/drawing/2014/main" id="{1DC6C060-CEA6-4E72-A09E-83151C02FBFB}"/>
                </a:ext>
              </a:extLst>
            </p:cNvPr>
            <p:cNvSpPr/>
            <p:nvPr/>
          </p:nvSpPr>
          <p:spPr>
            <a:xfrm>
              <a:off x="8001000" y="2596897"/>
              <a:ext cx="356616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173FB4F-2768-4C0B-9D08-4D1348DEB512}"/>
                </a:ext>
              </a:extLst>
            </p:cNvPr>
            <p:cNvSpPr txBox="1"/>
            <p:nvPr/>
          </p:nvSpPr>
          <p:spPr>
            <a:xfrm>
              <a:off x="8110727" y="2642617"/>
              <a:ext cx="33832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TAMA </a:t>
              </a:r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평균</a:t>
              </a:r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 (</a:t>
              </a:r>
              <a:r>
                <a:rPr lang="en-US" sz="140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std</a:t>
              </a:r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)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EBFA46C-0E8B-4078-B998-CFCF1C15E333}"/>
                </a:ext>
              </a:extLst>
            </p:cNvPr>
            <p:cNvSpPr txBox="1"/>
            <p:nvPr/>
          </p:nvSpPr>
          <p:spPr>
            <a:xfrm>
              <a:off x="8110727" y="2980945"/>
              <a:ext cx="33832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122.5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1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 (±30.4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9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) cm²</a:t>
              </a:r>
            </a:p>
          </p:txBody>
        </p:sp>
      </p:grpSp>
      <p:graphicFrame>
        <p:nvGraphicFramePr>
          <p:cNvPr id="58" name="Table 24">
            <a:extLst>
              <a:ext uri="{FF2B5EF4-FFF2-40B4-BE49-F238E27FC236}">
                <a16:creationId xmlns:a16="http://schemas.microsoft.com/office/drawing/2014/main" id="{482DE016-3F1C-4650-8969-98555872D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278036"/>
              </p:ext>
            </p:extLst>
          </p:nvPr>
        </p:nvGraphicFramePr>
        <p:xfrm>
          <a:off x="769620" y="4041312"/>
          <a:ext cx="6408416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5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54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54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성별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N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std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median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P25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P75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665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149.52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27.46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150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132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166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F</a:t>
                      </a:r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emale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1,00</a:t>
                      </a:r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8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104.</a:t>
                      </a:r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69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15.7</a:t>
                      </a:r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11</a:t>
                      </a:r>
                      <a:r>
                        <a:rPr lang="en-US" altLang="ko-KR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4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6EC54C22-54C7-4731-BDAE-0EFC4B4170E3}"/>
              </a:ext>
            </a:extLst>
          </p:cNvPr>
          <p:cNvGrpSpPr/>
          <p:nvPr/>
        </p:nvGrpSpPr>
        <p:grpSpPr>
          <a:xfrm>
            <a:off x="7406640" y="4041312"/>
            <a:ext cx="4015740" cy="1572768"/>
            <a:chOff x="7406640" y="3694177"/>
            <a:chExt cx="4480560" cy="15727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9" name="Rectangle 25">
              <a:extLst>
                <a:ext uri="{FF2B5EF4-FFF2-40B4-BE49-F238E27FC236}">
                  <a16:creationId xmlns:a16="http://schemas.microsoft.com/office/drawing/2014/main" id="{5A932513-CAD4-42B2-A511-65EE77DD71BF}"/>
                </a:ext>
              </a:extLst>
            </p:cNvPr>
            <p:cNvSpPr/>
            <p:nvPr/>
          </p:nvSpPr>
          <p:spPr>
            <a:xfrm>
              <a:off x="7406640" y="3694177"/>
              <a:ext cx="4480560" cy="1572768"/>
            </a:xfrm>
            <a:prstGeom prst="rect">
              <a:avLst/>
            </a:prstGeom>
            <a:solidFill>
              <a:srgbClr val="1A3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50D8626-1C62-4DF4-92E7-901154E92F9F}"/>
                </a:ext>
              </a:extLst>
            </p:cNvPr>
            <p:cNvSpPr txBox="1"/>
            <p:nvPr/>
          </p:nvSpPr>
          <p:spPr>
            <a:xfrm>
              <a:off x="7543800" y="3739897"/>
              <a:ext cx="42062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 dirty="0">
                  <a:solidFill>
                    <a:srgbClr val="FF7F2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Logistic Regression </a:t>
              </a:r>
              <a:r>
                <a:rPr lang="en-US" sz="1200" b="1" i="0" dirty="0">
                  <a:solidFill>
                    <a:srgbClr val="FF7F2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binary cutoff</a:t>
              </a:r>
              <a:endParaRPr sz="1200" b="1" i="0" dirty="0">
                <a:solidFill>
                  <a:srgbClr val="FF7F2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8B5CF73-5AD1-47BB-9047-4C29B1832002}"/>
                </a:ext>
              </a:extLst>
            </p:cNvPr>
            <p:cNvSpPr txBox="1"/>
            <p:nvPr/>
          </p:nvSpPr>
          <p:spPr>
            <a:xfrm>
              <a:off x="7543800" y="4133089"/>
              <a:ext cx="4206240" cy="9002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• </a:t>
              </a:r>
              <a:r>
                <a:rPr lang="en-US" sz="120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Male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: TAMA &lt; 1</a:t>
              </a:r>
              <a:r>
                <a:rPr lang="en-US" sz="120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32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 cm²  →  Low Muscle (1)
•</a:t>
              </a:r>
              <a:r>
                <a:rPr lang="ko-KR" altLang="en-US"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 </a:t>
              </a:r>
              <a:r>
                <a:rPr lang="en-US" altLang="ko-KR"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Female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: TAMA &lt; </a:t>
              </a:r>
              <a:r>
                <a:rPr lang="en-US" sz="120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95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 cm²  →  Low Muscle (1)
• </a:t>
              </a:r>
              <a:r>
                <a:rPr sz="1200" b="0" i="0" dirty="0" err="1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양성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 </a:t>
              </a:r>
              <a:r>
                <a:rPr sz="1200" b="0" i="0" dirty="0" err="1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비율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: </a:t>
              </a:r>
              <a:r>
                <a:rPr lang="en-US" sz="120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400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 / 1,67</a:t>
              </a:r>
              <a:r>
                <a:rPr lang="en-US"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3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 = </a:t>
              </a:r>
              <a:r>
                <a:rPr lang="en-US"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23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.9 %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6521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총 환자수가 </a:t>
            </a:r>
            <a:r>
              <a:rPr lang="en-US" altLang="ko-KR" dirty="0"/>
              <a:t>1,673</a:t>
            </a:r>
            <a:r>
              <a:rPr lang="ko-KR" altLang="en-US" dirty="0"/>
              <a:t>명인 이유</a:t>
            </a:r>
            <a:endParaRPr lang="en-US" altLang="ko-KR" dirty="0"/>
          </a:p>
          <a:p>
            <a:pPr lvl="1"/>
            <a:r>
              <a:rPr lang="en-US" altLang="ko-KR" dirty="0"/>
              <a:t>Clinic Data </a:t>
            </a:r>
            <a:r>
              <a:rPr lang="ko-KR" altLang="en-US" dirty="0"/>
              <a:t>수 </a:t>
            </a:r>
            <a:r>
              <a:rPr lang="en-US" altLang="ko-KR" dirty="0"/>
              <a:t>: 3,672 </a:t>
            </a:r>
            <a:r>
              <a:rPr lang="ko-KR" altLang="en-US" dirty="0"/>
              <a:t>→ 중복 </a:t>
            </a:r>
            <a:r>
              <a:rPr lang="en-US" altLang="ko-KR" dirty="0" err="1"/>
              <a:t>PatientID</a:t>
            </a:r>
            <a:r>
              <a:rPr lang="en-US" altLang="ko-KR" dirty="0"/>
              <a:t> </a:t>
            </a:r>
            <a:r>
              <a:rPr lang="ko-KR" altLang="en-US" dirty="0"/>
              <a:t>제거 </a:t>
            </a:r>
            <a:r>
              <a:rPr lang="en-US" altLang="ko-KR" dirty="0"/>
              <a:t>: 2,025 </a:t>
            </a:r>
            <a:r>
              <a:rPr lang="ko-KR" altLang="en-US" dirty="0"/>
              <a:t>→ </a:t>
            </a:r>
            <a:r>
              <a:rPr lang="en-US" altLang="ko-KR" dirty="0"/>
              <a:t>TAMA outlier(0, 1)</a:t>
            </a:r>
            <a:r>
              <a:rPr lang="ko-KR" altLang="en-US" dirty="0"/>
              <a:t> 제거 </a:t>
            </a:r>
            <a:r>
              <a:rPr lang="en-US" altLang="ko-KR" dirty="0"/>
              <a:t>: 2,023</a:t>
            </a:r>
          </a:p>
          <a:p>
            <a:pPr lvl="1"/>
            <a:r>
              <a:rPr lang="en-US" altLang="ko-KR" dirty="0"/>
              <a:t>Axial Data </a:t>
            </a:r>
            <a:r>
              <a:rPr lang="ko-KR" altLang="en-US" dirty="0"/>
              <a:t>수 </a:t>
            </a:r>
            <a:r>
              <a:rPr lang="en-US" altLang="ko-KR" dirty="0"/>
              <a:t>: 2,023 </a:t>
            </a:r>
            <a:r>
              <a:rPr lang="ko-KR" altLang="en-US" dirty="0"/>
              <a:t>→ </a:t>
            </a:r>
            <a:r>
              <a:rPr lang="en-US" altLang="ko-KR" dirty="0"/>
              <a:t>Fixed Tube Current Value </a:t>
            </a:r>
            <a:r>
              <a:rPr lang="ko-KR" altLang="en-US" dirty="0"/>
              <a:t>제거 </a:t>
            </a:r>
            <a:r>
              <a:rPr lang="en-US" altLang="ko-KR" dirty="0"/>
              <a:t>: 1,673</a:t>
            </a:r>
          </a:p>
        </p:txBody>
      </p:sp>
    </p:spTree>
    <p:extLst>
      <p:ext uri="{BB962C8B-B14F-4D97-AF65-F5344CB8AC3E}">
        <p14:creationId xmlns:p14="http://schemas.microsoft.com/office/powerpoint/2010/main" val="1327445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0F76B1F-ACFD-F8B9-7EB7-7F91F47F3E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811868"/>
            <a:ext cx="7363536" cy="44270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CT </a:t>
            </a:r>
            <a:r>
              <a:rPr lang="ko-KR" altLang="en-US" dirty="0"/>
              <a:t>스캐너 모델 및 </a:t>
            </a:r>
            <a:r>
              <a:rPr lang="en-US" altLang="ko-KR" dirty="0" err="1"/>
              <a:t>kVp</a:t>
            </a:r>
            <a:r>
              <a:rPr lang="en-US" altLang="ko-KR" dirty="0"/>
              <a:t> </a:t>
            </a:r>
            <a:r>
              <a:rPr lang="ko-KR" altLang="en-US" dirty="0"/>
              <a:t>데이터 분포 </a:t>
            </a:r>
            <a:r>
              <a:rPr lang="en-US" altLang="ko-KR" dirty="0"/>
              <a:t>- </a:t>
            </a:r>
            <a:r>
              <a:rPr lang="ko-KR" altLang="en-US" dirty="0"/>
              <a:t>강남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D09B646-F084-4AEA-BEEF-1A6E6900AD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1868"/>
            <a:ext cx="7363535" cy="44270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FB89FDA-A353-493A-B9D5-D8613A24BF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242" y="1811868"/>
            <a:ext cx="4496158" cy="355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59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6BAEE-540D-67B5-2012-FA8FAD0F8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80948C-93BB-5162-77E1-A6DBD6C4A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A8834E-C396-512B-D8A6-FEB2A3719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594F712F-1DB0-B5A0-BE58-7BFD2221B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- </a:t>
            </a:r>
            <a:r>
              <a:rPr lang="ko-KR" altLang="en-US" dirty="0"/>
              <a:t>신촌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E3AF0F8-8A3D-9AE6-728E-3F5519570389}"/>
              </a:ext>
            </a:extLst>
          </p:cNvPr>
          <p:cNvGrpSpPr/>
          <p:nvPr/>
        </p:nvGrpSpPr>
        <p:grpSpPr>
          <a:xfrm>
            <a:off x="769620" y="1727033"/>
            <a:ext cx="10652760" cy="1874520"/>
            <a:chOff x="320040" y="1591057"/>
            <a:chExt cx="11247120" cy="18745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9" name="Rectangle 5">
              <a:extLst>
                <a:ext uri="{FF2B5EF4-FFF2-40B4-BE49-F238E27FC236}">
                  <a16:creationId xmlns:a16="http://schemas.microsoft.com/office/drawing/2014/main" id="{74709CDB-3511-EB3A-EB8B-DF963D2B515F}"/>
                </a:ext>
              </a:extLst>
            </p:cNvPr>
            <p:cNvSpPr/>
            <p:nvPr/>
          </p:nvSpPr>
          <p:spPr>
            <a:xfrm>
              <a:off x="320040" y="1591057"/>
              <a:ext cx="356616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9DAD80C-8BB0-BD76-4CD8-1E2A19475F0A}"/>
                </a:ext>
              </a:extLst>
            </p:cNvPr>
            <p:cNvSpPr txBox="1"/>
            <p:nvPr/>
          </p:nvSpPr>
          <p:spPr>
            <a:xfrm>
              <a:off x="429768" y="1636777"/>
              <a:ext cx="33832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총 </a:t>
              </a:r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환자</a:t>
              </a:r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 수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13777AE-C7E1-CE07-B746-19A75A1A8EE1}"/>
                </a:ext>
              </a:extLst>
            </p:cNvPr>
            <p:cNvSpPr txBox="1"/>
            <p:nvPr/>
          </p:nvSpPr>
          <p:spPr>
            <a:xfrm>
              <a:off x="429768" y="1975105"/>
              <a:ext cx="33832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1,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269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명</a:t>
              </a:r>
            </a:p>
          </p:txBody>
        </p:sp>
        <p:sp>
          <p:nvSpPr>
            <p:cNvPr id="42" name="Rectangle 8">
              <a:extLst>
                <a:ext uri="{FF2B5EF4-FFF2-40B4-BE49-F238E27FC236}">
                  <a16:creationId xmlns:a16="http://schemas.microsoft.com/office/drawing/2014/main" id="{9CDA1897-BED6-81E9-B864-D37489699BA6}"/>
                </a:ext>
              </a:extLst>
            </p:cNvPr>
            <p:cNvSpPr/>
            <p:nvPr/>
          </p:nvSpPr>
          <p:spPr>
            <a:xfrm>
              <a:off x="4160520" y="1591057"/>
              <a:ext cx="356616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78CDC44-B827-AE00-4D82-C5AAAF0929B6}"/>
                </a:ext>
              </a:extLst>
            </p:cNvPr>
            <p:cNvSpPr txBox="1"/>
            <p:nvPr/>
          </p:nvSpPr>
          <p:spPr>
            <a:xfrm>
              <a:off x="4270248" y="1636777"/>
              <a:ext cx="33832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남성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400DB57-6635-6B94-9E8D-6E2BDBEFAFFC}"/>
                </a:ext>
              </a:extLst>
            </p:cNvPr>
            <p:cNvSpPr txBox="1"/>
            <p:nvPr/>
          </p:nvSpPr>
          <p:spPr>
            <a:xfrm>
              <a:off x="4270248" y="1975105"/>
              <a:ext cx="33832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637</a:t>
              </a:r>
              <a:r>
                <a:rPr lang="ko-KR" altLang="en-US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명 </a:t>
              </a:r>
              <a:r>
                <a:rPr lang="en-US" altLang="ko-KR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(50.2%)</a:t>
              </a:r>
            </a:p>
          </p:txBody>
        </p:sp>
        <p:sp>
          <p:nvSpPr>
            <p:cNvPr id="45" name="Rectangle 11">
              <a:extLst>
                <a:ext uri="{FF2B5EF4-FFF2-40B4-BE49-F238E27FC236}">
                  <a16:creationId xmlns:a16="http://schemas.microsoft.com/office/drawing/2014/main" id="{32141635-C4C2-7A98-989A-2541DBB4E694}"/>
                </a:ext>
              </a:extLst>
            </p:cNvPr>
            <p:cNvSpPr/>
            <p:nvPr/>
          </p:nvSpPr>
          <p:spPr>
            <a:xfrm>
              <a:off x="8001000" y="1591057"/>
              <a:ext cx="356616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C4F65FA-0C59-AD1B-0695-D13B08091D29}"/>
                </a:ext>
              </a:extLst>
            </p:cNvPr>
            <p:cNvSpPr txBox="1"/>
            <p:nvPr/>
          </p:nvSpPr>
          <p:spPr>
            <a:xfrm>
              <a:off x="8110727" y="1636777"/>
              <a:ext cx="33832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여성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732E968-2554-EB9D-16F9-8131E5A09DCB}"/>
                </a:ext>
              </a:extLst>
            </p:cNvPr>
            <p:cNvSpPr txBox="1"/>
            <p:nvPr/>
          </p:nvSpPr>
          <p:spPr>
            <a:xfrm>
              <a:off x="8110727" y="1975105"/>
              <a:ext cx="33832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632</a:t>
              </a:r>
              <a:r>
                <a:rPr lang="ko-KR" altLang="en-US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명 </a:t>
              </a:r>
              <a:r>
                <a:rPr lang="en-US" altLang="ko-KR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(49.8%)</a:t>
              </a:r>
            </a:p>
          </p:txBody>
        </p:sp>
        <p:sp>
          <p:nvSpPr>
            <p:cNvPr id="48" name="Rectangle 14">
              <a:extLst>
                <a:ext uri="{FF2B5EF4-FFF2-40B4-BE49-F238E27FC236}">
                  <a16:creationId xmlns:a16="http://schemas.microsoft.com/office/drawing/2014/main" id="{FA7CA55E-15DC-9D15-13B8-8A14AAC56E54}"/>
                </a:ext>
              </a:extLst>
            </p:cNvPr>
            <p:cNvSpPr/>
            <p:nvPr/>
          </p:nvSpPr>
          <p:spPr>
            <a:xfrm>
              <a:off x="320040" y="2596897"/>
              <a:ext cx="356616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1880D5B-0F7C-4470-AA10-C6A33AA4198D}"/>
                </a:ext>
              </a:extLst>
            </p:cNvPr>
            <p:cNvSpPr txBox="1"/>
            <p:nvPr/>
          </p:nvSpPr>
          <p:spPr>
            <a:xfrm>
              <a:off x="429768" y="2642617"/>
              <a:ext cx="33832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CT </a:t>
              </a:r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스캐너</a:t>
              </a:r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 </a:t>
              </a:r>
              <a:r>
                <a:rPr lang="en-US" sz="140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/ </a:t>
              </a:r>
              <a:r>
                <a:rPr lang="ko-KR" altLang="en-US" sz="140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주요 </a:t>
              </a:r>
              <a:r>
                <a:rPr lang="en-US" altLang="ko-KR" sz="140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kVp</a:t>
              </a:r>
              <a:endParaRPr sz="1400" b="0" i="0" dirty="0">
                <a:solidFill>
                  <a:srgbClr val="2E75B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5208522-6278-D741-9B2F-262FBDEFC690}"/>
                </a:ext>
              </a:extLst>
            </p:cNvPr>
            <p:cNvSpPr txBox="1"/>
            <p:nvPr/>
          </p:nvSpPr>
          <p:spPr>
            <a:xfrm>
              <a:off x="429768" y="2980945"/>
              <a:ext cx="33832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46</a:t>
              </a:r>
              <a:r>
                <a:rPr lang="ko-KR" altLang="en-US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종  </a:t>
              </a:r>
              <a:r>
                <a:rPr lang="en-US" altLang="ko-KR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|  100 </a:t>
              </a:r>
              <a:r>
                <a:rPr lang="en-US" altLang="ko-KR" sz="1600" b="1" dirty="0" err="1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kVp</a:t>
              </a:r>
              <a:r>
                <a:rPr lang="en-US" altLang="ko-KR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(75.3%)</a:t>
              </a:r>
            </a:p>
          </p:txBody>
        </p:sp>
        <p:sp>
          <p:nvSpPr>
            <p:cNvPr id="51" name="Rectangle 17">
              <a:extLst>
                <a:ext uri="{FF2B5EF4-FFF2-40B4-BE49-F238E27FC236}">
                  <a16:creationId xmlns:a16="http://schemas.microsoft.com/office/drawing/2014/main" id="{7FA5140B-7E90-34EC-DBE2-FFF673BDF000}"/>
                </a:ext>
              </a:extLst>
            </p:cNvPr>
            <p:cNvSpPr/>
            <p:nvPr/>
          </p:nvSpPr>
          <p:spPr>
            <a:xfrm>
              <a:off x="4160520" y="2596897"/>
              <a:ext cx="356616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AEEF341-5712-B06D-4E32-C100545D2439}"/>
                </a:ext>
              </a:extLst>
            </p:cNvPr>
            <p:cNvSpPr txBox="1"/>
            <p:nvPr/>
          </p:nvSpPr>
          <p:spPr>
            <a:xfrm>
              <a:off x="4270248" y="2642617"/>
              <a:ext cx="33832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TAMA 범위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D59BBC4-D670-C230-0E3D-6E9A8CC1071C}"/>
                </a:ext>
              </a:extLst>
            </p:cNvPr>
            <p:cNvSpPr txBox="1"/>
            <p:nvPr/>
          </p:nvSpPr>
          <p:spPr>
            <a:xfrm>
              <a:off x="4270248" y="2980945"/>
              <a:ext cx="33832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29 ~ 279 cm²</a:t>
              </a:r>
            </a:p>
          </p:txBody>
        </p:sp>
        <p:sp>
          <p:nvSpPr>
            <p:cNvPr id="54" name="Rectangle 20">
              <a:extLst>
                <a:ext uri="{FF2B5EF4-FFF2-40B4-BE49-F238E27FC236}">
                  <a16:creationId xmlns:a16="http://schemas.microsoft.com/office/drawing/2014/main" id="{7EC843AF-ADFB-C9DF-BB2F-72BE02FB9E0F}"/>
                </a:ext>
              </a:extLst>
            </p:cNvPr>
            <p:cNvSpPr/>
            <p:nvPr/>
          </p:nvSpPr>
          <p:spPr>
            <a:xfrm>
              <a:off x="8001000" y="2596897"/>
              <a:ext cx="356616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089480E-2BC3-C771-0EC1-613CBF8B14EA}"/>
                </a:ext>
              </a:extLst>
            </p:cNvPr>
            <p:cNvSpPr txBox="1"/>
            <p:nvPr/>
          </p:nvSpPr>
          <p:spPr>
            <a:xfrm>
              <a:off x="8110727" y="2642617"/>
              <a:ext cx="33832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TAMA </a:t>
              </a:r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평균</a:t>
              </a:r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 (</a:t>
              </a:r>
              <a:r>
                <a:rPr lang="en-US" sz="140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std</a:t>
              </a:r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)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AEC52FB-84B6-559A-4886-34A0FC2877A8}"/>
                </a:ext>
              </a:extLst>
            </p:cNvPr>
            <p:cNvSpPr txBox="1"/>
            <p:nvPr/>
          </p:nvSpPr>
          <p:spPr>
            <a:xfrm>
              <a:off x="8110727" y="2980945"/>
              <a:ext cx="33832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126.25 (±30.82) cm²</a:t>
              </a:r>
            </a:p>
          </p:txBody>
        </p:sp>
      </p:grpSp>
      <p:graphicFrame>
        <p:nvGraphicFramePr>
          <p:cNvPr id="58" name="Table 24">
            <a:extLst>
              <a:ext uri="{FF2B5EF4-FFF2-40B4-BE49-F238E27FC236}">
                <a16:creationId xmlns:a16="http://schemas.microsoft.com/office/drawing/2014/main" id="{93111E9C-3E6D-1CC0-B18B-8040697D5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498329"/>
              </p:ext>
            </p:extLst>
          </p:nvPr>
        </p:nvGraphicFramePr>
        <p:xfrm>
          <a:off x="769620" y="4041312"/>
          <a:ext cx="6408416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5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54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54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성별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N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std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median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P25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P75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637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148.00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26.56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131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F</a:t>
                      </a:r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emale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104.33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15.46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95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B26F2A04-8962-095D-B8EE-17154B7B11AA}"/>
              </a:ext>
            </a:extLst>
          </p:cNvPr>
          <p:cNvGrpSpPr/>
          <p:nvPr/>
        </p:nvGrpSpPr>
        <p:grpSpPr>
          <a:xfrm>
            <a:off x="7406640" y="4041312"/>
            <a:ext cx="4015740" cy="1572768"/>
            <a:chOff x="7406640" y="3694177"/>
            <a:chExt cx="4480560" cy="15727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9" name="Rectangle 25">
              <a:extLst>
                <a:ext uri="{FF2B5EF4-FFF2-40B4-BE49-F238E27FC236}">
                  <a16:creationId xmlns:a16="http://schemas.microsoft.com/office/drawing/2014/main" id="{8BF55F90-37EC-EBF6-7013-6EC1F6B7A634}"/>
                </a:ext>
              </a:extLst>
            </p:cNvPr>
            <p:cNvSpPr/>
            <p:nvPr/>
          </p:nvSpPr>
          <p:spPr>
            <a:xfrm>
              <a:off x="7406640" y="3694177"/>
              <a:ext cx="4480560" cy="1572768"/>
            </a:xfrm>
            <a:prstGeom prst="rect">
              <a:avLst/>
            </a:prstGeom>
            <a:solidFill>
              <a:srgbClr val="1A3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DDB249-E131-8FFF-FC85-77623C25CEAF}"/>
                </a:ext>
              </a:extLst>
            </p:cNvPr>
            <p:cNvSpPr txBox="1"/>
            <p:nvPr/>
          </p:nvSpPr>
          <p:spPr>
            <a:xfrm>
              <a:off x="7543800" y="3739897"/>
              <a:ext cx="42062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 dirty="0">
                  <a:solidFill>
                    <a:srgbClr val="FF7F2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Logistic Regression </a:t>
              </a:r>
              <a:r>
                <a:rPr lang="en-US" sz="1200" b="1" i="0" dirty="0">
                  <a:solidFill>
                    <a:srgbClr val="FF7F2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binary cutoff</a:t>
              </a:r>
              <a:endParaRPr sz="1200" b="1" i="0" dirty="0">
                <a:solidFill>
                  <a:srgbClr val="FF7F2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D2F29C0-3430-B09B-78DB-3454E73F31E6}"/>
                </a:ext>
              </a:extLst>
            </p:cNvPr>
            <p:cNvSpPr txBox="1"/>
            <p:nvPr/>
          </p:nvSpPr>
          <p:spPr>
            <a:xfrm>
              <a:off x="7543800" y="4133089"/>
              <a:ext cx="4206240" cy="9002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• </a:t>
              </a:r>
              <a:r>
                <a:rPr lang="en-US" sz="120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Male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: TAMA &lt; 1</a:t>
              </a:r>
              <a:r>
                <a:rPr lang="en-US" sz="120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32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 cm²  →  Low Muscle (1)
•</a:t>
              </a:r>
              <a:r>
                <a:rPr lang="ko-KR" altLang="en-US"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 </a:t>
              </a:r>
              <a:r>
                <a:rPr lang="en-US" altLang="ko-KR"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Female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: TAMA &lt; </a:t>
              </a:r>
              <a:r>
                <a:rPr lang="en-US" sz="120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95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 cm²  →  Low Muscle (1)
• </a:t>
              </a:r>
              <a:r>
                <a:rPr sz="1200" b="0" i="0" dirty="0" err="1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양성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 </a:t>
              </a:r>
              <a:r>
                <a:rPr sz="1200" b="0" i="0" dirty="0" err="1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비율</a:t>
              </a:r>
              <a:r>
                <a:rPr sz="1200" b="0" i="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Bold" panose="00000800000000000000" pitchFamily="2" charset="-127"/>
                </a:rPr>
                <a:t>: </a:t>
              </a:r>
              <a:r>
                <a:rPr lang="en-US" altLang="ko-KR" sz="1200" dirty="0">
                  <a:solidFill>
                    <a:srgbClr val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317 / 1,269 = 25.0 %</a:t>
              </a:r>
              <a:endParaRPr sz="1200" b="0" i="0" dirty="0">
                <a:solidFill>
                  <a:srgbClr val="FFFFFF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3344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17591-5C0D-5A51-134D-715536A90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A5533-F6F1-F9CD-797E-C2FA290BE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C364F1-27A3-AB98-D76B-9096583CD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4925A88E-9A76-1866-300E-75B3BD583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총 환자수가 </a:t>
            </a:r>
            <a:r>
              <a:rPr lang="en-US" altLang="ko-KR" dirty="0"/>
              <a:t>1,269</a:t>
            </a:r>
            <a:r>
              <a:rPr lang="ko-KR" altLang="en-US" dirty="0"/>
              <a:t>명인 이유</a:t>
            </a:r>
            <a:endParaRPr lang="en-US" altLang="ko-KR" dirty="0"/>
          </a:p>
          <a:p>
            <a:pPr lvl="1"/>
            <a:r>
              <a:rPr lang="en-US" altLang="ko-KR" dirty="0"/>
              <a:t>Clinic Data </a:t>
            </a:r>
            <a:r>
              <a:rPr lang="ko-KR" altLang="en-US" dirty="0"/>
              <a:t>수 </a:t>
            </a:r>
            <a:r>
              <a:rPr lang="en-US" altLang="ko-KR" dirty="0"/>
              <a:t>: 3,162 </a:t>
            </a:r>
            <a:r>
              <a:rPr lang="ko-KR" altLang="en-US" dirty="0"/>
              <a:t>→ 중복 </a:t>
            </a:r>
            <a:r>
              <a:rPr lang="en-US" altLang="ko-KR" dirty="0" err="1"/>
              <a:t>PatientID</a:t>
            </a:r>
            <a:r>
              <a:rPr lang="en-US" altLang="ko-KR" dirty="0"/>
              <a:t> </a:t>
            </a:r>
            <a:r>
              <a:rPr lang="ko-KR" altLang="en-US" dirty="0"/>
              <a:t>제거 </a:t>
            </a:r>
            <a:r>
              <a:rPr lang="en-US" altLang="ko-KR" dirty="0"/>
              <a:t>: 3,162 </a:t>
            </a:r>
            <a:r>
              <a:rPr lang="ko-KR" altLang="en-US" dirty="0"/>
              <a:t>→ </a:t>
            </a:r>
            <a:r>
              <a:rPr lang="en-US" altLang="ko-KR" dirty="0"/>
              <a:t>TAMA </a:t>
            </a:r>
            <a:r>
              <a:rPr lang="ko-KR" altLang="en-US" dirty="0" err="1"/>
              <a:t>결측치</a:t>
            </a:r>
            <a:r>
              <a:rPr lang="ko-KR" altLang="en-US" dirty="0"/>
              <a:t> 제거 </a:t>
            </a:r>
            <a:r>
              <a:rPr lang="en-US" altLang="ko-KR" dirty="0"/>
              <a:t>: 2,257</a:t>
            </a:r>
          </a:p>
          <a:p>
            <a:pPr lvl="1"/>
            <a:r>
              <a:rPr lang="en-US" altLang="ko-KR" dirty="0"/>
              <a:t>Axial Data </a:t>
            </a:r>
            <a:r>
              <a:rPr lang="ko-KR" altLang="en-US" dirty="0"/>
              <a:t>수 </a:t>
            </a:r>
            <a:r>
              <a:rPr lang="en-US" altLang="ko-KR" dirty="0"/>
              <a:t>: 2,257 </a:t>
            </a:r>
            <a:r>
              <a:rPr lang="ko-KR" altLang="en-US" dirty="0"/>
              <a:t>→ </a:t>
            </a:r>
            <a:r>
              <a:rPr lang="en-US" altLang="ko-KR" dirty="0"/>
              <a:t>[Fixed | No] Tube Current Value </a:t>
            </a:r>
            <a:r>
              <a:rPr lang="ko-KR" altLang="en-US" dirty="0"/>
              <a:t>제거 </a:t>
            </a:r>
            <a:r>
              <a:rPr lang="en-US" altLang="ko-KR" dirty="0"/>
              <a:t>: 1,269</a:t>
            </a:r>
          </a:p>
        </p:txBody>
      </p:sp>
    </p:spTree>
    <p:extLst>
      <p:ext uri="{BB962C8B-B14F-4D97-AF65-F5344CB8AC3E}">
        <p14:creationId xmlns:p14="http://schemas.microsoft.com/office/powerpoint/2010/main" val="3567372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8461A-C233-43B7-338E-82A39EDF3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585EAB18-FCD9-0D20-39A8-0352ED13A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1868"/>
            <a:ext cx="7363535" cy="44270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C1F4BBC-90CD-A9A8-90E9-192C692B7D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811868"/>
            <a:ext cx="7363536" cy="44270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95132E7-4DF0-CE49-08DF-B2CC98A6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EACCD8-F2F4-A426-023A-050291924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EB581E43-DDE9-8FD1-DC13-2E1E8CD8B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CT </a:t>
            </a:r>
            <a:r>
              <a:rPr lang="ko-KR" altLang="en-US" dirty="0"/>
              <a:t>스캐너 모델 및 </a:t>
            </a:r>
            <a:r>
              <a:rPr lang="en-US" altLang="ko-KR" dirty="0" err="1"/>
              <a:t>kVp</a:t>
            </a:r>
            <a:r>
              <a:rPr lang="en-US" altLang="ko-KR" dirty="0"/>
              <a:t> </a:t>
            </a:r>
            <a:r>
              <a:rPr lang="ko-KR" altLang="en-US" dirty="0"/>
              <a:t>데이터 분포 </a:t>
            </a:r>
            <a:r>
              <a:rPr lang="en-US" altLang="ko-KR" dirty="0"/>
              <a:t>- </a:t>
            </a:r>
            <a:r>
              <a:rPr lang="ko-KR" altLang="en-US" dirty="0"/>
              <a:t>신촌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4CEE441-38AF-6F6C-F259-1C70D50A04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209" y="1811405"/>
            <a:ext cx="4279275" cy="355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619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612BE9E3-6536-4FF8-AC4E-29FBCA148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b="1" dirty="0"/>
              <a:t>AEC Feature Extracting ~</a:t>
            </a:r>
            <a:r>
              <a:rPr lang="ko-KR" altLang="en-US" b="1" dirty="0"/>
              <a:t> </a:t>
            </a:r>
            <a:r>
              <a:rPr lang="en-US" altLang="ko-KR" b="1" dirty="0"/>
              <a:t>65 features</a:t>
            </a:r>
            <a:endParaRPr lang="en-US" altLang="ko-KR" dirty="0"/>
          </a:p>
          <a:p>
            <a:pPr lvl="1"/>
            <a:r>
              <a:rPr lang="en-US" altLang="ko-KR" dirty="0"/>
              <a:t>Signal Info</a:t>
            </a:r>
          </a:p>
          <a:p>
            <a:pPr lvl="2"/>
            <a:r>
              <a:rPr lang="en-US" altLang="ko-KR" dirty="0"/>
              <a:t>Signal length</a:t>
            </a:r>
          </a:p>
          <a:p>
            <a:pPr lvl="1"/>
            <a:r>
              <a:rPr lang="en-US" altLang="ko-KR" dirty="0"/>
              <a:t>Basic Statistics</a:t>
            </a:r>
          </a:p>
          <a:p>
            <a:pPr lvl="2"/>
            <a:r>
              <a:rPr lang="en-US" altLang="ko-KR" dirty="0"/>
              <a:t>mean, std, min, max, range, median, IQR, skewness, kurtosis</a:t>
            </a:r>
          </a:p>
          <a:p>
            <a:pPr lvl="2"/>
            <a:r>
              <a:rPr lang="en-US" altLang="ko-KR" dirty="0"/>
              <a:t>percentile (p5, p10, p25, p75, p90, p95), p90_p10_ratio</a:t>
            </a:r>
          </a:p>
          <a:p>
            <a:pPr lvl="2"/>
            <a:r>
              <a:rPr lang="en-US" altLang="ko-KR" dirty="0"/>
              <a:t>CV (Coefficient of Variation), RMSE, </a:t>
            </a:r>
            <a:r>
              <a:rPr lang="en-US" altLang="ko-KR" dirty="0" err="1"/>
              <a:t>signal_energy</a:t>
            </a:r>
            <a:r>
              <a:rPr lang="en-US" altLang="ko-KR" dirty="0"/>
              <a:t> (Sum of squared values), </a:t>
            </a:r>
            <a:r>
              <a:rPr lang="en-US" altLang="ko-KR" dirty="0" err="1"/>
              <a:t>mean_abs_deviation</a:t>
            </a:r>
            <a:endParaRPr lang="en-US" altLang="ko-KR" dirty="0"/>
          </a:p>
          <a:p>
            <a:pPr lvl="1"/>
            <a:r>
              <a:rPr lang="en-US" altLang="ko-KR" dirty="0"/>
              <a:t>Shape</a:t>
            </a:r>
          </a:p>
          <a:p>
            <a:pPr lvl="2"/>
            <a:r>
              <a:rPr lang="en-US" altLang="ko-KR" dirty="0"/>
              <a:t>peak (count, max, mean, std, </a:t>
            </a:r>
            <a:r>
              <a:rPr lang="en-US" altLang="ko-KR" dirty="0" err="1"/>
              <a:t>first_position</a:t>
            </a:r>
            <a:r>
              <a:rPr lang="en-US" altLang="ko-KR" dirty="0"/>
              <a:t>, </a:t>
            </a:r>
            <a:r>
              <a:rPr lang="en-US" altLang="ko-KR" dirty="0" err="1"/>
              <a:t>last_position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Slope (count, max, min, mean, std, </a:t>
            </a:r>
            <a:r>
              <a:rPr lang="en-US" altLang="ko-KR" dirty="0" err="1"/>
              <a:t>abs_mean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Valley count, AUC</a:t>
            </a:r>
          </a:p>
          <a:p>
            <a:pPr lvl="1"/>
            <a:r>
              <a:rPr lang="en-US" altLang="ko-KR" dirty="0"/>
              <a:t>Frequency &amp; Wavelet</a:t>
            </a:r>
          </a:p>
        </p:txBody>
      </p:sp>
    </p:spTree>
    <p:extLst>
      <p:ext uri="{BB962C8B-B14F-4D97-AF65-F5344CB8AC3E}">
        <p14:creationId xmlns:p14="http://schemas.microsoft.com/office/powerpoint/2010/main" val="2793819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AEC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 </a:t>
            </a:r>
            <a:r>
              <a:rPr lang="en-US" altLang="ko-KR" dirty="0"/>
              <a:t>Extracting - </a:t>
            </a:r>
            <a:r>
              <a:rPr lang="ko-KR" altLang="en-US" dirty="0"/>
              <a:t>강남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649AB2B-068A-41A4-9569-D888FFBE3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822373"/>
              </p:ext>
            </p:extLst>
          </p:nvPr>
        </p:nvGraphicFramePr>
        <p:xfrm>
          <a:off x="508000" y="1920240"/>
          <a:ext cx="6043310" cy="310896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4071944343"/>
                    </a:ext>
                  </a:extLst>
                </a:gridCol>
                <a:gridCol w="1341667">
                  <a:extLst>
                    <a:ext uri="{9D8B030D-6E8A-4147-A177-3AD203B41FA5}">
                      <a16:colId xmlns:a16="http://schemas.microsoft.com/office/drawing/2014/main" val="1350440363"/>
                    </a:ext>
                  </a:extLst>
                </a:gridCol>
                <a:gridCol w="998333">
                  <a:extLst>
                    <a:ext uri="{9D8B030D-6E8A-4147-A177-3AD203B41FA5}">
                      <a16:colId xmlns:a16="http://schemas.microsoft.com/office/drawing/2014/main" val="84290491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69704887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3956378830"/>
                    </a:ext>
                  </a:extLst>
                </a:gridCol>
                <a:gridCol w="895310">
                  <a:extLst>
                    <a:ext uri="{9D8B030D-6E8A-4147-A177-3AD203B41FA5}">
                      <a16:colId xmlns:a16="http://schemas.microsoft.com/office/drawing/2014/main" val="100390581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Rank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Feature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|</a:t>
                      </a:r>
                      <a:r>
                        <a:rPr lang="en-US" sz="1200" b="1" u="none" strike="noStrike" dirty="0" err="1">
                          <a:effectLst/>
                        </a:rPr>
                        <a:t>Pearson_r</a:t>
                      </a:r>
                      <a:r>
                        <a:rPr lang="en-US" sz="1200" b="1" u="none" strike="noStrike" dirty="0">
                          <a:effectLst/>
                        </a:rPr>
                        <a:t>|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Rank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Feature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|</a:t>
                      </a:r>
                      <a:r>
                        <a:rPr lang="en-US" sz="1200" b="1" u="none" strike="noStrike" dirty="0" err="1">
                          <a:effectLst/>
                        </a:rPr>
                        <a:t>Pearson_r</a:t>
                      </a:r>
                      <a:r>
                        <a:rPr lang="en-US" sz="1200" b="1" u="none" strike="noStrike" dirty="0">
                          <a:effectLst/>
                        </a:rPr>
                        <a:t>|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016088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 dirty="0">
                          <a:effectLst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p25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0.3664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p5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0.3039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1263187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0.3578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0.2975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0019345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CV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0.3490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peak_mean_height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0.2974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972123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signal_energy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0.3434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AUC_normalized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0.2974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7660783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skewness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0.3433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0.2968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3248763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6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kurtosis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0.3310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16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IQR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0.2637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1559684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7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AUC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0.3309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17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peak_max_width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0.2616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35963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median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0.3290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peak_max_height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0.2463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5964272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wavelet_cA_energy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0.3228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dominant_freq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0.2455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4062774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10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p90_p10_ratio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0.3183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peak_mean_width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0.2367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4610224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3069512A-1034-4976-1550-EAA8B67F6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618" y="1454236"/>
            <a:ext cx="5298782" cy="411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47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C0137-B53A-78B6-3CD1-F4ED5EC41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5A0E5-74F3-A6A3-81D3-7E9386247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985846-9678-CF75-A62A-DE8755587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17</a:t>
            </a:fld>
            <a:endParaRPr lang="ko-KR" altLang="en-US" dirty="0"/>
          </a:p>
        </p:txBody>
      </p:sp>
      <p:pic>
        <p:nvPicPr>
          <p:cNvPr id="3" name="Picture 6" descr="18_correlation_matrix.png">
            <a:extLst>
              <a:ext uri="{FF2B5EF4-FFF2-40B4-BE49-F238E27FC236}">
                <a16:creationId xmlns:a16="http://schemas.microsoft.com/office/drawing/2014/main" id="{81973C61-AA1B-00DF-5FC3-AEE5ECE2C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66" y="1307772"/>
            <a:ext cx="5871117" cy="4937536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4C9684D0-6B99-1180-BF76-12BB17EF2C68}"/>
              </a:ext>
            </a:extLst>
          </p:cNvPr>
          <p:cNvSpPr/>
          <p:nvPr/>
        </p:nvSpPr>
        <p:spPr>
          <a:xfrm>
            <a:off x="8051866" y="1043445"/>
            <a:ext cx="3566160" cy="23774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822450-56D6-3C68-EC35-67694DCE4E74}"/>
              </a:ext>
            </a:extLst>
          </p:cNvPr>
          <p:cNvSpPr txBox="1"/>
          <p:nvPr/>
        </p:nvSpPr>
        <p:spPr>
          <a:xfrm>
            <a:off x="8189026" y="1116597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FF7F2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해석</a:t>
            </a:r>
            <a:r>
              <a:rPr sz="1400" b="1" i="0" dirty="0">
                <a:solidFill>
                  <a:srgbClr val="FF7F2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b="1" i="0" dirty="0" err="1">
                <a:solidFill>
                  <a:srgbClr val="FF7F2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기준</a:t>
            </a:r>
            <a:endParaRPr sz="1400" b="1" i="0" dirty="0">
              <a:solidFill>
                <a:srgbClr val="FF7F2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04B9AC-8772-8B96-7F03-E1EF4382D9AE}"/>
              </a:ext>
            </a:extLst>
          </p:cNvPr>
          <p:cNvSpPr txBox="1"/>
          <p:nvPr/>
        </p:nvSpPr>
        <p:spPr>
          <a:xfrm>
            <a:off x="8189026" y="1518933"/>
            <a:ext cx="32918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• |r| &lt; 0.5  →  </a:t>
            </a:r>
            <a:r>
              <a:rPr sz="1200" b="0" i="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낮은</a:t>
            </a:r>
            <a:r>
              <a:rPr sz="1200" b="0" i="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상관</a:t>
            </a:r>
            <a:r>
              <a:rPr sz="1200" b="0" i="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
• 0.5 ≤ |r| &lt; 0.8  →  </a:t>
            </a:r>
            <a:r>
              <a:rPr sz="1200" b="0" i="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중간</a:t>
            </a:r>
            <a:r>
              <a:rPr sz="1200" b="0" i="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상관</a:t>
            </a:r>
            <a:r>
              <a:rPr sz="1200" b="0" i="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
• |r| ≥ 0.8  →  </a:t>
            </a:r>
            <a:r>
              <a:rPr sz="1200" b="0" i="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다중공선성</a:t>
            </a:r>
            <a:r>
              <a:rPr sz="1200" b="0" i="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주의</a:t>
            </a:r>
            <a:r>
              <a:rPr sz="1200" b="0" i="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
VIF &gt; 10 과 </a:t>
            </a:r>
            <a:r>
              <a:rPr sz="1200" b="0" i="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함께</a:t>
            </a:r>
            <a:r>
              <a:rPr sz="1200" b="0" i="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확인하여</a:t>
            </a:r>
            <a:r>
              <a:rPr sz="1200" b="0" i="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
</a:t>
            </a:r>
            <a:r>
              <a:rPr sz="1200" b="0" i="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제거</a:t>
            </a:r>
            <a:r>
              <a:rPr sz="1200" b="0" i="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여부</a:t>
            </a:r>
            <a:r>
              <a:rPr sz="1200" b="0" i="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결정</a:t>
            </a:r>
            <a:endParaRPr sz="1200" b="0" i="0" dirty="0">
              <a:solidFill>
                <a:srgbClr val="FFFFFF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83C401FB-FA8A-2F8D-50D3-DDBA228454E0}"/>
              </a:ext>
            </a:extLst>
          </p:cNvPr>
          <p:cNvSpPr/>
          <p:nvPr/>
        </p:nvSpPr>
        <p:spPr>
          <a:xfrm>
            <a:off x="8051866" y="3603765"/>
            <a:ext cx="356616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07F3C3-F812-DBB2-745F-F80D6E7A19B1}"/>
              </a:ext>
            </a:extLst>
          </p:cNvPr>
          <p:cNvSpPr txBox="1"/>
          <p:nvPr/>
        </p:nvSpPr>
        <p:spPr>
          <a:xfrm>
            <a:off x="8189026" y="3676917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⚠  제외 결정 사례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D05AAE-DD22-4C4B-0372-40E57D60574B}"/>
              </a:ext>
            </a:extLst>
          </p:cNvPr>
          <p:cNvSpPr txBox="1"/>
          <p:nvPr/>
        </p:nvSpPr>
        <p:spPr>
          <a:xfrm>
            <a:off x="8189026" y="4060965"/>
            <a:ext cx="32918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제외된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amplitude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그룹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
• p25: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제외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(amplitude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중복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
•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AUC_normalized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제외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(amplitude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중복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
•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peak_max_height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제외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(amplitude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중복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
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선택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대표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mean
(VIF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확인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후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포함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76489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D0B0C-8128-0E3D-D347-28912C249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54047D0-AF13-B2B0-3AD7-EC4D64CA5A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618" y="1454236"/>
            <a:ext cx="5298782" cy="411311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978E7EB-E2BF-C1B7-6D30-550E8D7E8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D50687-CA39-FD6C-EEF2-546C35A8E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516FF268-E11B-74BA-5023-2397CABC4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AEC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 </a:t>
            </a:r>
            <a:r>
              <a:rPr lang="en-US" altLang="ko-KR" dirty="0"/>
              <a:t>Extracting - </a:t>
            </a:r>
            <a:r>
              <a:rPr lang="ko-KR" altLang="en-US" dirty="0"/>
              <a:t>신촌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1BF661B-644B-B413-5A1F-111F1F8F2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258328"/>
              </p:ext>
            </p:extLst>
          </p:nvPr>
        </p:nvGraphicFramePr>
        <p:xfrm>
          <a:off x="508000" y="1920240"/>
          <a:ext cx="6043310" cy="310896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4071944343"/>
                    </a:ext>
                  </a:extLst>
                </a:gridCol>
                <a:gridCol w="1341667">
                  <a:extLst>
                    <a:ext uri="{9D8B030D-6E8A-4147-A177-3AD203B41FA5}">
                      <a16:colId xmlns:a16="http://schemas.microsoft.com/office/drawing/2014/main" val="1350440363"/>
                    </a:ext>
                  </a:extLst>
                </a:gridCol>
                <a:gridCol w="998333">
                  <a:extLst>
                    <a:ext uri="{9D8B030D-6E8A-4147-A177-3AD203B41FA5}">
                      <a16:colId xmlns:a16="http://schemas.microsoft.com/office/drawing/2014/main" val="84290491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69704887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3956378830"/>
                    </a:ext>
                  </a:extLst>
                </a:gridCol>
                <a:gridCol w="895310">
                  <a:extLst>
                    <a:ext uri="{9D8B030D-6E8A-4147-A177-3AD203B41FA5}">
                      <a16:colId xmlns:a16="http://schemas.microsoft.com/office/drawing/2014/main" val="100390581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Rank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Feature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|</a:t>
                      </a:r>
                      <a:r>
                        <a:rPr lang="en-US" sz="1200" b="1" u="none" strike="noStrike" dirty="0" err="1">
                          <a:effectLst/>
                        </a:rPr>
                        <a:t>Pearson_r</a:t>
                      </a:r>
                      <a:r>
                        <a:rPr lang="en-US" sz="1200" b="1" u="none" strike="noStrike" dirty="0">
                          <a:effectLst/>
                        </a:rPr>
                        <a:t>|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Rank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Feature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|</a:t>
                      </a:r>
                      <a:r>
                        <a:rPr lang="en-US" sz="1200" b="1" u="none" strike="noStrike" dirty="0" err="1">
                          <a:effectLst/>
                        </a:rPr>
                        <a:t>Pearson_r</a:t>
                      </a:r>
                      <a:r>
                        <a:rPr lang="en-US" sz="1200" b="1" u="none" strike="noStrike" dirty="0">
                          <a:effectLst/>
                        </a:rPr>
                        <a:t>|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016088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 dirty="0">
                          <a:effectLst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p25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0.2442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p95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0.2145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1263187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0.2427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0.2140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0019345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0.2422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p90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0.2125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972123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0.2368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AUC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0.2042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7660783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AUC_normalized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0.2338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signal_energy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0.2038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3248763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6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0.2337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16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wavelet_cA_energy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0.1995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1559684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7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median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0.2332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17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slope_max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0.1470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35963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peak_max_height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0.2288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zero_crossing_rate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0.1419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5964272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peak_mean_height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0.2236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CV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0.1257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4062774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10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0.2172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slope_min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0.1227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4610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853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B0D4F-4F07-D04C-64D2-EA610AE52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7BF96678-64E9-7310-CE38-2362C5926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534" y="1307772"/>
            <a:ext cx="5766579" cy="49392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D8D3C6D-12ED-FA03-C6F3-5DAD56532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262DA-A8E8-B536-2970-E7E0B8C3B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34FA492C-0DD5-AF48-928F-236A05625832}"/>
              </a:ext>
            </a:extLst>
          </p:cNvPr>
          <p:cNvSpPr/>
          <p:nvPr/>
        </p:nvSpPr>
        <p:spPr>
          <a:xfrm>
            <a:off x="8051866" y="1043445"/>
            <a:ext cx="3566160" cy="23774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7259D6-502E-DDDC-8DB7-ABE175B43598}"/>
              </a:ext>
            </a:extLst>
          </p:cNvPr>
          <p:cNvSpPr txBox="1"/>
          <p:nvPr/>
        </p:nvSpPr>
        <p:spPr>
          <a:xfrm>
            <a:off x="8189026" y="1116597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FF7F2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해석</a:t>
            </a:r>
            <a:r>
              <a:rPr sz="1400" b="1" i="0" dirty="0">
                <a:solidFill>
                  <a:srgbClr val="FF7F2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400" b="1" i="0" dirty="0" err="1">
                <a:solidFill>
                  <a:srgbClr val="FF7F2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기준</a:t>
            </a:r>
            <a:endParaRPr sz="1400" b="1" i="0" dirty="0">
              <a:solidFill>
                <a:srgbClr val="FF7F2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FB2F96-2728-06BD-9210-029EEE2495C2}"/>
              </a:ext>
            </a:extLst>
          </p:cNvPr>
          <p:cNvSpPr txBox="1"/>
          <p:nvPr/>
        </p:nvSpPr>
        <p:spPr>
          <a:xfrm>
            <a:off x="8189026" y="1518933"/>
            <a:ext cx="32918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• |r| &lt; 0.5  →  </a:t>
            </a:r>
            <a:r>
              <a:rPr sz="1200" b="0" i="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낮은</a:t>
            </a:r>
            <a:r>
              <a:rPr sz="1200" b="0" i="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상관</a:t>
            </a:r>
            <a:r>
              <a:rPr sz="1200" b="0" i="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
• 0.5 ≤ |r| &lt; 0.8  →  </a:t>
            </a:r>
            <a:r>
              <a:rPr sz="1200" b="0" i="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중간</a:t>
            </a:r>
            <a:r>
              <a:rPr sz="1200" b="0" i="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상관</a:t>
            </a:r>
            <a:r>
              <a:rPr sz="1200" b="0" i="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
• |r| ≥ 0.8  →  </a:t>
            </a:r>
            <a:r>
              <a:rPr sz="1200" b="0" i="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다중공선성</a:t>
            </a:r>
            <a:r>
              <a:rPr sz="1200" b="0" i="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주의</a:t>
            </a:r>
            <a:r>
              <a:rPr sz="1200" b="0" i="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
VIF &gt; 10 과 </a:t>
            </a:r>
            <a:r>
              <a:rPr sz="1200" b="0" i="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함께</a:t>
            </a:r>
            <a:r>
              <a:rPr sz="1200" b="0" i="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확인하여</a:t>
            </a:r>
            <a:r>
              <a:rPr sz="1200" b="0" i="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
</a:t>
            </a:r>
            <a:r>
              <a:rPr sz="1200" b="0" i="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제거</a:t>
            </a:r>
            <a:r>
              <a:rPr sz="1200" b="0" i="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여부</a:t>
            </a:r>
            <a:r>
              <a:rPr sz="1200" b="0" i="0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결정</a:t>
            </a:r>
            <a:endParaRPr sz="1200" b="0" i="0" dirty="0">
              <a:solidFill>
                <a:srgbClr val="FFFFFF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E364434A-6B7E-0BBE-580C-2C5B1A7D5ECA}"/>
              </a:ext>
            </a:extLst>
          </p:cNvPr>
          <p:cNvSpPr/>
          <p:nvPr/>
        </p:nvSpPr>
        <p:spPr>
          <a:xfrm>
            <a:off x="8051866" y="3603765"/>
            <a:ext cx="356616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44B12F-9B04-136A-485D-28AB7F391A28}"/>
              </a:ext>
            </a:extLst>
          </p:cNvPr>
          <p:cNvSpPr txBox="1"/>
          <p:nvPr/>
        </p:nvSpPr>
        <p:spPr>
          <a:xfrm>
            <a:off x="8189026" y="3676917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⚠  제외 결정 사례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4C69F6-FC22-F7F9-5B8D-069C48FEF9F2}"/>
              </a:ext>
            </a:extLst>
          </p:cNvPr>
          <p:cNvSpPr txBox="1"/>
          <p:nvPr/>
        </p:nvSpPr>
        <p:spPr>
          <a:xfrm>
            <a:off x="8189026" y="4060965"/>
            <a:ext cx="32918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제외된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amplitude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그룹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
• p25: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제외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(amplitude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중복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
•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AUC_normalized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제외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(amplitude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중복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
•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peak_max_height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제외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(amplitude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중복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
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선택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대표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mean
(VIF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확인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후 </a:t>
            </a:r>
            <a:r>
              <a:rPr sz="1200" b="0" i="0" dirty="0" err="1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포함</a:t>
            </a:r>
            <a:r>
              <a: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59586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AEC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 </a:t>
            </a:r>
            <a:r>
              <a:rPr lang="en-US" altLang="ko-KR" dirty="0"/>
              <a:t>Extracting</a:t>
            </a:r>
          </a:p>
          <a:p>
            <a:pPr lvl="1"/>
            <a:r>
              <a:rPr lang="ko-KR" altLang="en-US" dirty="0"/>
              <a:t>강남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sz="2500" dirty="0"/>
          </a:p>
          <a:p>
            <a:pPr lvl="1"/>
            <a:r>
              <a:rPr lang="ko-KR" altLang="en-US" dirty="0"/>
              <a:t>신촌</a:t>
            </a:r>
            <a:endParaRPr lang="en-US" altLang="ko-KR" dirty="0"/>
          </a:p>
        </p:txBody>
      </p:sp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C580C458-2EE5-4689-8617-EE9C75945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783509"/>
              </p:ext>
            </p:extLst>
          </p:nvPr>
        </p:nvGraphicFramePr>
        <p:xfrm>
          <a:off x="2007002" y="1751532"/>
          <a:ext cx="9151774" cy="179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5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4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53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51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 marL="81943" marR="81943" marT="40971" marB="40971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Pearson r</a:t>
                      </a:r>
                    </a:p>
                  </a:txBody>
                  <a:tcPr marL="81943" marR="81943" marT="40971" marB="40971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해석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VIF</a:t>
                      </a:r>
                    </a:p>
                  </a:txBody>
                  <a:tcPr marL="81943" marR="81943" marT="40971" marB="40971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선택</a:t>
                      </a:r>
                    </a:p>
                  </a:txBody>
                  <a:tcPr marL="81943" marR="81943" marT="40971" marB="40971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41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1A1A2E"/>
                          </a:solidFill>
                        </a:rPr>
                        <a:t>mean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+0.297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AEC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평균값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→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체격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전반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반영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(amplitude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그룹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대표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)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1.53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41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1A1A2E"/>
                          </a:solidFill>
                        </a:rPr>
                        <a:t>CV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-0.349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변동계수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(std/mean) →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체형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불균일성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반영</a:t>
                      </a:r>
                      <a:endParaRPr sz="1000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1.58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41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1A1A2E"/>
                          </a:solidFill>
                        </a:rPr>
                        <a:t>skewness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-0.343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AEC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곡선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비대칭성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→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체형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분포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특성</a:t>
                      </a:r>
                      <a:endParaRPr sz="1000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1.49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41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1A1A2E"/>
                          </a:solidFill>
                        </a:rPr>
                        <a:t>slope_abs_mean</a:t>
                      </a:r>
                      <a:endParaRPr sz="1000" b="1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+0.042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평균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절대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기울기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→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곡선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동역학</a:t>
                      </a:r>
                      <a:endParaRPr sz="1000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1.42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4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p25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높음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mean과 amplitude 동일 그룹 (r=0.97)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&gt;70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✗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제외</a:t>
                      </a:r>
                      <a:endParaRPr sz="1000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4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AUC_normalized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높음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mean과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r≈1.00,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사실상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동일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feature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&gt;57,000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✗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제외</a:t>
                      </a:r>
                      <a:endParaRPr sz="1000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7E0ACB4-8F9E-E8EE-4C62-427B6EC3AE55}"/>
              </a:ext>
            </a:extLst>
          </p:cNvPr>
          <p:cNvSpPr txBox="1"/>
          <p:nvPr/>
        </p:nvSpPr>
        <p:spPr>
          <a:xfrm>
            <a:off x="2007002" y="5653622"/>
            <a:ext cx="91517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i="1" dirty="0">
                <a:solidFill>
                  <a:srgbClr val="FF7F27"/>
                </a:solidFill>
              </a:rPr>
              <a:t>⚠  </a:t>
            </a:r>
            <a:r>
              <a:rPr lang="en-US" altLang="ko-KR" sz="1200" i="1" dirty="0">
                <a:solidFill>
                  <a:srgbClr val="FF7F27"/>
                </a:solidFill>
              </a:rPr>
              <a:t>p25·AUC_normalized: mean</a:t>
            </a:r>
            <a:r>
              <a:rPr lang="ko-KR" altLang="en-US" sz="1200" i="1" dirty="0">
                <a:solidFill>
                  <a:srgbClr val="FF7F27"/>
                </a:solidFill>
              </a:rPr>
              <a:t>과 동일 </a:t>
            </a:r>
            <a:r>
              <a:rPr lang="en-US" altLang="ko-KR" sz="1200" i="1" dirty="0">
                <a:solidFill>
                  <a:srgbClr val="FF7F27"/>
                </a:solidFill>
              </a:rPr>
              <a:t>amplitude </a:t>
            </a:r>
            <a:r>
              <a:rPr lang="ko-KR" altLang="en-US" sz="1200" i="1" dirty="0">
                <a:solidFill>
                  <a:srgbClr val="FF7F27"/>
                </a:solidFill>
              </a:rPr>
              <a:t>그룹</a:t>
            </a:r>
            <a:r>
              <a:rPr lang="en-US" altLang="ko-KR" sz="1200" i="1" dirty="0">
                <a:solidFill>
                  <a:srgbClr val="FF7F27"/>
                </a:solidFill>
              </a:rPr>
              <a:t>(r≥0.88) → </a:t>
            </a:r>
            <a:r>
              <a:rPr lang="ko-KR" altLang="en-US" sz="1200" i="1" dirty="0" err="1">
                <a:solidFill>
                  <a:srgbClr val="FF7F27"/>
                </a:solidFill>
              </a:rPr>
              <a:t>다중공선성</a:t>
            </a:r>
            <a:r>
              <a:rPr lang="ko-KR" altLang="en-US" sz="1200" i="1" dirty="0">
                <a:solidFill>
                  <a:srgbClr val="FF7F27"/>
                </a:solidFill>
              </a:rPr>
              <a:t> 제거 </a:t>
            </a:r>
            <a:r>
              <a:rPr lang="en-US" altLang="ko-KR" sz="1200" i="1" dirty="0">
                <a:solidFill>
                  <a:srgbClr val="FF7F27"/>
                </a:solidFill>
              </a:rPr>
              <a:t>/ mean</a:t>
            </a:r>
            <a:r>
              <a:rPr lang="ko-KR" altLang="en-US" sz="1200" i="1" dirty="0">
                <a:solidFill>
                  <a:srgbClr val="FF7F27"/>
                </a:solidFill>
              </a:rPr>
              <a:t>을 대표로 포함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28DA11E0-4E3C-811C-B8A9-9CD0FDFDB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379147"/>
              </p:ext>
            </p:extLst>
          </p:nvPr>
        </p:nvGraphicFramePr>
        <p:xfrm>
          <a:off x="2007002" y="3823707"/>
          <a:ext cx="9151774" cy="1800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5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4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53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43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 marL="81943" marR="81943" marT="40971" marB="40971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Pearson r</a:t>
                      </a:r>
                    </a:p>
                  </a:txBody>
                  <a:tcPr marL="81943" marR="81943" marT="40971" marB="40971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 marL="81943" marR="81943" marT="40971" marB="40971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VIF</a:t>
                      </a:r>
                    </a:p>
                  </a:txBody>
                  <a:tcPr marL="81943" marR="81943" marT="40971" marB="40971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선택</a:t>
                      </a:r>
                    </a:p>
                  </a:txBody>
                  <a:tcPr marL="81943" marR="81943" marT="40971" marB="40971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43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1A1A2E"/>
                          </a:solidFill>
                        </a:rPr>
                        <a:t>mean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+0.234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AEC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평균값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→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체격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전반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반영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(amplitude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그룹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대표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)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1.12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43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1A1A2E"/>
                          </a:solidFill>
                        </a:rPr>
                        <a:t>CV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-0.126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변동계수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(std/mean) →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체형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불균일성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반영</a:t>
                      </a:r>
                      <a:endParaRPr sz="1000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1.27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43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1A1A2E"/>
                          </a:solidFill>
                        </a:rPr>
                        <a:t>skewness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-0.044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AEC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곡선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비대칭성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→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체형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분포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특성</a:t>
                      </a:r>
                      <a:endParaRPr sz="1000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1.20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43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1A1A2E"/>
                          </a:solidFill>
                        </a:rPr>
                        <a:t>slope_abs_mean</a:t>
                      </a:r>
                      <a:endParaRPr sz="1000" b="1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+0.102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평균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절대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기울기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→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곡선</a:t>
                      </a:r>
                      <a:r>
                        <a:rPr sz="10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동역학</a:t>
                      </a:r>
                      <a:endParaRPr sz="1000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1.10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43"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p25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높음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mean과 amplitude 동일 그룹 (r=0.97)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&gt;70</a:t>
                      </a: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✗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제외</a:t>
                      </a:r>
                      <a:endParaRPr sz="1000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4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AUC_normalized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높음</a:t>
                      </a:r>
                      <a:endParaRPr sz="1000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mean과 r≈1.00, 사실상 동일 feature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&gt;57,000</a:t>
                      </a: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1A1A2E"/>
                          </a:solidFill>
                        </a:rPr>
                        <a:t>✗ </a:t>
                      </a:r>
                      <a:r>
                        <a:rPr sz="1000" dirty="0" err="1">
                          <a:solidFill>
                            <a:srgbClr val="1A1A2E"/>
                          </a:solidFill>
                        </a:rPr>
                        <a:t>제외</a:t>
                      </a:r>
                      <a:endParaRPr sz="1000" dirty="0">
                        <a:solidFill>
                          <a:srgbClr val="1A1A2E"/>
                        </a:solidFill>
                      </a:endParaRPr>
                    </a:p>
                  </a:txBody>
                  <a:tcPr marL="81943" marR="81943" marT="40971" marB="40971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3290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FCCBB0-676E-4847-9AB2-B740348A580D}"/>
              </a:ext>
            </a:extLst>
          </p:cNvPr>
          <p:cNvSpPr txBox="1"/>
          <p:nvPr/>
        </p:nvSpPr>
        <p:spPr>
          <a:xfrm>
            <a:off x="508000" y="114300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전처리</a:t>
            </a:r>
          </a:p>
        </p:txBody>
      </p: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D580AC9F-0DD3-4342-AF67-67F082174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236562"/>
              </p:ext>
            </p:extLst>
          </p:nvPr>
        </p:nvGraphicFramePr>
        <p:xfrm>
          <a:off x="508000" y="15087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처리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방법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PatientSex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이진 인코딩 (M=1, F=0)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PatientAge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Z-score 표준화 (StandardScaler)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AEC features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Z-score 표준화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2E"/>
                          </a:solidFill>
                        </a:rPr>
                        <a:t>Model</a:t>
                      </a: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400" dirty="0">
                          <a:solidFill>
                            <a:srgbClr val="1A1A2E"/>
                          </a:solidFill>
                        </a:rPr>
                        <a:t>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2E"/>
                          </a:solidFill>
                        </a:rPr>
                        <a:t>One-hot encoding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C77E2BB-1799-4B59-B5B7-2C5CDD2840DA}"/>
              </a:ext>
            </a:extLst>
          </p:cNvPr>
          <p:cNvSpPr txBox="1"/>
          <p:nvPr/>
        </p:nvSpPr>
        <p:spPr>
          <a:xfrm>
            <a:off x="6608492" y="1143000"/>
            <a:ext cx="4773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모델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FABE816E-5173-468F-AECB-91929F28626A}"/>
              </a:ext>
            </a:extLst>
          </p:cNvPr>
          <p:cNvSpPr/>
          <p:nvPr/>
        </p:nvSpPr>
        <p:spPr>
          <a:xfrm>
            <a:off x="6647688" y="1508760"/>
            <a:ext cx="503631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1F8D97-BF6F-4D4B-8C3D-2EE29484D2BB}"/>
              </a:ext>
            </a:extLst>
          </p:cNvPr>
          <p:cNvSpPr txBox="1"/>
          <p:nvPr/>
        </p:nvSpPr>
        <p:spPr>
          <a:xfrm>
            <a:off x="6733774" y="1554480"/>
            <a:ext cx="278469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선형</a:t>
            </a:r>
            <a:r>
              <a:rPr sz="1300" b="1" i="0" dirty="0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sz="1300" b="1" i="0" dirty="0" err="1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회귀</a:t>
            </a:r>
            <a:endParaRPr sz="1300" b="1" i="0" dirty="0">
              <a:solidFill>
                <a:srgbClr val="1A355E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A6B442-8E7F-4C02-BA3A-AA8F6615BA9E}"/>
              </a:ext>
            </a:extLst>
          </p:cNvPr>
          <p:cNvSpPr txBox="1"/>
          <p:nvPr/>
        </p:nvSpPr>
        <p:spPr>
          <a:xfrm>
            <a:off x="6733774" y="1846068"/>
            <a:ext cx="46941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statsmodels OLS
(Ordinary Least Squares)</a:t>
            </a:r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CA15040D-26ED-427B-8A02-B600C767E3C5}"/>
              </a:ext>
            </a:extLst>
          </p:cNvPr>
          <p:cNvSpPr/>
          <p:nvPr/>
        </p:nvSpPr>
        <p:spPr>
          <a:xfrm>
            <a:off x="6647688" y="2514600"/>
            <a:ext cx="503631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2E6A60-AD0C-495A-B9BE-D7CCD291496A}"/>
              </a:ext>
            </a:extLst>
          </p:cNvPr>
          <p:cNvSpPr txBox="1"/>
          <p:nvPr/>
        </p:nvSpPr>
        <p:spPr>
          <a:xfrm>
            <a:off x="6733774" y="2560320"/>
            <a:ext cx="278469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로지스틱 회귀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5A3F8D-13A4-4355-B19C-9CE28B178117}"/>
              </a:ext>
            </a:extLst>
          </p:cNvPr>
          <p:cNvSpPr txBox="1"/>
          <p:nvPr/>
        </p:nvSpPr>
        <p:spPr>
          <a:xfrm>
            <a:off x="6733774" y="2851908"/>
            <a:ext cx="46941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1A1A2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statsmodels</a:t>
            </a:r>
            <a:r>
              <a:rPr sz="1200" b="0" i="0" dirty="0">
                <a:solidFill>
                  <a:srgbClr val="1A1A2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Logit
(BFGS, </a:t>
            </a:r>
            <a:r>
              <a:rPr sz="1200" b="0" i="0" dirty="0" err="1">
                <a:solidFill>
                  <a:srgbClr val="1A1A2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maxiter</a:t>
            </a:r>
            <a:r>
              <a:rPr sz="1200" b="0" i="0" dirty="0">
                <a:solidFill>
                  <a:srgbClr val="1A1A2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=1,000)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6A4BCF-6B4B-41DF-B085-EE80E6A29BBF}"/>
              </a:ext>
            </a:extLst>
          </p:cNvPr>
          <p:cNvSpPr txBox="1"/>
          <p:nvPr/>
        </p:nvSpPr>
        <p:spPr>
          <a:xfrm>
            <a:off x="508000" y="3566160"/>
            <a:ext cx="11521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모델</a:t>
            </a:r>
            <a:r>
              <a:rPr b="1" i="0" dirty="0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b="1" i="0" dirty="0" err="1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검증</a:t>
            </a:r>
            <a:r>
              <a:rPr b="1" i="0" dirty="0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b="1" i="0" dirty="0" err="1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전략</a:t>
            </a:r>
            <a:endParaRPr b="1" i="0" dirty="0">
              <a:solidFill>
                <a:srgbClr val="1A355E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23" name="Table 15">
            <a:extLst>
              <a:ext uri="{FF2B5EF4-FFF2-40B4-BE49-F238E27FC236}">
                <a16:creationId xmlns:a16="http://schemas.microsoft.com/office/drawing/2014/main" id="{784D0E6A-BB73-461D-A2D6-C8B46A2BD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479115"/>
              </p:ext>
            </p:extLst>
          </p:nvPr>
        </p:nvGraphicFramePr>
        <p:xfrm>
          <a:off x="508000" y="3931920"/>
          <a:ext cx="11176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검증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방법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상세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5-Fold Cross Validation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각 Fold에서 scaler 재적합 (Data Leakage 방지)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Bootstrap AUC 95% 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n=1,000 resampling — 비모수 신뢰구간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Hosmer-Lemeshow 검정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로지스틱 보정도(Calibration) 검증 — p&gt;0.05 양호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잔차 진단 3종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2E"/>
                          </a:solidFill>
                        </a:rPr>
                        <a:t>Shapiro-Wilk · Breusch-Pagan · Durbin-Watson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E8622571-6AAB-407B-9DAA-FC7685AA1F20}"/>
              </a:ext>
            </a:extLst>
          </p:cNvPr>
          <p:cNvSpPr txBox="1"/>
          <p:nvPr/>
        </p:nvSpPr>
        <p:spPr>
          <a:xfrm>
            <a:off x="320040" y="5943600"/>
            <a:ext cx="11521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※ </a:t>
            </a:r>
            <a:r>
              <a:rPr sz="1100" b="0" i="1" dirty="0" err="1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선형·로지스틱</a:t>
            </a:r>
            <a:r>
              <a:rPr sz="1100" b="0" i="1" dirty="0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sz="1100" b="0" i="1" dirty="0" err="1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회귀</a:t>
            </a:r>
            <a:r>
              <a:rPr sz="1100" b="0" i="1" dirty="0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sz="1100" b="0" i="1" dirty="0" err="1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모두</a:t>
            </a:r>
            <a:r>
              <a:rPr sz="1100" b="0" i="1" dirty="0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Case 1(Sex</a:t>
            </a:r>
            <a:r>
              <a:rPr lang="en-US" sz="1100" b="0" i="1" dirty="0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sz="1100" b="0" i="1" dirty="0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Age) → Case 2(+AEC) → Case 3(+CT Model</a:t>
            </a:r>
            <a:r>
              <a:rPr lang="en-US" sz="1100" i="1" dirty="0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en-US" sz="1100" b="0" i="1" dirty="0" err="1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kVp</a:t>
            </a:r>
            <a:r>
              <a:rPr sz="1100" b="0" i="1" dirty="0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 </a:t>
            </a:r>
            <a:r>
              <a:rPr sz="1100" b="0" i="1" dirty="0" err="1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순으로</a:t>
            </a:r>
            <a:r>
              <a:rPr sz="1100" b="0" i="1" dirty="0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sz="1100" b="0" i="1" dirty="0" err="1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점진</a:t>
            </a:r>
            <a:r>
              <a:rPr sz="1100" b="0" i="1" dirty="0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sz="1100" b="0" i="1" dirty="0" err="1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투입</a:t>
            </a:r>
            <a:endParaRPr sz="1100" b="0" i="1" dirty="0">
              <a:solidFill>
                <a:srgbClr val="2E75B6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36044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en-US" altLang="ko-KR" sz="4000" dirty="0"/>
              <a:t>Univariate Analysis</a:t>
            </a:r>
            <a:endParaRPr lang="ko-KR" altLang="en-US" sz="4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167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F1991196-0B56-3DBE-CD44-995DAEF96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r>
              <a:rPr lang="en-US" altLang="ko-KR" dirty="0"/>
              <a:t>Linear Regression - </a:t>
            </a:r>
            <a:r>
              <a:rPr lang="ko-KR" altLang="en-US" dirty="0"/>
              <a:t>강남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A053AA-276C-91F0-E133-71F75BB9D47E}"/>
              </a:ext>
            </a:extLst>
          </p:cNvPr>
          <p:cNvSpPr txBox="1"/>
          <p:nvPr/>
        </p:nvSpPr>
        <p:spPr>
          <a:xfrm>
            <a:off x="1056000" y="370455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FF7F2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 p &lt; 0.05 </a:t>
            </a:r>
            <a:r>
              <a:rPr sz="1100" b="0" i="1" dirty="0" err="1">
                <a:solidFill>
                  <a:srgbClr val="FF7F2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유의</a:t>
            </a:r>
            <a:endParaRPr sz="1100" b="0" i="1" dirty="0">
              <a:solidFill>
                <a:srgbClr val="FF7F2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10" name="Picture 8" descr="07_linear_univariate_r2.png">
            <a:extLst>
              <a:ext uri="{FF2B5EF4-FFF2-40B4-BE49-F238E27FC236}">
                <a16:creationId xmlns:a16="http://schemas.microsoft.com/office/drawing/2014/main" id="{732D5664-492E-BFBB-E390-1378B0AE8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350" y="4101527"/>
            <a:ext cx="5699562" cy="2323023"/>
          </a:xfrm>
          <a:prstGeom prst="rect">
            <a:avLst/>
          </a:prstGeom>
        </p:spPr>
      </p:pic>
      <p:pic>
        <p:nvPicPr>
          <p:cNvPr id="12" name="Picture 10" descr="06_linear_forest.png">
            <a:extLst>
              <a:ext uri="{FF2B5EF4-FFF2-40B4-BE49-F238E27FC236}">
                <a16:creationId xmlns:a16="http://schemas.microsoft.com/office/drawing/2014/main" id="{D9EF556A-F928-C17A-585F-2FA9CA53D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2" y="4101527"/>
            <a:ext cx="6013038" cy="2323023"/>
          </a:xfrm>
          <a:prstGeom prst="rect">
            <a:avLst/>
          </a:prstGeom>
        </p:spPr>
      </p:pic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67ED52CC-D33E-5A69-7988-C4AFDD527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434012"/>
              </p:ext>
            </p:extLst>
          </p:nvPr>
        </p:nvGraphicFramePr>
        <p:xfrm>
          <a:off x="1056000" y="1543791"/>
          <a:ext cx="1008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9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2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β 계수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Sex (M=1, F=0)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44.84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[42.76, 46.91]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-2.99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[-4.45, -1.54]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mean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9.05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[7.65, 10.45]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CV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-10.64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[-12.01, -9.27]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skewness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-10.47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[-11.84, -9.09]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slope_abs_mean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[-0.19, 2.74]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 (범주형)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0.045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168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9A0E4-4528-FC77-03A6-2E3D76B44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B6059A-25F8-EA87-18B4-618C26C36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7681B0-02D1-D323-2098-6BC583C0F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Logistic Regression - </a:t>
            </a:r>
            <a:r>
              <a:rPr lang="ko-KR" altLang="en-US" dirty="0"/>
              <a:t>강남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565F31-626B-B160-358F-0E1558B3E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24</a:t>
            </a:fld>
            <a:endParaRPr lang="ko-KR" alt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0E6AAC0-F358-4B19-9CE3-93F4BA13B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202539"/>
              </p:ext>
            </p:extLst>
          </p:nvPr>
        </p:nvGraphicFramePr>
        <p:xfrm>
          <a:off x="1056000" y="1583460"/>
          <a:ext cx="1008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7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Crude OR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Sex (M=1, F=0)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1.056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[0.840, 1.328]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0.639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0.507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1.585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[1.402, 1.792]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mean (표준화)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0.586 *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[0.520, 0.661]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0.653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CV (표준화)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1.117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[1.000, 1.249]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skewness (표준화)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1.173 *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[1.044, 1.319]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0.0074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0.544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slope_abs_mean (표준화)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[0.920, 1.150]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0.495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LR_χ²=50.59 *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0.011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0.581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E86DF03-11BB-9F3C-7425-DF380FE33C5C}"/>
              </a:ext>
            </a:extLst>
          </p:cNvPr>
          <p:cNvSpPr txBox="1"/>
          <p:nvPr/>
        </p:nvSpPr>
        <p:spPr>
          <a:xfrm>
            <a:off x="1056000" y="3743460"/>
            <a:ext cx="1008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FF7F27"/>
                </a:solidFill>
              </a:rPr>
              <a:t>* p &lt; 0.05 </a:t>
            </a:r>
            <a:r>
              <a:rPr sz="1100" b="0" i="1" dirty="0" err="1">
                <a:solidFill>
                  <a:srgbClr val="FF7F27"/>
                </a:solidFill>
              </a:rPr>
              <a:t>유의</a:t>
            </a:r>
            <a:r>
              <a:rPr sz="1100" b="0" i="1" dirty="0">
                <a:solidFill>
                  <a:srgbClr val="FF7F27"/>
                </a:solidFill>
              </a:rPr>
              <a:t>  |  mean, CV, skewness, </a:t>
            </a:r>
            <a:r>
              <a:rPr sz="1100" b="0" i="1" dirty="0" err="1">
                <a:solidFill>
                  <a:srgbClr val="FF7F27"/>
                </a:solidFill>
              </a:rPr>
              <a:t>slope_abs_mean</a:t>
            </a:r>
            <a:r>
              <a:rPr sz="1100" b="0" i="1" dirty="0">
                <a:solidFill>
                  <a:srgbClr val="FF7F27"/>
                </a:solidFill>
              </a:rPr>
              <a:t>: OR </a:t>
            </a:r>
            <a:r>
              <a:rPr sz="1100" b="0" i="1" dirty="0" err="1">
                <a:solidFill>
                  <a:srgbClr val="FF7F27"/>
                </a:solidFill>
              </a:rPr>
              <a:t>방향</a:t>
            </a:r>
            <a:r>
              <a:rPr sz="1100" b="0" i="1" dirty="0">
                <a:solidFill>
                  <a:srgbClr val="FF7F27"/>
                </a:solidFill>
              </a:rPr>
              <a:t> </a:t>
            </a:r>
            <a:r>
              <a:rPr sz="1100" b="0" i="1" dirty="0" err="1">
                <a:solidFill>
                  <a:srgbClr val="FF7F27"/>
                </a:solidFill>
              </a:rPr>
              <a:t>확인</a:t>
            </a:r>
            <a:r>
              <a:rPr sz="1100" b="0" i="1" dirty="0">
                <a:solidFill>
                  <a:srgbClr val="FF7F27"/>
                </a:solidFill>
              </a:rPr>
              <a:t>  |  Sex: </a:t>
            </a:r>
            <a:r>
              <a:rPr sz="1100" b="0" i="1" dirty="0" err="1">
                <a:solidFill>
                  <a:srgbClr val="FF7F27"/>
                </a:solidFill>
              </a:rPr>
              <a:t>이진화</a:t>
            </a:r>
            <a:r>
              <a:rPr sz="1100" b="0" i="1" dirty="0">
                <a:solidFill>
                  <a:srgbClr val="FF7F27"/>
                </a:solidFill>
              </a:rPr>
              <a:t> 후 </a:t>
            </a:r>
            <a:r>
              <a:rPr sz="1100" b="0" i="1" dirty="0" err="1">
                <a:solidFill>
                  <a:srgbClr val="FF7F27"/>
                </a:solidFill>
              </a:rPr>
              <a:t>단변량</a:t>
            </a:r>
            <a:r>
              <a:rPr sz="1100" b="0" i="1" dirty="0">
                <a:solidFill>
                  <a:srgbClr val="FF7F27"/>
                </a:solidFill>
              </a:rPr>
              <a:t> </a:t>
            </a:r>
            <a:r>
              <a:rPr sz="1100" b="0" i="1" dirty="0" err="1">
                <a:solidFill>
                  <a:srgbClr val="FF7F27"/>
                </a:solidFill>
              </a:rPr>
              <a:t>비유의</a:t>
            </a:r>
            <a:endParaRPr sz="1100" b="0" i="1" dirty="0">
              <a:solidFill>
                <a:srgbClr val="FF7F27"/>
              </a:solidFill>
            </a:endParaRPr>
          </a:p>
        </p:txBody>
      </p:sp>
      <p:pic>
        <p:nvPicPr>
          <p:cNvPr id="8" name="Picture 8" descr="11_logistic_forest.png">
            <a:extLst>
              <a:ext uri="{FF2B5EF4-FFF2-40B4-BE49-F238E27FC236}">
                <a16:creationId xmlns:a16="http://schemas.microsoft.com/office/drawing/2014/main" id="{01922D40-4E57-A870-E95F-274DC9593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533" y="4005070"/>
            <a:ext cx="5486400" cy="237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293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22BA2-AC0D-774E-E251-38BDEDD9C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07_linear_univariate_r2.png">
            <a:extLst>
              <a:ext uri="{FF2B5EF4-FFF2-40B4-BE49-F238E27FC236}">
                <a16:creationId xmlns:a16="http://schemas.microsoft.com/office/drawing/2014/main" id="{552E7177-C455-7B7A-6A5F-A2E23BE08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350" y="4101526"/>
            <a:ext cx="5699562" cy="2323023"/>
          </a:xfrm>
          <a:prstGeom prst="rect">
            <a:avLst/>
          </a:prstGeom>
        </p:spPr>
      </p:pic>
      <p:pic>
        <p:nvPicPr>
          <p:cNvPr id="5" name="Picture 10" descr="06_linear_forest.png">
            <a:extLst>
              <a:ext uri="{FF2B5EF4-FFF2-40B4-BE49-F238E27FC236}">
                <a16:creationId xmlns:a16="http://schemas.microsoft.com/office/drawing/2014/main" id="{AF2DD5C6-0B9B-B2AD-123C-1498A0FBB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312" y="4101526"/>
            <a:ext cx="6013038" cy="2323023"/>
          </a:xfrm>
          <a:prstGeom prst="rect">
            <a:avLst/>
          </a:prstGeom>
        </p:spPr>
      </p:pic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7CA7E6BF-D608-61CE-80B1-8DC1EEAA6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r>
              <a:rPr lang="en-US" altLang="ko-KR" dirty="0"/>
              <a:t>Linear Regression - </a:t>
            </a:r>
            <a:r>
              <a:rPr lang="ko-KR" altLang="en-US" dirty="0"/>
              <a:t>신촌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7DBE7C-0456-55AD-ED77-2D3D4543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FB3555-72D5-2506-2F26-995291A96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25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154CFD-0E0D-729C-2E1C-0C50B6B4017E}"/>
              </a:ext>
            </a:extLst>
          </p:cNvPr>
          <p:cNvSpPr txBox="1"/>
          <p:nvPr/>
        </p:nvSpPr>
        <p:spPr>
          <a:xfrm>
            <a:off x="1056000" y="370455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FF7F2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 p &lt; 0.05 </a:t>
            </a:r>
            <a:r>
              <a:rPr sz="1100" b="0" i="1" dirty="0" err="1">
                <a:solidFill>
                  <a:srgbClr val="FF7F2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유의</a:t>
            </a:r>
            <a:endParaRPr sz="1100" b="0" i="1" dirty="0">
              <a:solidFill>
                <a:srgbClr val="FF7F27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78D7AE0F-53A2-31AC-D9B9-9FE6CC6C5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260105"/>
              </p:ext>
            </p:extLst>
          </p:nvPr>
        </p:nvGraphicFramePr>
        <p:xfrm>
          <a:off x="1056000" y="1543791"/>
          <a:ext cx="1008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9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2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β 계수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Sex (M=1, F=0)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43.67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[41.27, 46.07]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-2.31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[-4.00, -0.61]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mean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7.20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[5.55, 8.85]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CV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-3.87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[-5.56, -2.19]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skewness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-1.36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[-3.05, 0.34]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0.117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0.002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slope_abs_mean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3.14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[1.45, 4.83]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 (범주형)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0.057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99036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1813E-DB4D-AF29-D1AC-ADF12B8F4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11_logistic_forest.png">
            <a:extLst>
              <a:ext uri="{FF2B5EF4-FFF2-40B4-BE49-F238E27FC236}">
                <a16:creationId xmlns:a16="http://schemas.microsoft.com/office/drawing/2014/main" id="{211022FC-C84A-26A4-97C3-8C21320C9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533" y="4005069"/>
            <a:ext cx="5486400" cy="237740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C7B2F77-C95E-9FB4-3CD7-D4BB21138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5A5383-39B5-E8B4-13B5-6BA134F58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Logistic Regression - </a:t>
            </a:r>
            <a:r>
              <a:rPr lang="ko-KR" altLang="en-US" dirty="0"/>
              <a:t>신촌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EAEC14-AEE3-28E5-55CE-951C60721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26</a:t>
            </a:fld>
            <a:endParaRPr lang="ko-KR" alt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B119F95-E3E8-D36D-AC89-901280430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160731"/>
              </p:ext>
            </p:extLst>
          </p:nvPr>
        </p:nvGraphicFramePr>
        <p:xfrm>
          <a:off x="1056000" y="1583460"/>
          <a:ext cx="1008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7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Crude OR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Sex (M=1, F=0)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1.050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[0.814, 1.353]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0.709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1.409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[1.224, 1.621]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mean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0.705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[0.608, 0.818]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CV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[0.969, 1.244]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skewness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0.934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[0.824, 1.059]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0.285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0.519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slope_abs_mean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[0.498, 1.026]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0.559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LR_χ²=69.278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0.601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B38F5A2-255A-EAFC-708F-830EA94F6548}"/>
              </a:ext>
            </a:extLst>
          </p:cNvPr>
          <p:cNvSpPr txBox="1"/>
          <p:nvPr/>
        </p:nvSpPr>
        <p:spPr>
          <a:xfrm>
            <a:off x="1056000" y="3743460"/>
            <a:ext cx="1008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FF7F27"/>
                </a:solidFill>
              </a:rPr>
              <a:t>* p &lt; 0.05 </a:t>
            </a:r>
            <a:r>
              <a:rPr sz="1100" b="0" i="1" dirty="0" err="1">
                <a:solidFill>
                  <a:srgbClr val="FF7F27"/>
                </a:solidFill>
              </a:rPr>
              <a:t>유의</a:t>
            </a:r>
            <a:r>
              <a:rPr sz="1100" b="0" i="1" dirty="0">
                <a:solidFill>
                  <a:srgbClr val="FF7F27"/>
                </a:solidFill>
              </a:rPr>
              <a:t>  |  mean, CV, skewness, </a:t>
            </a:r>
            <a:r>
              <a:rPr sz="1100" b="0" i="1" dirty="0" err="1">
                <a:solidFill>
                  <a:srgbClr val="FF7F27"/>
                </a:solidFill>
              </a:rPr>
              <a:t>slope_abs_mean</a:t>
            </a:r>
            <a:r>
              <a:rPr sz="1100" b="0" i="1" dirty="0">
                <a:solidFill>
                  <a:srgbClr val="FF7F27"/>
                </a:solidFill>
              </a:rPr>
              <a:t>: OR </a:t>
            </a:r>
            <a:r>
              <a:rPr sz="1100" b="0" i="1" dirty="0" err="1">
                <a:solidFill>
                  <a:srgbClr val="FF7F27"/>
                </a:solidFill>
              </a:rPr>
              <a:t>방향</a:t>
            </a:r>
            <a:r>
              <a:rPr sz="1100" b="0" i="1" dirty="0">
                <a:solidFill>
                  <a:srgbClr val="FF7F27"/>
                </a:solidFill>
              </a:rPr>
              <a:t> </a:t>
            </a:r>
            <a:r>
              <a:rPr sz="1100" b="0" i="1" dirty="0" err="1">
                <a:solidFill>
                  <a:srgbClr val="FF7F27"/>
                </a:solidFill>
              </a:rPr>
              <a:t>확인</a:t>
            </a:r>
            <a:r>
              <a:rPr sz="1100" b="0" i="1" dirty="0">
                <a:solidFill>
                  <a:srgbClr val="FF7F27"/>
                </a:solidFill>
              </a:rPr>
              <a:t>  |  Sex: </a:t>
            </a:r>
            <a:r>
              <a:rPr sz="1100" b="0" i="1" dirty="0" err="1">
                <a:solidFill>
                  <a:srgbClr val="FF7F27"/>
                </a:solidFill>
              </a:rPr>
              <a:t>이진화</a:t>
            </a:r>
            <a:r>
              <a:rPr sz="1100" b="0" i="1" dirty="0">
                <a:solidFill>
                  <a:srgbClr val="FF7F27"/>
                </a:solidFill>
              </a:rPr>
              <a:t> 후 </a:t>
            </a:r>
            <a:r>
              <a:rPr sz="1100" b="0" i="1" dirty="0" err="1">
                <a:solidFill>
                  <a:srgbClr val="FF7F27"/>
                </a:solidFill>
              </a:rPr>
              <a:t>단변량</a:t>
            </a:r>
            <a:r>
              <a:rPr sz="1100" b="0" i="1" dirty="0">
                <a:solidFill>
                  <a:srgbClr val="FF7F27"/>
                </a:solidFill>
              </a:rPr>
              <a:t> </a:t>
            </a:r>
            <a:r>
              <a:rPr sz="1100" b="0" i="1" dirty="0" err="1">
                <a:solidFill>
                  <a:srgbClr val="FF7F27"/>
                </a:solidFill>
              </a:rPr>
              <a:t>비유의</a:t>
            </a:r>
            <a:endParaRPr sz="1100" b="0" i="1" dirty="0">
              <a:solidFill>
                <a:srgbClr val="FF7F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7608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59333-5D10-83CB-AA31-404CAED85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A2DBD3-62E5-96A7-3E5F-73205B97D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en-US" altLang="ko-KR" sz="4000" dirty="0"/>
              <a:t>Multivariable Analysis</a:t>
            </a:r>
            <a:endParaRPr lang="ko-KR" altLang="en-US" sz="4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4AA3F2-ECC9-8DC2-BE19-247AABEF7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59209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C2C15-0464-5B58-1DF0-E5F02C03B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7878C8-7E01-B204-A2C6-A7A89B7A8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BA47C3-775A-C51F-B8C3-4496044ED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알고리즘 설명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[mean, CV, skewness, </a:t>
            </a:r>
            <a:r>
              <a:rPr lang="en-US" altLang="ko-KR" dirty="0" err="1"/>
              <a:t>slope_abs_mean</a:t>
            </a:r>
            <a:r>
              <a:rPr lang="en-US" altLang="ko-KR" dirty="0"/>
              <a:t>]</a:t>
            </a:r>
          </a:p>
          <a:p>
            <a:pPr lvl="1"/>
            <a:r>
              <a:rPr lang="en-US" altLang="ko-KR" dirty="0"/>
              <a:t>Input : [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], [+</a:t>
            </a:r>
            <a:r>
              <a:rPr lang="ko-KR" altLang="en-US" dirty="0"/>
              <a:t> </a:t>
            </a:r>
            <a:r>
              <a:rPr lang="en-US" altLang="ko-KR" dirty="0"/>
              <a:t>AEC Feature], [+ </a:t>
            </a:r>
            <a:r>
              <a:rPr lang="ko-KR" altLang="en-US" dirty="0"/>
              <a:t>모델명</a:t>
            </a:r>
            <a:r>
              <a:rPr lang="en-US" altLang="ko-KR" dirty="0"/>
              <a:t>, </a:t>
            </a:r>
            <a:r>
              <a:rPr lang="en-US" altLang="ko-KR" dirty="0" err="1"/>
              <a:t>kVp</a:t>
            </a:r>
            <a:r>
              <a:rPr lang="en-US" altLang="ko-KR" dirty="0"/>
              <a:t>]</a:t>
            </a:r>
          </a:p>
          <a:p>
            <a:pPr lvl="1"/>
            <a:r>
              <a:rPr lang="en-US" altLang="ko-KR" dirty="0"/>
              <a:t>Output</a:t>
            </a:r>
          </a:p>
          <a:p>
            <a:pPr lvl="2"/>
            <a:r>
              <a:rPr lang="en-US" altLang="ko-KR" dirty="0"/>
              <a:t>Linear Reg: TAMA value</a:t>
            </a:r>
          </a:p>
          <a:p>
            <a:pPr lvl="2"/>
            <a:r>
              <a:rPr lang="en-US" altLang="ko-KR" dirty="0"/>
              <a:t>Logistic Reg: Binary Classification (threshold cutoff)</a:t>
            </a:r>
          </a:p>
          <a:p>
            <a:pPr lvl="1"/>
            <a:r>
              <a:rPr lang="en-US" altLang="ko-KR" dirty="0"/>
              <a:t>Evaluation Matrix</a:t>
            </a:r>
          </a:p>
          <a:p>
            <a:pPr lvl="2"/>
            <a:r>
              <a:rPr lang="en-US" altLang="ko-KR" dirty="0"/>
              <a:t>Linear Reg: R</a:t>
            </a:r>
            <a:r>
              <a:rPr lang="en-US" altLang="ko-KR" baseline="30000" dirty="0"/>
              <a:t>2</a:t>
            </a:r>
            <a:r>
              <a:rPr lang="en-US" altLang="ko-KR" dirty="0"/>
              <a:t>, Adjusted R</a:t>
            </a:r>
            <a:r>
              <a:rPr lang="en-US" altLang="ko-KR" baseline="30000" dirty="0"/>
              <a:t>2</a:t>
            </a:r>
            <a:r>
              <a:rPr lang="en-US" altLang="ko-KR" dirty="0"/>
              <a:t>, RMSE, AIC</a:t>
            </a:r>
          </a:p>
          <a:p>
            <a:pPr lvl="2"/>
            <a:r>
              <a:rPr lang="en-US" altLang="ko-KR" dirty="0"/>
              <a:t>Logistic Reg: AUC-ROC, </a:t>
            </a:r>
            <a:r>
              <a:rPr lang="en-US" altLang="ko-KR" dirty="0" err="1"/>
              <a:t>Nagelkerke</a:t>
            </a:r>
            <a:r>
              <a:rPr lang="en-US" altLang="ko-KR" dirty="0"/>
              <a:t> R</a:t>
            </a:r>
            <a:r>
              <a:rPr lang="en-US" altLang="ko-KR" baseline="30000" dirty="0"/>
              <a:t>2</a:t>
            </a:r>
            <a:r>
              <a:rPr lang="en-US" altLang="ko-KR" dirty="0"/>
              <a:t>, AIC, HL p-value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B1368D-4361-95BD-BD52-3304B729E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219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Linear Regression - </a:t>
            </a:r>
            <a:r>
              <a:rPr lang="ko-KR" altLang="en-US" dirty="0"/>
              <a:t>강남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29</a:t>
            </a:fld>
            <a:endParaRPr lang="ko-KR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9A8616-0BBF-393C-F264-102EB2DE8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358084"/>
              </p:ext>
            </p:extLst>
          </p:nvPr>
        </p:nvGraphicFramePr>
        <p:xfrm>
          <a:off x="1056000" y="1652395"/>
          <a:ext cx="10080000" cy="2503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4008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변수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β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계수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SE</a:t>
                      </a:r>
                    </a:p>
                    <a:p>
                      <a:pPr algn="ctr"/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표준 오차</a:t>
                      </a: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</a:t>
                      </a:r>
                    </a:p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lang="el-GR" altLang="ko-KR" sz="1100" b="1" dirty="0">
                          <a:solidFill>
                            <a:srgbClr val="FFFFFF"/>
                          </a:solidFill>
                        </a:rPr>
                        <a:t>β </a:t>
                      </a: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/SE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00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42.7220 *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[40.661, 44.783]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1.0506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40.664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&lt; 0.001</a:t>
                      </a:r>
                      <a:endParaRPr sz="110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00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-6.6056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[-7.555, -5.656]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0.4842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-13.641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1A1A2E"/>
                          </a:solidFill>
                        </a:rPr>
                        <a:t>&lt; 0.001</a:t>
                      </a:r>
                      <a:endParaRPr sz="110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00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 (표준화)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9.2879 *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[8.103, 10.473]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0.6040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15.377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1A1A2E"/>
                          </a:solidFill>
                        </a:rPr>
                        <a:t>&lt; 0.001</a:t>
                      </a:r>
                      <a:endParaRPr sz="110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00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CV (표준화)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-1.5131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[-2.701, -0.325]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0.6056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-2.498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1.2576e-02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00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skewness (표준화)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-1.7919 *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[-2.886, -0.698]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0.5577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-3.213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1.3380e-03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79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slope_abs_mean (표준화)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-5.0111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[-6.415, -3.607]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0.7158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-7.001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1A1A2E"/>
                          </a:solidFill>
                        </a:rPr>
                        <a:t>&lt; 0.001</a:t>
                      </a:r>
                      <a:endParaRPr sz="110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8A31DB4-74F8-99BD-8C54-8965D199945F}"/>
              </a:ext>
            </a:extLst>
          </p:cNvPr>
          <p:cNvSpPr txBox="1"/>
          <p:nvPr/>
        </p:nvSpPr>
        <p:spPr>
          <a:xfrm>
            <a:off x="1056000" y="4155949"/>
            <a:ext cx="1008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FF7F27"/>
                </a:solidFill>
              </a:rPr>
              <a:t>* p &lt; 0.05 </a:t>
            </a:r>
            <a:r>
              <a:rPr sz="1000" b="0" i="1" dirty="0" err="1">
                <a:solidFill>
                  <a:srgbClr val="FF7F27"/>
                </a:solidFill>
              </a:rPr>
              <a:t>유의</a:t>
            </a:r>
            <a:r>
              <a:rPr sz="1000" b="0" i="1" dirty="0">
                <a:solidFill>
                  <a:srgbClr val="FF7F27"/>
                </a:solidFill>
              </a:rPr>
              <a:t>  |  CT </a:t>
            </a:r>
            <a:r>
              <a:rPr sz="1000" b="0" i="1" dirty="0" err="1">
                <a:solidFill>
                  <a:srgbClr val="FF7F27"/>
                </a:solidFill>
              </a:rPr>
              <a:t>모델명</a:t>
            </a:r>
            <a:r>
              <a:rPr sz="1000" b="0" i="1" dirty="0">
                <a:solidFill>
                  <a:srgbClr val="FF7F27"/>
                </a:solidFill>
              </a:rPr>
              <a:t> </a:t>
            </a:r>
            <a:r>
              <a:rPr sz="1000" b="0" i="1" dirty="0" err="1">
                <a:solidFill>
                  <a:srgbClr val="FF7F27"/>
                </a:solidFill>
              </a:rPr>
              <a:t>더미는</a:t>
            </a:r>
            <a:r>
              <a:rPr sz="1000" b="0" i="1" dirty="0">
                <a:solidFill>
                  <a:srgbClr val="FF7F27"/>
                </a:solidFill>
              </a:rPr>
              <a:t> </a:t>
            </a:r>
            <a:r>
              <a:rPr sz="1000" b="0" i="1" dirty="0" err="1">
                <a:solidFill>
                  <a:srgbClr val="FF7F27"/>
                </a:solidFill>
              </a:rPr>
              <a:t>생략</a:t>
            </a:r>
            <a:r>
              <a:rPr sz="1000" b="0" i="1" dirty="0">
                <a:solidFill>
                  <a:srgbClr val="FF7F27"/>
                </a:solidFill>
              </a:rPr>
              <a:t> (</a:t>
            </a:r>
            <a:r>
              <a:rPr sz="1000" b="0" i="1" dirty="0" err="1">
                <a:solidFill>
                  <a:srgbClr val="FF7F27"/>
                </a:solidFill>
              </a:rPr>
              <a:t>별도</a:t>
            </a:r>
            <a:r>
              <a:rPr sz="1000" b="0" i="1" dirty="0">
                <a:solidFill>
                  <a:srgbClr val="FF7F27"/>
                </a:solidFill>
              </a:rPr>
              <a:t> </a:t>
            </a:r>
            <a:r>
              <a:rPr sz="1000" b="0" i="1" dirty="0" err="1">
                <a:solidFill>
                  <a:srgbClr val="FF7F27"/>
                </a:solidFill>
              </a:rPr>
              <a:t>슬라이드</a:t>
            </a:r>
            <a:r>
              <a:rPr sz="1000" b="0" i="1" dirty="0">
                <a:solidFill>
                  <a:srgbClr val="FF7F27"/>
                </a:solidFill>
              </a:rPr>
              <a:t>)  |  </a:t>
            </a:r>
            <a:r>
              <a:rPr sz="1000" b="0" i="1" dirty="0" err="1">
                <a:solidFill>
                  <a:srgbClr val="FF7F27"/>
                </a:solidFill>
              </a:rPr>
              <a:t>표준화</a:t>
            </a:r>
            <a:r>
              <a:rPr sz="1000" b="0" i="1" dirty="0">
                <a:solidFill>
                  <a:srgbClr val="FF7F27"/>
                </a:solidFill>
              </a:rPr>
              <a:t> </a:t>
            </a:r>
            <a:r>
              <a:rPr sz="1000" b="0" i="1" dirty="0" err="1">
                <a:solidFill>
                  <a:srgbClr val="FF7F27"/>
                </a:solidFill>
              </a:rPr>
              <a:t>계수</a:t>
            </a:r>
            <a:r>
              <a:rPr sz="1000" b="0" i="1" dirty="0">
                <a:solidFill>
                  <a:srgbClr val="FF7F27"/>
                </a:solidFill>
              </a:rPr>
              <a:t>: 1 SD </a:t>
            </a:r>
            <a:r>
              <a:rPr sz="1000" b="0" i="1" dirty="0" err="1">
                <a:solidFill>
                  <a:srgbClr val="FF7F27"/>
                </a:solidFill>
              </a:rPr>
              <a:t>변화</a:t>
            </a:r>
            <a:r>
              <a:rPr sz="1000" b="0" i="1" dirty="0">
                <a:solidFill>
                  <a:srgbClr val="FF7F27"/>
                </a:solidFill>
              </a:rPr>
              <a:t> 시 TAMA </a:t>
            </a:r>
            <a:r>
              <a:rPr sz="1000" b="0" i="1" dirty="0" err="1">
                <a:solidFill>
                  <a:srgbClr val="FF7F27"/>
                </a:solidFill>
              </a:rPr>
              <a:t>변화량</a:t>
            </a:r>
            <a:endParaRPr sz="1000" b="0" i="1" dirty="0">
              <a:solidFill>
                <a:srgbClr val="FF7F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302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379D0-8FB0-CCBA-899D-A506150AE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142FDB3-914E-A10D-F32E-771001FF71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799" y="3429000"/>
            <a:ext cx="5486400" cy="280924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97E290C-248E-FE5E-4A97-471798F53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721414-7466-5650-BAC8-D758D5070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Linear Regression - </a:t>
            </a:r>
            <a:r>
              <a:rPr lang="ko-KR" altLang="en-US" dirty="0"/>
              <a:t>강남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3E586C-F83A-1851-207B-D8D49D7F4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30</a:t>
            </a:fld>
            <a:endParaRPr lang="ko-KR" alt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99A663-B3CC-B714-E6F9-499E8573A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683335"/>
              </p:ext>
            </p:extLst>
          </p:nvPr>
        </p:nvGraphicFramePr>
        <p:xfrm>
          <a:off x="1516582" y="1625599"/>
          <a:ext cx="9158835" cy="1304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3102561567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지표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Case 0</a:t>
                      </a:r>
                    </a:p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[only AEC]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Case 1</a:t>
                      </a:r>
                      <a:endParaRPr lang="en-US"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[Age,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Sex]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Case 2</a:t>
                      </a:r>
                      <a:endParaRPr lang="en-US"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[+AEC]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Case 3</a:t>
                      </a:r>
                      <a:endParaRPr lang="en-US"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[+Model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,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</a:rPr>
                        <a:t>kVp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]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Δ C1→C2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Δ C2→C3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0.1909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0.5507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0.6356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0.6597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+0.0241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RMSE (cm²)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27.4216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20.4337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18.4019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17.784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-2.03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-0.62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15837.48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14849.28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14506.83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14454.56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-342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-52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1DBFA0A-83E4-4F16-8464-20769B02D75A}"/>
              </a:ext>
            </a:extLst>
          </p:cNvPr>
          <p:cNvSpPr txBox="1"/>
          <p:nvPr/>
        </p:nvSpPr>
        <p:spPr>
          <a:xfrm>
            <a:off x="1516582" y="2930143"/>
            <a:ext cx="915883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2E75B6"/>
                </a:solidFill>
              </a:rPr>
              <a:t>AEC </a:t>
            </a:r>
            <a:r>
              <a:rPr sz="1300" b="1" i="0" dirty="0" err="1">
                <a:solidFill>
                  <a:srgbClr val="2E75B6"/>
                </a:solidFill>
              </a:rPr>
              <a:t>특징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추가</a:t>
            </a:r>
            <a:r>
              <a:rPr sz="1300" b="1" i="0" dirty="0">
                <a:solidFill>
                  <a:srgbClr val="2E75B6"/>
                </a:solidFill>
              </a:rPr>
              <a:t>(Case1→2)로 R² +15.4% </a:t>
            </a:r>
            <a:r>
              <a:rPr sz="1300" b="1" i="0" dirty="0" err="1">
                <a:solidFill>
                  <a:srgbClr val="2E75B6"/>
                </a:solidFill>
              </a:rPr>
              <a:t>향상</a:t>
            </a:r>
            <a:r>
              <a:rPr sz="1300" b="1" i="0" dirty="0">
                <a:solidFill>
                  <a:srgbClr val="2E75B6"/>
                </a:solidFill>
              </a:rPr>
              <a:t>  |  CT </a:t>
            </a:r>
            <a:r>
              <a:rPr sz="1300" b="1" i="0" dirty="0" err="1">
                <a:solidFill>
                  <a:srgbClr val="2E75B6"/>
                </a:solidFill>
              </a:rPr>
              <a:t>모델명</a:t>
            </a:r>
            <a:r>
              <a:rPr sz="1300" b="1" i="0" dirty="0">
                <a:solidFill>
                  <a:srgbClr val="2E75B6"/>
                </a:solidFill>
              </a:rPr>
              <a:t>/</a:t>
            </a:r>
            <a:r>
              <a:rPr sz="1300" b="1" i="0" dirty="0" err="1">
                <a:solidFill>
                  <a:srgbClr val="2E75B6"/>
                </a:solidFill>
              </a:rPr>
              <a:t>kVp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추가</a:t>
            </a:r>
            <a:r>
              <a:rPr sz="1300" b="1" i="0" dirty="0">
                <a:solidFill>
                  <a:srgbClr val="2E75B6"/>
                </a:solidFill>
              </a:rPr>
              <a:t>(Case2→3)로 </a:t>
            </a:r>
            <a:r>
              <a:rPr sz="1300" b="1" i="0" dirty="0" err="1">
                <a:solidFill>
                  <a:srgbClr val="2E75B6"/>
                </a:solidFill>
              </a:rPr>
              <a:t>추가</a:t>
            </a:r>
            <a:r>
              <a:rPr sz="1300" b="1" i="0" dirty="0">
                <a:solidFill>
                  <a:srgbClr val="2E75B6"/>
                </a:solidFill>
              </a:rPr>
              <a:t> +3.8% </a:t>
            </a:r>
            <a:r>
              <a:rPr sz="1300" b="1" i="0" dirty="0" err="1">
                <a:solidFill>
                  <a:srgbClr val="2E75B6"/>
                </a:solidFill>
              </a:rPr>
              <a:t>향상</a:t>
            </a:r>
            <a:endParaRPr sz="1300" b="1" i="0" dirty="0">
              <a:solidFill>
                <a:srgbClr val="2E7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699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26146-F6C5-FFE5-6D90-7F5207882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AF0658-B463-5F2A-9A90-96F01E75D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79F982-16DC-61DE-5BCD-C239074A5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Linear Regression - </a:t>
            </a:r>
            <a:r>
              <a:rPr lang="ko-KR" altLang="en-US" dirty="0"/>
              <a:t>신촌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1C5E98-D667-C816-1D6B-12FD9CDA4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31</a:t>
            </a:fld>
            <a:endParaRPr lang="ko-KR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B1BB24-C14C-5EA9-3753-52F08462A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2470"/>
              </p:ext>
            </p:extLst>
          </p:nvPr>
        </p:nvGraphicFramePr>
        <p:xfrm>
          <a:off x="1056000" y="1652395"/>
          <a:ext cx="10080000" cy="2503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4008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변수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β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계수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SE</a:t>
                      </a:r>
                    </a:p>
                    <a:p>
                      <a:pPr algn="ctr"/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표준 오차</a:t>
                      </a: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</a:t>
                      </a:r>
                    </a:p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lang="el-GR" altLang="ko-KR" sz="1100" b="1" dirty="0">
                          <a:solidFill>
                            <a:srgbClr val="FFFFFF"/>
                          </a:solidFill>
                        </a:rPr>
                        <a:t>β </a:t>
                      </a:r>
                      <a:r>
                        <a:rPr lang="en-US" altLang="ko-KR" sz="1100" b="1" dirty="0">
                          <a:solidFill>
                            <a:srgbClr val="FFFFFF"/>
                          </a:solidFill>
                        </a:rPr>
                        <a:t>/SE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008"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Sex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42.0461 *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[39.703, 44.389]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1.1941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35.210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00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-4.4900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[-5.676, -3.304]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0.6043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-7.430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00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 (표준화)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6.7256 *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[5.388, 8.063]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0.6818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9.864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00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CV (표준화)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-1.8994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[-3.240, -0.559]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0.6834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-2.780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5.5270e-03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00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skewness (표준화)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2.0131 *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[0.662, 3.364]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0.6885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2.924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3.5210e-03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79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slope_abs_mean (표준화)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0.6668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[-0.626, 1.960]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0.6591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3.1187e-01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75B638D-DBC6-B8BE-F7CC-8FDD84F2B8AE}"/>
              </a:ext>
            </a:extLst>
          </p:cNvPr>
          <p:cNvSpPr txBox="1"/>
          <p:nvPr/>
        </p:nvSpPr>
        <p:spPr>
          <a:xfrm>
            <a:off x="1056000" y="4155949"/>
            <a:ext cx="1008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FF7F27"/>
                </a:solidFill>
              </a:rPr>
              <a:t>* p &lt; 0.05 </a:t>
            </a:r>
            <a:r>
              <a:rPr sz="1000" b="0" i="1" dirty="0" err="1">
                <a:solidFill>
                  <a:srgbClr val="FF7F27"/>
                </a:solidFill>
              </a:rPr>
              <a:t>유의</a:t>
            </a:r>
            <a:r>
              <a:rPr sz="1000" b="0" i="1" dirty="0">
                <a:solidFill>
                  <a:srgbClr val="FF7F27"/>
                </a:solidFill>
              </a:rPr>
              <a:t>  |  CT </a:t>
            </a:r>
            <a:r>
              <a:rPr sz="1000" b="0" i="1" dirty="0" err="1">
                <a:solidFill>
                  <a:srgbClr val="FF7F27"/>
                </a:solidFill>
              </a:rPr>
              <a:t>모델명</a:t>
            </a:r>
            <a:r>
              <a:rPr sz="1000" b="0" i="1" dirty="0">
                <a:solidFill>
                  <a:srgbClr val="FF7F27"/>
                </a:solidFill>
              </a:rPr>
              <a:t> </a:t>
            </a:r>
            <a:r>
              <a:rPr sz="1000" b="0" i="1" dirty="0" err="1">
                <a:solidFill>
                  <a:srgbClr val="FF7F27"/>
                </a:solidFill>
              </a:rPr>
              <a:t>더미는</a:t>
            </a:r>
            <a:r>
              <a:rPr sz="1000" b="0" i="1" dirty="0">
                <a:solidFill>
                  <a:srgbClr val="FF7F27"/>
                </a:solidFill>
              </a:rPr>
              <a:t> </a:t>
            </a:r>
            <a:r>
              <a:rPr sz="1000" b="0" i="1" dirty="0" err="1">
                <a:solidFill>
                  <a:srgbClr val="FF7F27"/>
                </a:solidFill>
              </a:rPr>
              <a:t>생략</a:t>
            </a:r>
            <a:r>
              <a:rPr sz="1000" b="0" i="1" dirty="0">
                <a:solidFill>
                  <a:srgbClr val="FF7F27"/>
                </a:solidFill>
              </a:rPr>
              <a:t> (</a:t>
            </a:r>
            <a:r>
              <a:rPr sz="1000" b="0" i="1" dirty="0" err="1">
                <a:solidFill>
                  <a:srgbClr val="FF7F27"/>
                </a:solidFill>
              </a:rPr>
              <a:t>별도</a:t>
            </a:r>
            <a:r>
              <a:rPr sz="1000" b="0" i="1" dirty="0">
                <a:solidFill>
                  <a:srgbClr val="FF7F27"/>
                </a:solidFill>
              </a:rPr>
              <a:t> </a:t>
            </a:r>
            <a:r>
              <a:rPr sz="1000" b="0" i="1" dirty="0" err="1">
                <a:solidFill>
                  <a:srgbClr val="FF7F27"/>
                </a:solidFill>
              </a:rPr>
              <a:t>슬라이드</a:t>
            </a:r>
            <a:r>
              <a:rPr sz="1000" b="0" i="1" dirty="0">
                <a:solidFill>
                  <a:srgbClr val="FF7F27"/>
                </a:solidFill>
              </a:rPr>
              <a:t>)  |  </a:t>
            </a:r>
            <a:r>
              <a:rPr lang="el-GR" altLang="ko-KR" sz="1000" i="1" dirty="0">
                <a:solidFill>
                  <a:schemeClr val="accent2"/>
                </a:solidFill>
              </a:rPr>
              <a:t>β</a:t>
            </a:r>
            <a:r>
              <a:rPr sz="1000" i="1" dirty="0">
                <a:solidFill>
                  <a:schemeClr val="accent2"/>
                </a:solidFill>
              </a:rPr>
              <a:t> </a:t>
            </a:r>
            <a:r>
              <a:rPr sz="1000" b="0" i="1" dirty="0" err="1">
                <a:solidFill>
                  <a:srgbClr val="FF7F27"/>
                </a:solidFill>
              </a:rPr>
              <a:t>계수</a:t>
            </a:r>
            <a:r>
              <a:rPr sz="1000" b="0" i="1" dirty="0">
                <a:solidFill>
                  <a:srgbClr val="FF7F27"/>
                </a:solidFill>
              </a:rPr>
              <a:t>: 1 SD </a:t>
            </a:r>
            <a:r>
              <a:rPr sz="1000" b="0" i="1" dirty="0" err="1">
                <a:solidFill>
                  <a:srgbClr val="FF7F27"/>
                </a:solidFill>
              </a:rPr>
              <a:t>변화</a:t>
            </a:r>
            <a:r>
              <a:rPr sz="1000" b="0" i="1" dirty="0">
                <a:solidFill>
                  <a:srgbClr val="FF7F27"/>
                </a:solidFill>
              </a:rPr>
              <a:t> 시 TAMA </a:t>
            </a:r>
            <a:r>
              <a:rPr sz="1000" b="0" i="1" dirty="0" err="1">
                <a:solidFill>
                  <a:srgbClr val="FF7F27"/>
                </a:solidFill>
              </a:rPr>
              <a:t>변화량</a:t>
            </a:r>
            <a:endParaRPr sz="1000" b="0" i="1" dirty="0">
              <a:solidFill>
                <a:srgbClr val="FF7F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8102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18E98-C897-7001-0B80-0A17F0BEF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12_case_metrics_bar.png">
            <a:extLst>
              <a:ext uri="{FF2B5EF4-FFF2-40B4-BE49-F238E27FC236}">
                <a16:creationId xmlns:a16="http://schemas.microsoft.com/office/drawing/2014/main" id="{3CFBF344-A77E-61E0-8A5A-E2E2B6A04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799" y="3429000"/>
            <a:ext cx="5486400" cy="280924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2778021-0612-8A4E-78A5-DDA23C139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3B44F3-0831-E2E6-F27D-8F9F9C47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Linear Regression - </a:t>
            </a:r>
            <a:r>
              <a:rPr lang="ko-KR" altLang="en-US" dirty="0"/>
              <a:t>신촌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A4DB38-04A1-140F-26F5-EF697334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32</a:t>
            </a:fld>
            <a:endParaRPr lang="ko-KR" alt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ACE963-4A5C-2307-31E4-57C078ACF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127861"/>
              </p:ext>
            </p:extLst>
          </p:nvPr>
        </p:nvGraphicFramePr>
        <p:xfrm>
          <a:off x="1516582" y="1625599"/>
          <a:ext cx="9158835" cy="1304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3102561567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지표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Case 0</a:t>
                      </a:r>
                    </a:p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[only AEC]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Case 1</a:t>
                      </a:r>
                      <a:endParaRPr lang="en-US"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[Age,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Sex]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Case 2</a:t>
                      </a:r>
                      <a:endParaRPr lang="en-US"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[+AEC]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Case 3</a:t>
                      </a:r>
                      <a:endParaRPr lang="en-US"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[+Model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,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</a:rPr>
                        <a:t>kVp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]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Δ C1→C2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Δ C2→C3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R²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0.074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0.5203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0.548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0.5901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+0.0277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+0.0421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RMSE (cm²)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29.6475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21.3386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20.7131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19.7243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-0.63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-0.99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 marL="45720" marR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12213.51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11374.86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11307.35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11275.2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-68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-32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8A5A128-A194-4E5F-ACEF-30B3E6B5196F}"/>
              </a:ext>
            </a:extLst>
          </p:cNvPr>
          <p:cNvSpPr txBox="1"/>
          <p:nvPr/>
        </p:nvSpPr>
        <p:spPr>
          <a:xfrm>
            <a:off x="1516582" y="2930143"/>
            <a:ext cx="915883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2E75B6"/>
                </a:solidFill>
              </a:rPr>
              <a:t>AEC </a:t>
            </a:r>
            <a:r>
              <a:rPr sz="1300" b="1" i="0" dirty="0" err="1">
                <a:solidFill>
                  <a:srgbClr val="2E75B6"/>
                </a:solidFill>
              </a:rPr>
              <a:t>특징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추가</a:t>
            </a:r>
            <a:r>
              <a:rPr sz="1300" b="1" i="0" dirty="0">
                <a:solidFill>
                  <a:srgbClr val="2E75B6"/>
                </a:solidFill>
              </a:rPr>
              <a:t>(Case1→2)로 R² +5.3% </a:t>
            </a:r>
            <a:r>
              <a:rPr sz="1300" b="1" i="0" dirty="0" err="1">
                <a:solidFill>
                  <a:srgbClr val="2E75B6"/>
                </a:solidFill>
              </a:rPr>
              <a:t>향상</a:t>
            </a:r>
            <a:r>
              <a:rPr sz="1300" b="1" i="0" dirty="0">
                <a:solidFill>
                  <a:srgbClr val="2E75B6"/>
                </a:solidFill>
              </a:rPr>
              <a:t>  |  CT </a:t>
            </a:r>
            <a:r>
              <a:rPr sz="1300" b="1" i="0" dirty="0" err="1">
                <a:solidFill>
                  <a:srgbClr val="2E75B6"/>
                </a:solidFill>
              </a:rPr>
              <a:t>모델명</a:t>
            </a:r>
            <a:r>
              <a:rPr sz="1300" b="1" i="0" dirty="0">
                <a:solidFill>
                  <a:srgbClr val="2E75B6"/>
                </a:solidFill>
              </a:rPr>
              <a:t>/</a:t>
            </a:r>
            <a:r>
              <a:rPr sz="1300" b="1" i="0" dirty="0" err="1">
                <a:solidFill>
                  <a:srgbClr val="2E75B6"/>
                </a:solidFill>
              </a:rPr>
              <a:t>kVp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추가</a:t>
            </a:r>
            <a:r>
              <a:rPr sz="1300" b="1" i="0" dirty="0">
                <a:solidFill>
                  <a:srgbClr val="2E75B6"/>
                </a:solidFill>
              </a:rPr>
              <a:t>(Case2→3)로 </a:t>
            </a:r>
            <a:r>
              <a:rPr sz="1300" b="1" i="0" dirty="0" err="1">
                <a:solidFill>
                  <a:srgbClr val="2E75B6"/>
                </a:solidFill>
              </a:rPr>
              <a:t>추가</a:t>
            </a:r>
            <a:r>
              <a:rPr sz="1300" b="1" i="0" dirty="0">
                <a:solidFill>
                  <a:srgbClr val="2E75B6"/>
                </a:solidFill>
              </a:rPr>
              <a:t> +7.7% </a:t>
            </a:r>
            <a:r>
              <a:rPr sz="1300" b="1" i="0" dirty="0" err="1">
                <a:solidFill>
                  <a:srgbClr val="2E75B6"/>
                </a:solidFill>
              </a:rPr>
              <a:t>향상</a:t>
            </a:r>
            <a:endParaRPr sz="1300" b="1" i="0" dirty="0">
              <a:solidFill>
                <a:srgbClr val="2E7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5162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07054-555B-4B05-DD8F-D83D84876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408364-0DA0-F96A-04D4-8FDD928E8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4B45EA-279F-152C-D434-8555DC90F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Logistic Regression - </a:t>
            </a:r>
            <a:r>
              <a:rPr lang="ko-KR" altLang="en-US" dirty="0"/>
              <a:t>강남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A318B1-CDA5-5344-DFAE-2FA165AF0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33</a:t>
            </a:fld>
            <a:endParaRPr lang="ko-KR" altLang="en-US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9F47A15-E389-2EE8-9912-A33B798E3B05}"/>
              </a:ext>
            </a:extLst>
          </p:cNvPr>
          <p:cNvGrpSpPr/>
          <p:nvPr/>
        </p:nvGrpSpPr>
        <p:grpSpPr>
          <a:xfrm>
            <a:off x="508000" y="1550671"/>
            <a:ext cx="10896600" cy="1731223"/>
            <a:chOff x="320040" y="1143000"/>
            <a:chExt cx="11247120" cy="2103120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4637E24C-80FA-B7C1-7F9A-1585CA12D13D}"/>
                </a:ext>
              </a:extLst>
            </p:cNvPr>
            <p:cNvSpPr/>
            <p:nvPr/>
          </p:nvSpPr>
          <p:spPr>
            <a:xfrm>
              <a:off x="320040" y="1143000"/>
              <a:ext cx="3566160" cy="1005840"/>
            </a:xfrm>
            <a:prstGeom prst="rect">
              <a:avLst/>
            </a:prstGeom>
            <a:solidFill>
              <a:srgbClr val="1A3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9EACBE6-D3A6-5631-5C4A-37B17B8199B8}"/>
                </a:ext>
              </a:extLst>
            </p:cNvPr>
            <p:cNvSpPr txBox="1"/>
            <p:nvPr/>
          </p:nvSpPr>
          <p:spPr>
            <a:xfrm>
              <a:off x="457200" y="1197864"/>
              <a:ext cx="329184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FF7F27"/>
                  </a:solidFill>
                </a:rPr>
                <a:t>AUC-ROC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FD278BE-2939-A140-95D1-C7B1675A82D8}"/>
                </a:ext>
              </a:extLst>
            </p:cNvPr>
            <p:cNvSpPr txBox="1"/>
            <p:nvPr/>
          </p:nvSpPr>
          <p:spPr>
            <a:xfrm>
              <a:off x="457200" y="1600200"/>
              <a:ext cx="3291840" cy="4754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i="0">
                  <a:solidFill>
                    <a:srgbClr val="FFFFFF"/>
                  </a:solidFill>
                </a:rPr>
                <a:t>0.7514</a:t>
              </a: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87DABCD7-4336-E07B-7F55-27928E031AAF}"/>
                </a:ext>
              </a:extLst>
            </p:cNvPr>
            <p:cNvSpPr/>
            <p:nvPr/>
          </p:nvSpPr>
          <p:spPr>
            <a:xfrm>
              <a:off x="4160520" y="1143000"/>
              <a:ext cx="3566160" cy="1005840"/>
            </a:xfrm>
            <a:prstGeom prst="rect">
              <a:avLst/>
            </a:prstGeom>
            <a:solidFill>
              <a:srgbClr val="1A3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87E2A8-F60D-2C0A-3D81-B79D5BDA9995}"/>
                </a:ext>
              </a:extLst>
            </p:cNvPr>
            <p:cNvSpPr txBox="1"/>
            <p:nvPr/>
          </p:nvSpPr>
          <p:spPr>
            <a:xfrm>
              <a:off x="4297680" y="1197864"/>
              <a:ext cx="329184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FF7F27"/>
                  </a:solidFill>
                </a:rPr>
                <a:t>Bootstrap 95% CI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6024FB-2645-582F-93F5-16A5DBF82F15}"/>
                </a:ext>
              </a:extLst>
            </p:cNvPr>
            <p:cNvSpPr txBox="1"/>
            <p:nvPr/>
          </p:nvSpPr>
          <p:spPr>
            <a:xfrm>
              <a:off x="4297680" y="1600200"/>
              <a:ext cx="3291840" cy="4754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i="0">
                  <a:solidFill>
                    <a:srgbClr val="FFFFFF"/>
                  </a:solidFill>
                </a:rPr>
                <a:t>[0.7258 – 0.7775]</a:t>
              </a: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3D2B0F40-185A-E9AC-5AC3-2431ABDBB7A2}"/>
                </a:ext>
              </a:extLst>
            </p:cNvPr>
            <p:cNvSpPr/>
            <p:nvPr/>
          </p:nvSpPr>
          <p:spPr>
            <a:xfrm>
              <a:off x="8001000" y="1143000"/>
              <a:ext cx="3566160" cy="1005840"/>
            </a:xfrm>
            <a:prstGeom prst="rect">
              <a:avLst/>
            </a:prstGeom>
            <a:solidFill>
              <a:srgbClr val="1A3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0C3C66E-CEF0-6110-680E-9998A5F03F3B}"/>
                </a:ext>
              </a:extLst>
            </p:cNvPr>
            <p:cNvSpPr txBox="1"/>
            <p:nvPr/>
          </p:nvSpPr>
          <p:spPr>
            <a:xfrm>
              <a:off x="8138160" y="1197864"/>
              <a:ext cx="329184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FF7F27"/>
                  </a:solidFill>
                </a:rPr>
                <a:t>Sensitivity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3F9244F-FBB3-25C7-6EA3-541E8BD7119E}"/>
                </a:ext>
              </a:extLst>
            </p:cNvPr>
            <p:cNvSpPr txBox="1"/>
            <p:nvPr/>
          </p:nvSpPr>
          <p:spPr>
            <a:xfrm>
              <a:off x="8138160" y="1600200"/>
              <a:ext cx="3291840" cy="4754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i="0">
                  <a:solidFill>
                    <a:srgbClr val="FFFFFF"/>
                  </a:solidFill>
                </a:rPr>
                <a:t>0.7350</a:t>
              </a: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05CEC35F-70AA-7B03-9F4B-3FC1821FAD56}"/>
                </a:ext>
              </a:extLst>
            </p:cNvPr>
            <p:cNvSpPr/>
            <p:nvPr/>
          </p:nvSpPr>
          <p:spPr>
            <a:xfrm>
              <a:off x="320040" y="2240280"/>
              <a:ext cx="3566160" cy="1005840"/>
            </a:xfrm>
            <a:prstGeom prst="rect">
              <a:avLst/>
            </a:prstGeom>
            <a:solidFill>
              <a:srgbClr val="1A3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9A261BF-B7FA-C0AB-B04E-83E43FA4E0F4}"/>
                </a:ext>
              </a:extLst>
            </p:cNvPr>
            <p:cNvSpPr txBox="1"/>
            <p:nvPr/>
          </p:nvSpPr>
          <p:spPr>
            <a:xfrm>
              <a:off x="457200" y="2295144"/>
              <a:ext cx="329184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FF7F27"/>
                  </a:solidFill>
                </a:rPr>
                <a:t>Specificity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CAC3040-B8F5-C550-7BBB-18662F7B5384}"/>
                </a:ext>
              </a:extLst>
            </p:cNvPr>
            <p:cNvSpPr txBox="1"/>
            <p:nvPr/>
          </p:nvSpPr>
          <p:spPr>
            <a:xfrm>
              <a:off x="457200" y="2697480"/>
              <a:ext cx="3291840" cy="4754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i="0">
                  <a:solidFill>
                    <a:srgbClr val="FFFFFF"/>
                  </a:solidFill>
                </a:rPr>
                <a:t>0.6520</a:t>
              </a:r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853DBD02-12E1-A458-5544-9226CC8F7FC6}"/>
                </a:ext>
              </a:extLst>
            </p:cNvPr>
            <p:cNvSpPr/>
            <p:nvPr/>
          </p:nvSpPr>
          <p:spPr>
            <a:xfrm>
              <a:off x="4160520" y="2240280"/>
              <a:ext cx="3566160" cy="1005840"/>
            </a:xfrm>
            <a:prstGeom prst="rect">
              <a:avLst/>
            </a:prstGeom>
            <a:solidFill>
              <a:srgbClr val="1A3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AFD56FE-D663-EF0C-CA7D-EC3BA87C6010}"/>
                </a:ext>
              </a:extLst>
            </p:cNvPr>
            <p:cNvSpPr txBox="1"/>
            <p:nvPr/>
          </p:nvSpPr>
          <p:spPr>
            <a:xfrm>
              <a:off x="4297680" y="2295144"/>
              <a:ext cx="329184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FF7F27"/>
                  </a:solidFill>
                </a:rPr>
                <a:t>PPV / NPV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646A120-C481-F4C5-EFD9-6AB79B80231D}"/>
                </a:ext>
              </a:extLst>
            </p:cNvPr>
            <p:cNvSpPr txBox="1"/>
            <p:nvPr/>
          </p:nvSpPr>
          <p:spPr>
            <a:xfrm>
              <a:off x="4297680" y="2697480"/>
              <a:ext cx="3291840" cy="4754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i="0">
                  <a:solidFill>
                    <a:srgbClr val="FFFFFF"/>
                  </a:solidFill>
                </a:rPr>
                <a:t>0.3989 / 0.8868</a:t>
              </a:r>
            </a:p>
          </p:txBody>
        </p:sp>
        <p:sp>
          <p:nvSpPr>
            <p:cNvPr id="22" name="Rectangle 20">
              <a:extLst>
                <a:ext uri="{FF2B5EF4-FFF2-40B4-BE49-F238E27FC236}">
                  <a16:creationId xmlns:a16="http://schemas.microsoft.com/office/drawing/2014/main" id="{493CC514-F525-6D20-63F5-A11AC31E6A77}"/>
                </a:ext>
              </a:extLst>
            </p:cNvPr>
            <p:cNvSpPr/>
            <p:nvPr/>
          </p:nvSpPr>
          <p:spPr>
            <a:xfrm>
              <a:off x="8001000" y="2240280"/>
              <a:ext cx="3566160" cy="1005840"/>
            </a:xfrm>
            <a:prstGeom prst="rect">
              <a:avLst/>
            </a:prstGeom>
            <a:solidFill>
              <a:srgbClr val="1A3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2CBC363-9499-7E94-1694-380EA7881920}"/>
                </a:ext>
              </a:extLst>
            </p:cNvPr>
            <p:cNvSpPr txBox="1"/>
            <p:nvPr/>
          </p:nvSpPr>
          <p:spPr>
            <a:xfrm>
              <a:off x="8138160" y="2295144"/>
              <a:ext cx="329184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FF7F27"/>
                  </a:solidFill>
                </a:rPr>
                <a:t>Nagelkerke R²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91DDF2B-35A1-CF06-B6AD-94F9E36D309E}"/>
                </a:ext>
              </a:extLst>
            </p:cNvPr>
            <p:cNvSpPr txBox="1"/>
            <p:nvPr/>
          </p:nvSpPr>
          <p:spPr>
            <a:xfrm>
              <a:off x="8138160" y="2697480"/>
              <a:ext cx="3291840" cy="4754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i="0">
                  <a:solidFill>
                    <a:srgbClr val="FFFFFF"/>
                  </a:solidFill>
                </a:rPr>
                <a:t>0.2135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74C3EF3-0935-826A-B417-0D31D506C774}"/>
              </a:ext>
            </a:extLst>
          </p:cNvPr>
          <p:cNvSpPr txBox="1"/>
          <p:nvPr/>
        </p:nvSpPr>
        <p:spPr>
          <a:xfrm>
            <a:off x="508000" y="357610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1A355E"/>
                </a:solidFill>
              </a:rPr>
              <a:t>보정도</a:t>
            </a:r>
            <a:r>
              <a:rPr sz="1300" b="1" i="0" dirty="0">
                <a:solidFill>
                  <a:srgbClr val="1A355E"/>
                </a:solidFill>
              </a:rPr>
              <a:t> 및 </a:t>
            </a:r>
            <a:r>
              <a:rPr sz="1300" b="1" i="0" dirty="0" err="1">
                <a:solidFill>
                  <a:srgbClr val="1A355E"/>
                </a:solidFill>
              </a:rPr>
              <a:t>적합도</a:t>
            </a:r>
            <a:endParaRPr sz="1300" b="1" i="0" dirty="0">
              <a:solidFill>
                <a:srgbClr val="1A355E"/>
              </a:solidFill>
            </a:endParaRPr>
          </a:p>
        </p:txBody>
      </p:sp>
      <p:graphicFrame>
        <p:nvGraphicFramePr>
          <p:cNvPr id="26" name="Table 24">
            <a:extLst>
              <a:ext uri="{FF2B5EF4-FFF2-40B4-BE49-F238E27FC236}">
                <a16:creationId xmlns:a16="http://schemas.microsoft.com/office/drawing/2014/main" id="{04CB2AEB-4DC2-EB2F-42C7-3FEE6A0C3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009357"/>
              </p:ext>
            </p:extLst>
          </p:nvPr>
        </p:nvGraphicFramePr>
        <p:xfrm>
          <a:off x="508000" y="3923578"/>
          <a:ext cx="6400800" cy="1066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7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583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지표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583"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Hosmer-</a:t>
                      </a:r>
                      <a:r>
                        <a:rPr sz="1100" dirty="0" err="1">
                          <a:solidFill>
                            <a:srgbClr val="1A1A2E"/>
                          </a:solidFill>
                        </a:rPr>
                        <a:t>Lemeshow</a:t>
                      </a:r>
                      <a:r>
                        <a:rPr sz="1100" dirty="0">
                          <a:solidFill>
                            <a:srgbClr val="1A1A2E"/>
                          </a:solidFill>
                        </a:rPr>
                        <a:t> χ²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6.410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p=0.601 → </a:t>
                      </a:r>
                      <a:r>
                        <a:rPr sz="1100" dirty="0" err="1">
                          <a:solidFill>
                            <a:srgbClr val="1A1A2E"/>
                          </a:solidFill>
                        </a:rPr>
                        <a:t>보정도</a:t>
                      </a:r>
                      <a:r>
                        <a:rPr sz="11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1A1A2E"/>
                          </a:solidFill>
                        </a:rPr>
                        <a:t>양호</a:t>
                      </a:r>
                      <a:r>
                        <a:rPr sz="1100" dirty="0">
                          <a:solidFill>
                            <a:srgbClr val="1A1A2E"/>
                          </a:solidFill>
                        </a:rPr>
                        <a:t> 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5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Brier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0.1557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err="1">
                          <a:solidFill>
                            <a:srgbClr val="1A1A2E"/>
                          </a:solidFill>
                        </a:rPr>
                        <a:t>낮을수록</a:t>
                      </a:r>
                      <a:r>
                        <a:rPr sz="11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1A1A2E"/>
                          </a:solidFill>
                        </a:rPr>
                        <a:t>우수</a:t>
                      </a:r>
                      <a:r>
                        <a:rPr sz="1100" dirty="0">
                          <a:solidFill>
                            <a:srgbClr val="1A1A2E"/>
                          </a:solidFill>
                        </a:rPr>
                        <a:t> (0=</a:t>
                      </a:r>
                      <a:r>
                        <a:rPr sz="1100" dirty="0" err="1">
                          <a:solidFill>
                            <a:srgbClr val="1A1A2E"/>
                          </a:solidFill>
                        </a:rPr>
                        <a:t>완벽</a:t>
                      </a:r>
                      <a:r>
                        <a:rPr sz="1100" dirty="0">
                          <a:solidFill>
                            <a:srgbClr val="1A1A2E"/>
                          </a:solidFill>
                        </a:rPr>
                        <a:t>, 0.25=</a:t>
                      </a:r>
                      <a:r>
                        <a:rPr sz="1100" dirty="0" err="1">
                          <a:solidFill>
                            <a:srgbClr val="1A1A2E"/>
                          </a:solidFill>
                        </a:rPr>
                        <a:t>무작위</a:t>
                      </a:r>
                      <a:r>
                        <a:rPr sz="1100" dirty="0">
                          <a:solidFill>
                            <a:srgbClr val="1A1A2E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5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1,657.30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Case </a:t>
                      </a:r>
                      <a:r>
                        <a:rPr sz="1100" dirty="0" err="1">
                          <a:solidFill>
                            <a:srgbClr val="1A1A2E"/>
                          </a:solidFill>
                        </a:rPr>
                        <a:t>비교</a:t>
                      </a:r>
                      <a:r>
                        <a:rPr sz="11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1A1A2E"/>
                          </a:solidFill>
                        </a:rPr>
                        <a:t>기준</a:t>
                      </a:r>
                      <a:endParaRPr sz="110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0" name="Picture 28" descr="10_logistic_confusion.png">
            <a:extLst>
              <a:ext uri="{FF2B5EF4-FFF2-40B4-BE49-F238E27FC236}">
                <a16:creationId xmlns:a16="http://schemas.microsoft.com/office/drawing/2014/main" id="{583066E9-21CC-D3FD-183A-4F691F15D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583776"/>
            <a:ext cx="3422864" cy="254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6755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Logistic Regression - </a:t>
            </a:r>
            <a:r>
              <a:rPr lang="ko-KR" altLang="en-US" dirty="0"/>
              <a:t>강남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34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07E8D31-0774-5031-517E-89AF611A7C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799" y="3612403"/>
            <a:ext cx="5486400" cy="2777067"/>
          </a:xfrm>
          <a:prstGeom prst="rect">
            <a:avLst/>
          </a:prstGeom>
        </p:spPr>
      </p:pic>
      <p:graphicFrame>
        <p:nvGraphicFramePr>
          <p:cNvPr id="15" name="Table 4">
            <a:extLst>
              <a:ext uri="{FF2B5EF4-FFF2-40B4-BE49-F238E27FC236}">
                <a16:creationId xmlns:a16="http://schemas.microsoft.com/office/drawing/2014/main" id="{CA97934B-5930-420A-4B39-F3744DEF7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996520"/>
              </p:ext>
            </p:extLst>
          </p:nvPr>
        </p:nvGraphicFramePr>
        <p:xfrm>
          <a:off x="1516582" y="1625599"/>
          <a:ext cx="9158835" cy="1597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3102561567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지표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Case 0</a:t>
                      </a:r>
                    </a:p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[only AEC]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Case 1</a:t>
                      </a:r>
                      <a:endParaRPr lang="en-US"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[Age,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Sex]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Case 2</a:t>
                      </a:r>
                      <a:endParaRPr lang="en-US"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[+AEC]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Case 3</a:t>
                      </a:r>
                      <a:endParaRPr lang="en-US"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[+Model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,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</a:rPr>
                        <a:t>kVp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]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Δ C1→C2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Δ C2→C3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AUC-ROC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0.6786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0.7196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0.7548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+0.096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+0.035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Nagelkerke R²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0.0979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0.0516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0.1596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0.2169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+0.108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+0.057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1739.35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1787.8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1668.07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1656.88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-120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HL p-value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0.132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1.26e-03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0.728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solidFill>
                            <a:srgbClr val="1A1A2E"/>
                          </a:solidFill>
                        </a:rPr>
                        <a:t>보정도</a:t>
                      </a:r>
                      <a:r>
                        <a:rPr sz="12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rgbClr val="1A1A2E"/>
                          </a:solidFill>
                        </a:rPr>
                        <a:t>개선</a:t>
                      </a:r>
                      <a:endParaRPr sz="120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solidFill>
                            <a:srgbClr val="1A1A2E"/>
                          </a:solidFill>
                        </a:rPr>
                        <a:t>보정도</a:t>
                      </a:r>
                      <a:r>
                        <a:rPr sz="12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rgbClr val="1A1A2E"/>
                          </a:solidFill>
                        </a:rPr>
                        <a:t>양호</a:t>
                      </a:r>
                      <a:endParaRPr sz="120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41907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45F0D73-93A0-4946-B4BA-3EEAA4935A8D}"/>
              </a:ext>
            </a:extLst>
          </p:cNvPr>
          <p:cNvSpPr txBox="1"/>
          <p:nvPr/>
        </p:nvSpPr>
        <p:spPr>
          <a:xfrm>
            <a:off x="1516582" y="3222751"/>
            <a:ext cx="915883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2E75B6"/>
                </a:solidFill>
              </a:rPr>
              <a:t>AEC </a:t>
            </a:r>
            <a:r>
              <a:rPr sz="1300" b="1" i="0" dirty="0" err="1">
                <a:solidFill>
                  <a:srgbClr val="2E75B6"/>
                </a:solidFill>
              </a:rPr>
              <a:t>추가</a:t>
            </a:r>
            <a:r>
              <a:rPr sz="1300" b="1" i="0" dirty="0">
                <a:solidFill>
                  <a:srgbClr val="2E75B6"/>
                </a:solidFill>
              </a:rPr>
              <a:t>(Case1→2)로 AUC +15.2% </a:t>
            </a:r>
            <a:r>
              <a:rPr sz="1300" b="1" i="0" dirty="0" err="1">
                <a:solidFill>
                  <a:srgbClr val="2E75B6"/>
                </a:solidFill>
              </a:rPr>
              <a:t>향상</a:t>
            </a:r>
            <a:r>
              <a:rPr sz="1300" b="1" i="0" dirty="0">
                <a:solidFill>
                  <a:srgbClr val="2E75B6"/>
                </a:solidFill>
              </a:rPr>
              <a:t>  |  CT </a:t>
            </a:r>
            <a:r>
              <a:rPr sz="1300" b="1" i="0" dirty="0" err="1">
                <a:solidFill>
                  <a:srgbClr val="2E75B6"/>
                </a:solidFill>
              </a:rPr>
              <a:t>모델명</a:t>
            </a:r>
            <a:r>
              <a:rPr sz="1300" b="1" i="0" dirty="0">
                <a:solidFill>
                  <a:srgbClr val="2E75B6"/>
                </a:solidFill>
              </a:rPr>
              <a:t>/</a:t>
            </a:r>
            <a:r>
              <a:rPr sz="1300" b="1" i="0" dirty="0" err="1">
                <a:solidFill>
                  <a:srgbClr val="2E75B6"/>
                </a:solidFill>
              </a:rPr>
              <a:t>kVp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추가</a:t>
            </a:r>
            <a:r>
              <a:rPr sz="1300" b="1" i="0" dirty="0">
                <a:solidFill>
                  <a:srgbClr val="2E75B6"/>
                </a:solidFill>
              </a:rPr>
              <a:t>(Case2→3)로 +4.9% </a:t>
            </a:r>
            <a:r>
              <a:rPr sz="1300" b="1" i="0" dirty="0" err="1">
                <a:solidFill>
                  <a:srgbClr val="2E75B6"/>
                </a:solidFill>
              </a:rPr>
              <a:t>추가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개선</a:t>
            </a:r>
            <a:endParaRPr sz="1300" b="1" i="0" dirty="0">
              <a:solidFill>
                <a:srgbClr val="2E7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4960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504D7-9D95-DC70-35E7-BC361CD12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8" descr="10_logistic_confusion.png">
            <a:extLst>
              <a:ext uri="{FF2B5EF4-FFF2-40B4-BE49-F238E27FC236}">
                <a16:creationId xmlns:a16="http://schemas.microsoft.com/office/drawing/2014/main" id="{DE9F1DF5-E762-D36C-B819-A343CF944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925" y="3583776"/>
            <a:ext cx="3461459" cy="254238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9AE6D8E-AF1D-A548-D946-375E9254E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E78CE6-CB47-DFEF-6339-F152D83CC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Logistic Regression - </a:t>
            </a:r>
            <a:r>
              <a:rPr lang="ko-KR" altLang="en-US" dirty="0"/>
              <a:t>신촌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ECB5C5-9C83-9314-FA8D-BFA87A117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35</a:t>
            </a:fld>
            <a:endParaRPr lang="ko-KR" altLang="en-US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147E0F5-C52B-9243-2900-D8B10DF07C33}"/>
              </a:ext>
            </a:extLst>
          </p:cNvPr>
          <p:cNvGrpSpPr/>
          <p:nvPr/>
        </p:nvGrpSpPr>
        <p:grpSpPr>
          <a:xfrm>
            <a:off x="508000" y="1550671"/>
            <a:ext cx="10896600" cy="1731223"/>
            <a:chOff x="320040" y="1143000"/>
            <a:chExt cx="11247120" cy="2103120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C96F7109-CD29-312C-3805-13C1D654A54C}"/>
                </a:ext>
              </a:extLst>
            </p:cNvPr>
            <p:cNvSpPr/>
            <p:nvPr/>
          </p:nvSpPr>
          <p:spPr>
            <a:xfrm>
              <a:off x="320040" y="1143000"/>
              <a:ext cx="3566160" cy="1005840"/>
            </a:xfrm>
            <a:prstGeom prst="rect">
              <a:avLst/>
            </a:prstGeom>
            <a:solidFill>
              <a:srgbClr val="1A3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16B8225-F8DD-0C5D-8ED3-62E1435CB96A}"/>
                </a:ext>
              </a:extLst>
            </p:cNvPr>
            <p:cNvSpPr txBox="1"/>
            <p:nvPr/>
          </p:nvSpPr>
          <p:spPr>
            <a:xfrm>
              <a:off x="457200" y="1197864"/>
              <a:ext cx="329184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FF7F27"/>
                  </a:solidFill>
                </a:rPr>
                <a:t>AUC-ROC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0F5455-1542-5B75-BF52-D00DE81AF527}"/>
                </a:ext>
              </a:extLst>
            </p:cNvPr>
            <p:cNvSpPr txBox="1"/>
            <p:nvPr/>
          </p:nvSpPr>
          <p:spPr>
            <a:xfrm>
              <a:off x="457200" y="1600200"/>
              <a:ext cx="3291840" cy="4299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i="0" dirty="0">
                  <a:solidFill>
                    <a:srgbClr val="FFFFFF"/>
                  </a:solidFill>
                </a:rPr>
                <a:t>0.7</a:t>
              </a:r>
              <a:r>
                <a:rPr lang="en-US" sz="1700" b="1" i="0" dirty="0">
                  <a:solidFill>
                    <a:srgbClr val="FFFFFF"/>
                  </a:solidFill>
                </a:rPr>
                <a:t>170</a:t>
              </a:r>
              <a:endParaRPr sz="1700" b="1" i="0" dirty="0">
                <a:solidFill>
                  <a:srgbClr val="FFFFFF"/>
                </a:solidFill>
              </a:endParaRP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BB2E53AC-9FD8-9067-A23C-820665F3D2EB}"/>
                </a:ext>
              </a:extLst>
            </p:cNvPr>
            <p:cNvSpPr/>
            <p:nvPr/>
          </p:nvSpPr>
          <p:spPr>
            <a:xfrm>
              <a:off x="4160520" y="1143000"/>
              <a:ext cx="3566160" cy="1005840"/>
            </a:xfrm>
            <a:prstGeom prst="rect">
              <a:avLst/>
            </a:prstGeom>
            <a:solidFill>
              <a:srgbClr val="1A3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AF5FF38-CFC6-004D-1A77-BDC9546015EB}"/>
                </a:ext>
              </a:extLst>
            </p:cNvPr>
            <p:cNvSpPr txBox="1"/>
            <p:nvPr/>
          </p:nvSpPr>
          <p:spPr>
            <a:xfrm>
              <a:off x="4297680" y="1197864"/>
              <a:ext cx="329184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FF7F27"/>
                  </a:solidFill>
                </a:rPr>
                <a:t>Bootstrap 95% CI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E00485-8856-23F4-1102-3EF54F037A73}"/>
                </a:ext>
              </a:extLst>
            </p:cNvPr>
            <p:cNvSpPr txBox="1"/>
            <p:nvPr/>
          </p:nvSpPr>
          <p:spPr>
            <a:xfrm>
              <a:off x="4297680" y="1600200"/>
              <a:ext cx="3291840" cy="4299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i="0" dirty="0">
                  <a:solidFill>
                    <a:srgbClr val="FFFFFF"/>
                  </a:solidFill>
                </a:rPr>
                <a:t>[0.</a:t>
              </a:r>
              <a:r>
                <a:rPr lang="en-US" sz="1700" b="1" i="0" dirty="0">
                  <a:solidFill>
                    <a:srgbClr val="FFFFFF"/>
                  </a:solidFill>
                </a:rPr>
                <a:t>6850</a:t>
              </a:r>
              <a:r>
                <a:rPr sz="1700" b="1" i="0" dirty="0">
                  <a:solidFill>
                    <a:srgbClr val="FFFFFF"/>
                  </a:solidFill>
                </a:rPr>
                <a:t> – 0.7</a:t>
              </a:r>
              <a:r>
                <a:rPr lang="en-US" sz="1700" b="1" i="0" dirty="0">
                  <a:solidFill>
                    <a:srgbClr val="FFFFFF"/>
                  </a:solidFill>
                </a:rPr>
                <a:t>487</a:t>
              </a:r>
              <a:r>
                <a:rPr sz="1700" b="1" i="0" dirty="0">
                  <a:solidFill>
                    <a:srgbClr val="FFFFFF"/>
                  </a:solidFill>
                </a:rPr>
                <a:t>]</a:t>
              </a: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CB9F921F-8132-3853-8CBE-80F19097D31D}"/>
                </a:ext>
              </a:extLst>
            </p:cNvPr>
            <p:cNvSpPr/>
            <p:nvPr/>
          </p:nvSpPr>
          <p:spPr>
            <a:xfrm>
              <a:off x="8001000" y="1143000"/>
              <a:ext cx="3566160" cy="1005840"/>
            </a:xfrm>
            <a:prstGeom prst="rect">
              <a:avLst/>
            </a:prstGeom>
            <a:solidFill>
              <a:srgbClr val="1A3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0BE7A29-BB4D-0416-9DC6-F84F10D35A1E}"/>
                </a:ext>
              </a:extLst>
            </p:cNvPr>
            <p:cNvSpPr txBox="1"/>
            <p:nvPr/>
          </p:nvSpPr>
          <p:spPr>
            <a:xfrm>
              <a:off x="8138160" y="1197864"/>
              <a:ext cx="329184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FF7F27"/>
                  </a:solidFill>
                </a:rPr>
                <a:t>Sensitivity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9E3B2D4-B131-5D48-3CEE-823DEF3197BE}"/>
                </a:ext>
              </a:extLst>
            </p:cNvPr>
            <p:cNvSpPr txBox="1"/>
            <p:nvPr/>
          </p:nvSpPr>
          <p:spPr>
            <a:xfrm>
              <a:off x="8138160" y="1600200"/>
              <a:ext cx="3291840" cy="4299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i="0" dirty="0">
                  <a:solidFill>
                    <a:srgbClr val="FFFFFF"/>
                  </a:solidFill>
                </a:rPr>
                <a:t>0.</a:t>
              </a:r>
              <a:r>
                <a:rPr lang="en-US" sz="1700" b="1" i="0" dirty="0">
                  <a:solidFill>
                    <a:srgbClr val="FFFFFF"/>
                  </a:solidFill>
                </a:rPr>
                <a:t>6940</a:t>
              </a:r>
              <a:endParaRPr sz="1700" b="1" i="0" dirty="0">
                <a:solidFill>
                  <a:srgbClr val="FFFFFF"/>
                </a:solidFill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8294CC62-1854-3F02-E799-DEB08AF221DE}"/>
                </a:ext>
              </a:extLst>
            </p:cNvPr>
            <p:cNvSpPr/>
            <p:nvPr/>
          </p:nvSpPr>
          <p:spPr>
            <a:xfrm>
              <a:off x="320040" y="2240280"/>
              <a:ext cx="3566160" cy="1005840"/>
            </a:xfrm>
            <a:prstGeom prst="rect">
              <a:avLst/>
            </a:prstGeom>
            <a:solidFill>
              <a:srgbClr val="1A3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508EA9A-C3B2-9306-F6F1-AC8989413DB6}"/>
                </a:ext>
              </a:extLst>
            </p:cNvPr>
            <p:cNvSpPr txBox="1"/>
            <p:nvPr/>
          </p:nvSpPr>
          <p:spPr>
            <a:xfrm>
              <a:off x="457200" y="2295144"/>
              <a:ext cx="329184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FF7F27"/>
                  </a:solidFill>
                </a:rPr>
                <a:t>Specificity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518F117-99D3-2E5C-D929-D400CB66DC1C}"/>
                </a:ext>
              </a:extLst>
            </p:cNvPr>
            <p:cNvSpPr txBox="1"/>
            <p:nvPr/>
          </p:nvSpPr>
          <p:spPr>
            <a:xfrm>
              <a:off x="457200" y="2697480"/>
              <a:ext cx="3291840" cy="4299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i="0" dirty="0">
                  <a:solidFill>
                    <a:srgbClr val="FFFFFF"/>
                  </a:solidFill>
                </a:rPr>
                <a:t>0.6</a:t>
              </a:r>
              <a:r>
                <a:rPr lang="en-US" sz="1700" b="1" i="0" dirty="0">
                  <a:solidFill>
                    <a:srgbClr val="FFFFFF"/>
                  </a:solidFill>
                </a:rPr>
                <a:t>324</a:t>
              </a:r>
              <a:endParaRPr sz="1700" b="1" i="0" dirty="0">
                <a:solidFill>
                  <a:srgbClr val="FFFFFF"/>
                </a:solidFill>
              </a:endParaRPr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0AC746FD-E352-ADD8-2DAA-43BC3B819022}"/>
                </a:ext>
              </a:extLst>
            </p:cNvPr>
            <p:cNvSpPr/>
            <p:nvPr/>
          </p:nvSpPr>
          <p:spPr>
            <a:xfrm>
              <a:off x="4160520" y="2240280"/>
              <a:ext cx="3566160" cy="1005840"/>
            </a:xfrm>
            <a:prstGeom prst="rect">
              <a:avLst/>
            </a:prstGeom>
            <a:solidFill>
              <a:srgbClr val="1A3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37CE1B8-2B16-3EDD-709D-CE3EB1D6528A}"/>
                </a:ext>
              </a:extLst>
            </p:cNvPr>
            <p:cNvSpPr txBox="1"/>
            <p:nvPr/>
          </p:nvSpPr>
          <p:spPr>
            <a:xfrm>
              <a:off x="4297680" y="2295144"/>
              <a:ext cx="329184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FF7F27"/>
                  </a:solidFill>
                </a:rPr>
                <a:t>PPV / NPV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C796207-BFFC-7740-7790-09CE450971FC}"/>
                </a:ext>
              </a:extLst>
            </p:cNvPr>
            <p:cNvSpPr txBox="1"/>
            <p:nvPr/>
          </p:nvSpPr>
          <p:spPr>
            <a:xfrm>
              <a:off x="4297680" y="2697480"/>
              <a:ext cx="3291840" cy="4299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i="0" dirty="0">
                  <a:solidFill>
                    <a:srgbClr val="FFFFFF"/>
                  </a:solidFill>
                </a:rPr>
                <a:t>0.3</a:t>
              </a:r>
              <a:r>
                <a:rPr lang="en-US" sz="1700" b="1" i="0" dirty="0">
                  <a:solidFill>
                    <a:srgbClr val="FFFFFF"/>
                  </a:solidFill>
                </a:rPr>
                <a:t>860</a:t>
              </a:r>
              <a:r>
                <a:rPr sz="1700" b="1" i="0" dirty="0">
                  <a:solidFill>
                    <a:srgbClr val="FFFFFF"/>
                  </a:solidFill>
                </a:rPr>
                <a:t> / 0.86</a:t>
              </a:r>
              <a:r>
                <a:rPr lang="en-US" sz="1700" b="1" i="0" dirty="0">
                  <a:solidFill>
                    <a:srgbClr val="FFFFFF"/>
                  </a:solidFill>
                </a:rPr>
                <a:t>12</a:t>
              </a:r>
              <a:endParaRPr sz="1700" b="1" i="0" dirty="0">
                <a:solidFill>
                  <a:srgbClr val="FFFFFF"/>
                </a:solidFill>
              </a:endParaRPr>
            </a:p>
          </p:txBody>
        </p:sp>
        <p:sp>
          <p:nvSpPr>
            <p:cNvPr id="22" name="Rectangle 20">
              <a:extLst>
                <a:ext uri="{FF2B5EF4-FFF2-40B4-BE49-F238E27FC236}">
                  <a16:creationId xmlns:a16="http://schemas.microsoft.com/office/drawing/2014/main" id="{D21C8FFF-D22E-66C4-9FA3-7C131ECBCFBA}"/>
                </a:ext>
              </a:extLst>
            </p:cNvPr>
            <p:cNvSpPr/>
            <p:nvPr/>
          </p:nvSpPr>
          <p:spPr>
            <a:xfrm>
              <a:off x="8001000" y="2240280"/>
              <a:ext cx="3566160" cy="1005840"/>
            </a:xfrm>
            <a:prstGeom prst="rect">
              <a:avLst/>
            </a:prstGeom>
            <a:solidFill>
              <a:srgbClr val="1A3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06CFC95-30EB-6F5E-F3A7-626CDA6F1BB1}"/>
                </a:ext>
              </a:extLst>
            </p:cNvPr>
            <p:cNvSpPr txBox="1"/>
            <p:nvPr/>
          </p:nvSpPr>
          <p:spPr>
            <a:xfrm>
              <a:off x="8138160" y="2295144"/>
              <a:ext cx="329184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FF7F27"/>
                  </a:solidFill>
                </a:rPr>
                <a:t>Nagelkerke R²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B47537D-287A-836B-7A36-95B926BFFA54}"/>
                </a:ext>
              </a:extLst>
            </p:cNvPr>
            <p:cNvSpPr txBox="1"/>
            <p:nvPr/>
          </p:nvSpPr>
          <p:spPr>
            <a:xfrm>
              <a:off x="8138160" y="2697480"/>
              <a:ext cx="3291840" cy="4299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i="0" dirty="0">
                  <a:solidFill>
                    <a:srgbClr val="FFFFFF"/>
                  </a:solidFill>
                </a:rPr>
                <a:t>0.</a:t>
              </a:r>
              <a:r>
                <a:rPr lang="en-US" sz="1700" b="1" i="0" dirty="0">
                  <a:solidFill>
                    <a:srgbClr val="FFFFFF"/>
                  </a:solidFill>
                </a:rPr>
                <a:t>1681</a:t>
              </a:r>
              <a:endParaRPr sz="1700" b="1" i="0" dirty="0">
                <a:solidFill>
                  <a:srgbClr val="FFFFFF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419AE23-1629-4CEC-59F3-4ACBC1E0D296}"/>
              </a:ext>
            </a:extLst>
          </p:cNvPr>
          <p:cNvSpPr txBox="1"/>
          <p:nvPr/>
        </p:nvSpPr>
        <p:spPr>
          <a:xfrm>
            <a:off x="508000" y="357610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1A355E"/>
                </a:solidFill>
              </a:rPr>
              <a:t>보정도</a:t>
            </a:r>
            <a:r>
              <a:rPr sz="1300" b="1" i="0" dirty="0">
                <a:solidFill>
                  <a:srgbClr val="1A355E"/>
                </a:solidFill>
              </a:rPr>
              <a:t> 및 </a:t>
            </a:r>
            <a:r>
              <a:rPr sz="1300" b="1" i="0" dirty="0" err="1">
                <a:solidFill>
                  <a:srgbClr val="1A355E"/>
                </a:solidFill>
              </a:rPr>
              <a:t>적합도</a:t>
            </a:r>
            <a:endParaRPr sz="1300" b="1" i="0" dirty="0">
              <a:solidFill>
                <a:srgbClr val="1A355E"/>
              </a:solidFill>
            </a:endParaRPr>
          </a:p>
        </p:txBody>
      </p:sp>
      <p:graphicFrame>
        <p:nvGraphicFramePr>
          <p:cNvPr id="26" name="Table 24">
            <a:extLst>
              <a:ext uri="{FF2B5EF4-FFF2-40B4-BE49-F238E27FC236}">
                <a16:creationId xmlns:a16="http://schemas.microsoft.com/office/drawing/2014/main" id="{3A76AD0E-611F-DE73-5345-869AF07F9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384595"/>
              </p:ext>
            </p:extLst>
          </p:nvPr>
        </p:nvGraphicFramePr>
        <p:xfrm>
          <a:off x="508000" y="3923578"/>
          <a:ext cx="6400800" cy="1066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7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583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지표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583"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Hosmer-</a:t>
                      </a:r>
                      <a:r>
                        <a:rPr sz="1100" dirty="0" err="1">
                          <a:solidFill>
                            <a:srgbClr val="1A1A2E"/>
                          </a:solidFill>
                        </a:rPr>
                        <a:t>Lemeshow</a:t>
                      </a:r>
                      <a:r>
                        <a:rPr sz="1100" dirty="0">
                          <a:solidFill>
                            <a:srgbClr val="1A1A2E"/>
                          </a:solidFill>
                        </a:rPr>
                        <a:t> χ²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5.249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p=0.731 → 보정도 양호 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5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Brier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0.1638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err="1">
                          <a:solidFill>
                            <a:srgbClr val="1A1A2E"/>
                          </a:solidFill>
                        </a:rPr>
                        <a:t>낮을수록</a:t>
                      </a:r>
                      <a:r>
                        <a:rPr sz="11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1A1A2E"/>
                          </a:solidFill>
                        </a:rPr>
                        <a:t>우수</a:t>
                      </a:r>
                      <a:r>
                        <a:rPr sz="1100" dirty="0">
                          <a:solidFill>
                            <a:srgbClr val="1A1A2E"/>
                          </a:solidFill>
                        </a:rPr>
                        <a:t> (0=</a:t>
                      </a:r>
                      <a:r>
                        <a:rPr sz="1100" dirty="0" err="1">
                          <a:solidFill>
                            <a:srgbClr val="1A1A2E"/>
                          </a:solidFill>
                        </a:rPr>
                        <a:t>완벽</a:t>
                      </a:r>
                      <a:r>
                        <a:rPr sz="1100" dirty="0">
                          <a:solidFill>
                            <a:srgbClr val="1A1A2E"/>
                          </a:solidFill>
                        </a:rPr>
                        <a:t>, 0.25=</a:t>
                      </a:r>
                      <a:r>
                        <a:rPr sz="1100" dirty="0" err="1">
                          <a:solidFill>
                            <a:srgbClr val="1A1A2E"/>
                          </a:solidFill>
                        </a:rPr>
                        <a:t>무작위</a:t>
                      </a:r>
                      <a:r>
                        <a:rPr sz="1100" dirty="0">
                          <a:solidFill>
                            <a:srgbClr val="1A1A2E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5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1,377.83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Case </a:t>
                      </a:r>
                      <a:r>
                        <a:rPr sz="1100" dirty="0" err="1">
                          <a:solidFill>
                            <a:srgbClr val="1A1A2E"/>
                          </a:solidFill>
                        </a:rPr>
                        <a:t>비교</a:t>
                      </a:r>
                      <a:r>
                        <a:rPr sz="11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1A1A2E"/>
                          </a:solidFill>
                        </a:rPr>
                        <a:t>기준</a:t>
                      </a:r>
                      <a:endParaRPr sz="1100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34886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85521-6681-CD1E-F259-B7BD3419A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13_case_auc_bar.png">
            <a:extLst>
              <a:ext uri="{FF2B5EF4-FFF2-40B4-BE49-F238E27FC236}">
                <a16:creationId xmlns:a16="http://schemas.microsoft.com/office/drawing/2014/main" id="{2AA11500-F8DA-3AEA-D9BE-F3024A955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799" y="3612403"/>
            <a:ext cx="5486400" cy="278826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A064FC-D4FD-B112-A2F9-18EEF71EC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Logistic Regression - </a:t>
            </a:r>
            <a:r>
              <a:rPr lang="ko-KR" altLang="en-US" dirty="0"/>
              <a:t>신촌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122CD35-01BA-C055-1065-99FC579BC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107738-2C68-25CA-38CA-FF4F12D4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36</a:t>
            </a:fld>
            <a:endParaRPr lang="ko-KR" altLang="en-US" dirty="0"/>
          </a:p>
        </p:txBody>
      </p:sp>
      <p:graphicFrame>
        <p:nvGraphicFramePr>
          <p:cNvPr id="15" name="Table 4">
            <a:extLst>
              <a:ext uri="{FF2B5EF4-FFF2-40B4-BE49-F238E27FC236}">
                <a16:creationId xmlns:a16="http://schemas.microsoft.com/office/drawing/2014/main" id="{61E140C2-30D8-84E7-4462-DB355F84F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277592"/>
              </p:ext>
            </p:extLst>
          </p:nvPr>
        </p:nvGraphicFramePr>
        <p:xfrm>
          <a:off x="1516582" y="1625599"/>
          <a:ext cx="9158835" cy="1597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3102561567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8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지표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Case 0</a:t>
                      </a:r>
                    </a:p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[only AEC]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Case 1</a:t>
                      </a:r>
                      <a:endParaRPr lang="en-US"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[Age,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Sex]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Case 2</a:t>
                      </a:r>
                      <a:endParaRPr lang="en-US"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[+AEC]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Case 3</a:t>
                      </a:r>
                      <a:endParaRPr lang="en-US"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[+Model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,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</a:rPr>
                        <a:t>kVp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]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Δ C1→C2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Δ C2→C3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AUC-ROC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0.6117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0.6097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0.6497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0.7282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Nagelkerke R²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0.0369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0.0286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0.0727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0.1791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+0.044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+0.106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1404.66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1407.95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1376.83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1369.12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-31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-8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HL p-value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0.330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6.23e-04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0.168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0.189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solidFill>
                            <a:srgbClr val="1A1A2E"/>
                          </a:solidFill>
                        </a:rPr>
                        <a:t>보정도</a:t>
                      </a:r>
                      <a:r>
                        <a:rPr sz="12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rgbClr val="1A1A2E"/>
                          </a:solidFill>
                        </a:rPr>
                        <a:t>개선</a:t>
                      </a:r>
                      <a:endParaRPr sz="120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solidFill>
                            <a:srgbClr val="1A1A2E"/>
                          </a:solidFill>
                        </a:rPr>
                        <a:t>보정도</a:t>
                      </a:r>
                      <a:r>
                        <a:rPr sz="12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rgbClr val="1A1A2E"/>
                          </a:solidFill>
                        </a:rPr>
                        <a:t>양호</a:t>
                      </a:r>
                      <a:endParaRPr sz="120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62752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F3D8027-4E7E-4FA6-8079-6AD17C2111C2}"/>
              </a:ext>
            </a:extLst>
          </p:cNvPr>
          <p:cNvSpPr txBox="1"/>
          <p:nvPr/>
        </p:nvSpPr>
        <p:spPr>
          <a:xfrm>
            <a:off x="1516582" y="3222751"/>
            <a:ext cx="915883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2E75B6"/>
                </a:solidFill>
              </a:rPr>
              <a:t>AEC </a:t>
            </a:r>
            <a:r>
              <a:rPr sz="1300" b="1" i="0" dirty="0" err="1">
                <a:solidFill>
                  <a:srgbClr val="2E75B6"/>
                </a:solidFill>
              </a:rPr>
              <a:t>추가</a:t>
            </a:r>
            <a:r>
              <a:rPr sz="1300" b="1" i="0" dirty="0">
                <a:solidFill>
                  <a:srgbClr val="2E75B6"/>
                </a:solidFill>
              </a:rPr>
              <a:t>(Case1→2)로 AUC +6.6% </a:t>
            </a:r>
            <a:r>
              <a:rPr sz="1300" b="1" i="0" dirty="0" err="1">
                <a:solidFill>
                  <a:srgbClr val="2E75B6"/>
                </a:solidFill>
              </a:rPr>
              <a:t>향상</a:t>
            </a:r>
            <a:r>
              <a:rPr sz="1300" b="1" i="0" dirty="0">
                <a:solidFill>
                  <a:srgbClr val="2E75B6"/>
                </a:solidFill>
              </a:rPr>
              <a:t>  |  CT </a:t>
            </a:r>
            <a:r>
              <a:rPr sz="1300" b="1" i="0" dirty="0" err="1">
                <a:solidFill>
                  <a:srgbClr val="2E75B6"/>
                </a:solidFill>
              </a:rPr>
              <a:t>모델명</a:t>
            </a:r>
            <a:r>
              <a:rPr sz="1300" b="1" i="0" dirty="0">
                <a:solidFill>
                  <a:srgbClr val="2E75B6"/>
                </a:solidFill>
              </a:rPr>
              <a:t>/</a:t>
            </a:r>
            <a:r>
              <a:rPr sz="1300" b="1" i="0" dirty="0" err="1">
                <a:solidFill>
                  <a:srgbClr val="2E75B6"/>
                </a:solidFill>
              </a:rPr>
              <a:t>kVp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추가</a:t>
            </a:r>
            <a:r>
              <a:rPr sz="1300" b="1" i="0" dirty="0">
                <a:solidFill>
                  <a:srgbClr val="2E75B6"/>
                </a:solidFill>
              </a:rPr>
              <a:t>(Case2→3)로 +12.1% </a:t>
            </a:r>
            <a:r>
              <a:rPr sz="1300" b="1" i="0" dirty="0" err="1">
                <a:solidFill>
                  <a:srgbClr val="2E75B6"/>
                </a:solidFill>
              </a:rPr>
              <a:t>추가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개선</a:t>
            </a:r>
            <a:endParaRPr sz="1300" b="1" i="0" dirty="0">
              <a:solidFill>
                <a:srgbClr val="2E7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4324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8A7B9-17F4-2071-1E3B-B4A0FF22B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7D00FC-F61D-BFDC-90E5-F908042C7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BMI </a:t>
            </a:r>
            <a:r>
              <a:rPr lang="ko-KR" altLang="en-US" dirty="0"/>
              <a:t>데이터 </a:t>
            </a:r>
            <a:r>
              <a:rPr lang="ko-KR" altLang="en-US"/>
              <a:t>병합 현황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A0C4ADD-571C-4CA3-A67F-B66C131BE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313003-AA7B-08A8-F747-0BFB1BDBA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87386F9-CEAC-8AD6-F986-7CC5ABAEB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763339"/>
            <a:ext cx="5387292" cy="279918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F976A80-9761-A301-2A98-3CEC71346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665" y="1763339"/>
            <a:ext cx="5003639" cy="2545797"/>
          </a:xfrm>
          <a:prstGeom prst="rect">
            <a:avLst/>
          </a:prstGeom>
        </p:spPr>
      </p:pic>
      <p:sp>
        <p:nvSpPr>
          <p:cNvPr id="10" name="화살표: 왼쪽 9">
            <a:extLst>
              <a:ext uri="{FF2B5EF4-FFF2-40B4-BE49-F238E27FC236}">
                <a16:creationId xmlns:a16="http://schemas.microsoft.com/office/drawing/2014/main" id="{9CE5CD74-CC2B-3DB8-C37B-B06D124B24FD}"/>
              </a:ext>
            </a:extLst>
          </p:cNvPr>
          <p:cNvSpPr/>
          <p:nvPr/>
        </p:nvSpPr>
        <p:spPr>
          <a:xfrm>
            <a:off x="6058690" y="2856059"/>
            <a:ext cx="585577" cy="36035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49D49BF-C23A-5C74-91FF-294DE5BB9DC6}"/>
              </a:ext>
            </a:extLst>
          </p:cNvPr>
          <p:cNvSpPr/>
          <p:nvPr/>
        </p:nvSpPr>
        <p:spPr>
          <a:xfrm>
            <a:off x="4507606" y="1725769"/>
            <a:ext cx="1387686" cy="28676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3A9C69A-BC9E-3158-2906-F42B4EE922E5}"/>
              </a:ext>
            </a:extLst>
          </p:cNvPr>
          <p:cNvSpPr/>
          <p:nvPr/>
        </p:nvSpPr>
        <p:spPr>
          <a:xfrm>
            <a:off x="10844010" y="1763339"/>
            <a:ext cx="1003387" cy="25457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3486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4114E-B2FF-5818-CB8D-1DB297478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6E2355-4048-EA0F-4FD6-16AEF5CFD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BMI </a:t>
            </a:r>
            <a:r>
              <a:rPr lang="ko-KR" altLang="en-US" dirty="0"/>
              <a:t>데이터 병합 현황</a:t>
            </a:r>
            <a:endParaRPr lang="en-US" altLang="ko-KR" dirty="0"/>
          </a:p>
          <a:p>
            <a:pPr lvl="1"/>
            <a:r>
              <a:rPr lang="ko-KR" altLang="en-US" dirty="0"/>
              <a:t>강남 데이터</a:t>
            </a:r>
            <a:endParaRPr lang="en-US" altLang="ko-KR" dirty="0"/>
          </a:p>
          <a:p>
            <a:pPr lvl="2"/>
            <a:r>
              <a:rPr lang="en-US" altLang="ko-KR" dirty="0"/>
              <a:t>2,025</a:t>
            </a:r>
            <a:r>
              <a:rPr lang="ko-KR" altLang="en-US" dirty="0"/>
              <a:t>명 中 </a:t>
            </a:r>
            <a:r>
              <a:rPr lang="en-US" altLang="ko-KR" dirty="0"/>
              <a:t>383</a:t>
            </a:r>
            <a:r>
              <a:rPr lang="ko-KR" altLang="en-US" dirty="0"/>
              <a:t>명 </a:t>
            </a:r>
            <a:r>
              <a:rPr lang="en-US" altLang="ko-KR" dirty="0"/>
              <a:t>(18.9%)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신장</a:t>
            </a:r>
            <a:r>
              <a:rPr lang="en-US" altLang="ko-KR" dirty="0"/>
              <a:t>, </a:t>
            </a:r>
            <a:r>
              <a:rPr lang="ko-KR" altLang="en-US" dirty="0"/>
              <a:t>체중</a:t>
            </a:r>
            <a:r>
              <a:rPr lang="en-US" altLang="ko-KR" dirty="0"/>
              <a:t>, BMI </a:t>
            </a:r>
            <a:r>
              <a:rPr lang="ko-KR" altLang="en-US" dirty="0"/>
              <a:t>데이터 부재</a:t>
            </a:r>
            <a:endParaRPr lang="en-US" altLang="ko-KR" dirty="0"/>
          </a:p>
          <a:p>
            <a:pPr lvl="1"/>
            <a:r>
              <a:rPr lang="ko-KR" altLang="en-US" dirty="0"/>
              <a:t>신촌 데이터</a:t>
            </a:r>
            <a:endParaRPr lang="en-US" altLang="ko-KR" dirty="0"/>
          </a:p>
          <a:p>
            <a:pPr lvl="2"/>
            <a:r>
              <a:rPr lang="en-US" altLang="ko-KR" dirty="0"/>
              <a:t>2,257</a:t>
            </a:r>
            <a:r>
              <a:rPr lang="ko-KR" altLang="en-US" dirty="0"/>
              <a:t>명 中 </a:t>
            </a:r>
            <a:r>
              <a:rPr lang="en-US" altLang="ko-KR" dirty="0"/>
              <a:t>3</a:t>
            </a:r>
            <a:r>
              <a:rPr lang="ko-KR" altLang="en-US" dirty="0"/>
              <a:t>명 </a:t>
            </a:r>
            <a:r>
              <a:rPr lang="en-US" altLang="ko-KR" dirty="0"/>
              <a:t>(0.13%) : </a:t>
            </a:r>
            <a:r>
              <a:rPr lang="ko-KR" altLang="en-US" dirty="0"/>
              <a:t>신장</a:t>
            </a:r>
            <a:r>
              <a:rPr lang="en-US" altLang="ko-KR" dirty="0"/>
              <a:t>, </a:t>
            </a:r>
            <a:r>
              <a:rPr lang="ko-KR" altLang="en-US" dirty="0"/>
              <a:t>체중</a:t>
            </a:r>
            <a:r>
              <a:rPr lang="en-US" altLang="ko-KR" dirty="0"/>
              <a:t>, BMI </a:t>
            </a:r>
            <a:r>
              <a:rPr lang="ko-KR" altLang="en-US" dirty="0"/>
              <a:t>데이터 부재</a:t>
            </a:r>
            <a:endParaRPr lang="en-US" altLang="ko-KR" dirty="0"/>
          </a:p>
          <a:p>
            <a:pPr lvl="1"/>
            <a:r>
              <a:rPr lang="ko-KR" altLang="en-US" dirty="0"/>
              <a:t>신촌 </a:t>
            </a:r>
            <a:r>
              <a:rPr lang="ko-KR" altLang="en-US" dirty="0" err="1"/>
              <a:t>결측치는</a:t>
            </a:r>
            <a:r>
              <a:rPr lang="ko-KR" altLang="en-US" dirty="0"/>
              <a:t> 제외하지만</a:t>
            </a:r>
            <a:r>
              <a:rPr lang="en-US" altLang="ko-KR" dirty="0"/>
              <a:t>, </a:t>
            </a:r>
            <a:r>
              <a:rPr lang="ko-KR" altLang="en-US" dirty="0"/>
              <a:t>강남 </a:t>
            </a:r>
            <a:r>
              <a:rPr lang="ko-KR" altLang="en-US" dirty="0" err="1"/>
              <a:t>결측치는</a:t>
            </a:r>
            <a:r>
              <a:rPr lang="ko-KR" altLang="en-US" dirty="0"/>
              <a:t> 비율이 꽤 높음</a:t>
            </a:r>
            <a:endParaRPr lang="en-US" altLang="ko-KR" dirty="0"/>
          </a:p>
          <a:p>
            <a:pPr lvl="1"/>
            <a:r>
              <a:rPr lang="ko-KR" altLang="en-US" dirty="0"/>
              <a:t>강남 </a:t>
            </a:r>
            <a:r>
              <a:rPr lang="ko-KR" altLang="en-US" dirty="0" err="1"/>
              <a:t>결측치의</a:t>
            </a:r>
            <a:r>
              <a:rPr lang="ko-KR" altLang="en-US" dirty="0"/>
              <a:t> </a:t>
            </a:r>
            <a:r>
              <a:rPr lang="en-US" altLang="ko-KR" dirty="0"/>
              <a:t>92%</a:t>
            </a:r>
            <a:r>
              <a:rPr lang="ko-KR" altLang="en-US" dirty="0"/>
              <a:t>가 </a:t>
            </a:r>
            <a:r>
              <a:rPr lang="en-US" altLang="ko-KR" dirty="0"/>
              <a:t>BMI</a:t>
            </a:r>
            <a:r>
              <a:rPr lang="ko-KR" altLang="en-US" dirty="0"/>
              <a:t> 파일에서 병원 구분이 신촌으로 되어 있음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B2D737D-D466-5D4B-3B59-BE0987322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90B83B-B820-DA13-4B87-1CDBCFC24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61093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ML </a:t>
            </a:r>
            <a:r>
              <a:rPr lang="ko-KR" altLang="en-US" dirty="0"/>
              <a:t>기반 앙상블 모델 비교 </a:t>
            </a:r>
            <a:r>
              <a:rPr lang="en-US" altLang="ko-KR" dirty="0"/>
              <a:t>(Random Forest, </a:t>
            </a:r>
            <a:r>
              <a:rPr lang="en-US" altLang="ko-KR" dirty="0" err="1"/>
              <a:t>XGBoost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신장</a:t>
            </a:r>
            <a:r>
              <a:rPr lang="en-US" altLang="ko-KR" dirty="0"/>
              <a:t>, </a:t>
            </a:r>
            <a:r>
              <a:rPr lang="ko-KR" altLang="en-US" dirty="0"/>
              <a:t>체중</a:t>
            </a:r>
            <a:r>
              <a:rPr lang="en-US" altLang="ko-KR" dirty="0"/>
              <a:t>, BMI</a:t>
            </a:r>
            <a:r>
              <a:rPr lang="ko-KR" altLang="en-US" dirty="0"/>
              <a:t>를 추가한 데이터셋으로 성능 비교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Next Plan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6617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</TotalTime>
  <Words>3283</Words>
  <Application>Microsoft Office PowerPoint</Application>
  <PresentationFormat>와이드스크린</PresentationFormat>
  <Paragraphs>978</Paragraphs>
  <Slides>40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7" baseType="lpstr">
      <vt:lpstr>KoPubWorld돋움체 Medium</vt:lpstr>
      <vt:lpstr>KoPub돋움체 Bold</vt:lpstr>
      <vt:lpstr>KoPubWorld돋움체 Bold</vt:lpstr>
      <vt:lpstr>맑은 고딕</vt:lpstr>
      <vt:lpstr>Arial</vt:lpstr>
      <vt:lpstr>KoPub돋움체 Medium</vt:lpstr>
      <vt:lpstr>Office 테마</vt:lpstr>
      <vt:lpstr>PowerPoint 프레젠테이션</vt:lpstr>
      <vt:lpstr>1. What’s discussed in the last meetings</vt:lpstr>
      <vt:lpstr>2. Research Summary</vt:lpstr>
      <vt:lpstr>연구 프로토타입 정의</vt:lpstr>
      <vt:lpstr>Research Overview – Main Study</vt:lpstr>
      <vt:lpstr>Research Overview – Pilot Feasibility Study (현재 진행 연구)</vt:lpstr>
      <vt:lpstr>Research Overview – Pilot Feasibility Study (현재 진행 연구)</vt:lpstr>
      <vt:lpstr>데이터 정리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Univariate Analysis</vt:lpstr>
      <vt:lpstr>3. Detailed progress</vt:lpstr>
      <vt:lpstr>3. Detailed progress</vt:lpstr>
      <vt:lpstr>3. Detailed progress</vt:lpstr>
      <vt:lpstr>3. Detailed progress</vt:lpstr>
      <vt:lpstr>Multivariable Analysis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4. Next Plan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95</cp:revision>
  <dcterms:created xsi:type="dcterms:W3CDTF">2026-04-09T07:05:16Z</dcterms:created>
  <dcterms:modified xsi:type="dcterms:W3CDTF">2026-04-24T01:46:57Z</dcterms:modified>
</cp:coreProperties>
</file>