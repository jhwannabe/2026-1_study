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469" r:id="rId9"/>
    <p:sldId id="470" r:id="rId10"/>
    <p:sldId id="404" r:id="rId11"/>
    <p:sldId id="488" r:id="rId12"/>
    <p:sldId id="481" r:id="rId13"/>
    <p:sldId id="513" r:id="rId14"/>
    <p:sldId id="512" r:id="rId15"/>
    <p:sldId id="507" r:id="rId16"/>
    <p:sldId id="508" r:id="rId17"/>
    <p:sldId id="509" r:id="rId18"/>
    <p:sldId id="510" r:id="rId19"/>
    <p:sldId id="511" r:id="rId20"/>
    <p:sldId id="514" r:id="rId21"/>
    <p:sldId id="515" r:id="rId22"/>
    <p:sldId id="516" r:id="rId23"/>
    <p:sldId id="517" r:id="rId24"/>
    <p:sldId id="518" r:id="rId25"/>
    <p:sldId id="477" r:id="rId26"/>
    <p:sldId id="478" r:id="rId27"/>
    <p:sldId id="479" r:id="rId28"/>
  </p:sldIdLst>
  <p:sldSz cx="12192000" cy="6858000"/>
  <p:notesSz cx="6858000" cy="9144000"/>
  <p:embeddedFontLst>
    <p:embeddedFont>
      <p:font typeface="KoPub돋움체 Bold" panose="00000800000000000000" pitchFamily="2" charset="-127"/>
      <p:bold r:id="rId30"/>
    </p:embeddedFont>
    <p:embeddedFont>
      <p:font typeface="KoPub돋움체 Medium" panose="00000600000000000000" pitchFamily="2" charset="-127"/>
      <p:regular r:id="rId3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469"/>
            <p14:sldId id="470"/>
            <p14:sldId id="404"/>
            <p14:sldId id="488"/>
            <p14:sldId id="481"/>
            <p14:sldId id="513"/>
            <p14:sldId id="512"/>
            <p14:sldId id="507"/>
            <p14:sldId id="508"/>
            <p14:sldId id="509"/>
            <p14:sldId id="510"/>
            <p14:sldId id="511"/>
            <p14:sldId id="514"/>
            <p14:sldId id="515"/>
            <p14:sldId id="516"/>
            <p14:sldId id="517"/>
            <p14:sldId id="518"/>
            <p14:sldId id="477"/>
            <p14:sldId id="478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  <pc:docChgLst>
    <pc:chgData name="janghoon jun" userId="056a5883350c2f5e" providerId="LiveId" clId="{74AFAB52-6487-4651-9B79-2F181DBD8D0A}"/>
    <pc:docChg chg="undo redo custSel addSld delSld modSld sldOrd modSection">
      <pc:chgData name="janghoon jun" userId="056a5883350c2f5e" providerId="LiveId" clId="{74AFAB52-6487-4651-9B79-2F181DBD8D0A}" dt="2026-04-30T01:49:05.467" v="3131" actId="20577"/>
      <pc:docMkLst>
        <pc:docMk/>
      </pc:docMkLst>
      <pc:sldChg chg="modSp mod">
        <pc:chgData name="janghoon jun" userId="056a5883350c2f5e" providerId="LiveId" clId="{74AFAB52-6487-4651-9B79-2F181DBD8D0A}" dt="2026-04-29T00:52:38.595" v="540" actId="20577"/>
        <pc:sldMkLst>
          <pc:docMk/>
          <pc:sldMk cId="3808511553" sldId="258"/>
        </pc:sldMkLst>
        <pc:spChg chg="mod">
          <ac:chgData name="janghoon jun" userId="056a5883350c2f5e" providerId="LiveId" clId="{74AFAB52-6487-4651-9B79-2F181DBD8D0A}" dt="2026-04-29T00:52:38.595" v="540" actId="20577"/>
          <ac:spMkLst>
            <pc:docMk/>
            <pc:sldMk cId="3808511553" sldId="258"/>
            <ac:spMk id="3" creationId="{A84C152F-6AC6-4EBB-8679-327588602FD5}"/>
          </ac:spMkLst>
        </pc:spChg>
      </pc:sldChg>
      <pc:sldChg chg="addSp delSp modSp mod">
        <pc:chgData name="janghoon jun" userId="056a5883350c2f5e" providerId="LiveId" clId="{74AFAB52-6487-4651-9B79-2F181DBD8D0A}" dt="2026-04-29T05:06:16.836" v="1272" actId="14100"/>
        <pc:sldMkLst>
          <pc:docMk/>
          <pc:sldMk cId="3042847678" sldId="355"/>
        </pc:sldMkLst>
        <pc:graphicFrameChg chg="del mod">
          <ac:chgData name="janghoon jun" userId="056a5883350c2f5e" providerId="LiveId" clId="{74AFAB52-6487-4651-9B79-2F181DBD8D0A}" dt="2026-04-29T05:06:02.806" v="1268" actId="478"/>
          <ac:graphicFrameMkLst>
            <pc:docMk/>
            <pc:sldMk cId="3042847678" sldId="355"/>
            <ac:graphicFrameMk id="8" creationId="{3649AB2B-068A-41A4-9569-D888FFBE35F3}"/>
          </ac:graphicFrameMkLst>
        </pc:graphicFrame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3" creationId="{151481C9-9D84-912C-1C87-DD8B1F5AD3B8}"/>
          </ac:picMkLst>
        </pc:picChg>
        <pc:picChg chg="del">
          <ac:chgData name="janghoon jun" userId="056a5883350c2f5e" providerId="LiveId" clId="{74AFAB52-6487-4651-9B79-2F181DBD8D0A}" dt="2026-04-29T05:06:03.484" v="1269" actId="478"/>
          <ac:picMkLst>
            <pc:docMk/>
            <pc:sldMk cId="3042847678" sldId="355"/>
            <ac:picMk id="5" creationId="{3069512A-1034-4976-1550-EAA8B67F6E5E}"/>
          </ac:picMkLst>
        </pc:picChg>
        <pc:picChg chg="add mod">
          <ac:chgData name="janghoon jun" userId="056a5883350c2f5e" providerId="LiveId" clId="{74AFAB52-6487-4651-9B79-2F181DBD8D0A}" dt="2026-04-29T05:06:16.836" v="1272" actId="14100"/>
          <ac:picMkLst>
            <pc:docMk/>
            <pc:sldMk cId="3042847678" sldId="355"/>
            <ac:picMk id="6" creationId="{E1D79CFF-0E3C-0AB0-818C-4B26ABBF9E26}"/>
          </ac:picMkLst>
        </pc:picChg>
      </pc:sldChg>
      <pc:sldChg chg="addSp delSp modSp mod">
        <pc:chgData name="janghoon jun" userId="056a5883350c2f5e" providerId="LiveId" clId="{74AFAB52-6487-4651-9B79-2F181DBD8D0A}" dt="2026-04-30T00:42:07.497" v="1851" actId="2711"/>
        <pc:sldMkLst>
          <pc:docMk/>
          <pc:sldMk cId="566521264" sldId="383"/>
        </pc:sldMkLst>
        <pc:spChg chg="mod">
          <ac:chgData name="janghoon jun" userId="056a5883350c2f5e" providerId="LiveId" clId="{74AFAB52-6487-4651-9B79-2F181DBD8D0A}" dt="2026-04-29T04:53:02.743" v="1143" actId="6549"/>
          <ac:spMkLst>
            <pc:docMk/>
            <pc:sldMk cId="566521264" sldId="383"/>
            <ac:spMk id="11" creationId="{2F49DB3D-7569-41CE-98E6-0D040C938EC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39" creationId="{BE12C57E-DDA6-448D-86BC-F1DC21EC5D54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0" creationId="{9341836B-E0D9-4AAE-A183-22EFDBEB5A9F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1" creationId="{FA0E5E16-BED6-4786-BA12-4B9DA00E5C69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2" creationId="{2BDD2FD2-D736-4432-A9D6-16A0A1C7E0A0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3" creationId="{393F3D5B-8095-49E6-98D3-E24267C25B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4" creationId="{43CA52CD-5E1B-4300-A6A1-8E0FB8D87ABE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5" creationId="{20A8A9A3-5B0C-4B19-B70F-63963F3E6EDA}"/>
          </ac:spMkLst>
        </pc:spChg>
        <pc:spChg chg="mod topLvl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6" creationId="{40535323-FE78-4A6C-BA8C-0B802F73AE17}"/>
          </ac:spMkLst>
        </pc:spChg>
        <pc:spChg chg="mod">
          <ac:chgData name="janghoon jun" userId="056a5883350c2f5e" providerId="LiveId" clId="{74AFAB52-6487-4651-9B79-2F181DBD8D0A}" dt="2026-04-29T04:52:50.478" v="1137" actId="164"/>
          <ac:spMkLst>
            <pc:docMk/>
            <pc:sldMk cId="566521264" sldId="383"/>
            <ac:spMk id="47" creationId="{DD5D9754-A87E-43AF-A4C5-5CF4B1571F89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8" creationId="{7A62C207-1358-4540-BAF7-886B262642A4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49" creationId="{D247224A-B980-4279-B627-9DE525993057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0" creationId="{3DF80006-189B-46B5-B51D-3D8BBBB8A175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1" creationId="{4B6BE63E-0123-4F18-8E59-967505038D69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2" creationId="{0BA79CE8-F960-47A9-AC4D-67BD17CA8306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3" creationId="{124F43EC-9CF1-44BF-9E3E-4BF33DCA13C3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4" creationId="{1DC6C060-CEA6-4E72-A09E-83151C02FBFB}"/>
          </ac:spMkLst>
        </pc:spChg>
        <pc:spChg chg="de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5" creationId="{0173FB4F-2768-4C0B-9D08-4D1348DEB512}"/>
          </ac:spMkLst>
        </pc:spChg>
        <pc:spChg chg="del mod topLvl">
          <ac:chgData name="janghoon jun" userId="056a5883350c2f5e" providerId="LiveId" clId="{74AFAB52-6487-4651-9B79-2F181DBD8D0A}" dt="2026-04-29T04:52:20.946" v="1133" actId="478"/>
          <ac:spMkLst>
            <pc:docMk/>
            <pc:sldMk cId="566521264" sldId="383"/>
            <ac:spMk id="56" creationId="{0EBFA46C-0E8B-4078-B998-CFCF1C15E333}"/>
          </ac:spMkLst>
        </pc:spChg>
        <pc:spChg chg="mod">
          <ac:chgData name="janghoon jun" userId="056a5883350c2f5e" providerId="LiveId" clId="{74AFAB52-6487-4651-9B79-2F181DBD8D0A}" dt="2026-04-29T01:29:47.884" v="1057" actId="20577"/>
          <ac:spMkLst>
            <pc:docMk/>
            <pc:sldMk cId="566521264" sldId="383"/>
            <ac:spMk id="61" creationId="{F8B5CF73-5AD1-47BB-9047-4C29B1832002}"/>
          </ac:spMkLst>
        </pc:spChg>
        <pc:grpChg chg="add mod">
          <ac:chgData name="janghoon jun" userId="056a5883350c2f5e" providerId="LiveId" clId="{74AFAB52-6487-4651-9B79-2F181DBD8D0A}" dt="2026-04-29T04:53:10.821" v="1144" actId="1076"/>
          <ac:grpSpMkLst>
            <pc:docMk/>
            <pc:sldMk cId="566521264" sldId="383"/>
            <ac:grpSpMk id="6" creationId="{134B4283-B221-6F97-DFAF-C89D8539DEF5}"/>
          </ac:grpSpMkLst>
        </pc:grpChg>
        <pc:graphicFrameChg chg="mod modGraphic">
          <ac:chgData name="janghoon jun" userId="056a5883350c2f5e" providerId="LiveId" clId="{74AFAB52-6487-4651-9B79-2F181DBD8D0A}" dt="2026-04-30T00:42:07.497" v="1851" actId="2711"/>
          <ac:graphicFrameMkLst>
            <pc:docMk/>
            <pc:sldMk cId="566521264" sldId="383"/>
            <ac:graphicFrameMk id="58" creationId="{482DE016-3F1C-4650-8969-98555872D4F0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53:43.308" v="2083" actId="20577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30T00:53:43.308" v="2083" actId="20577"/>
          <ac:spMkLst>
            <pc:docMk/>
            <pc:sldMk cId="1785302506" sldId="384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30T00:21:05.964" v="1750" actId="255"/>
          <ac:spMkLst>
            <pc:docMk/>
            <pc:sldMk cId="1785302506" sldId="384"/>
            <ac:spMk id="7" creationId="{D618DD6A-655F-02B1-E450-20C581D2F763}"/>
          </ac:spMkLst>
        </pc:spChg>
        <pc:graphicFrameChg chg="del">
          <ac:chgData name="janghoon jun" userId="056a5883350c2f5e" providerId="LiveId" clId="{74AFAB52-6487-4651-9B79-2F181DBD8D0A}" dt="2026-04-30T00:17:18.354" v="1698" actId="47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17:21.902" v="1699" actId="14734"/>
          <ac:graphicFrameMkLst>
            <pc:docMk/>
            <pc:sldMk cId="1785302506" sldId="384"/>
            <ac:graphicFrameMk id="6" creationId="{94DCFC33-C28C-2700-774F-9A442D3EB2B6}"/>
          </ac:graphicFrameMkLst>
        </pc:graphicFrameChg>
      </pc:sldChg>
      <pc:sldChg chg="del">
        <pc:chgData name="janghoon jun" userId="056a5883350c2f5e" providerId="LiveId" clId="{74AFAB52-6487-4651-9B79-2F181DBD8D0A}" dt="2026-04-29T05:12:52.217" v="1425" actId="47"/>
        <pc:sldMkLst>
          <pc:docMk/>
          <pc:sldMk cId="351167328" sldId="390"/>
        </pc:sldMkLst>
      </pc:sldChg>
      <pc:sldChg chg="addSp modSp del">
        <pc:chgData name="janghoon jun" userId="056a5883350c2f5e" providerId="LiveId" clId="{74AFAB52-6487-4651-9B79-2F181DBD8D0A}" dt="2026-04-29T05:12:55.518" v="1426" actId="47"/>
        <pc:sldMkLst>
          <pc:docMk/>
          <pc:sldMk cId="1047168083" sldId="391"/>
        </pc:sldMkLst>
      </pc:sldChg>
      <pc:sldChg chg="addSp modSp mod ord">
        <pc:chgData name="janghoon jun" userId="056a5883350c2f5e" providerId="LiveId" clId="{74AFAB52-6487-4651-9B79-2F181DBD8D0A}" dt="2026-04-30T01:12:41.137" v="2624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9T05:08:03.869" v="1302" actId="20577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mod">
        <pc:chgData name="janghoon jun" userId="056a5883350c2f5e" providerId="LiveId" clId="{74AFAB52-6487-4651-9B79-2F181DBD8D0A}" dt="2026-04-30T01:49:05.467" v="3131" actId="20577"/>
        <pc:sldMkLst>
          <pc:docMk/>
          <pc:sldMk cId="422661794" sldId="399"/>
        </pc:sldMkLst>
        <pc:spChg chg="mod">
          <ac:chgData name="janghoon jun" userId="056a5883350c2f5e" providerId="LiveId" clId="{74AFAB52-6487-4651-9B79-2F181DBD8D0A}" dt="2026-04-30T01:32:41.761" v="2733" actId="20577"/>
          <ac:spMkLst>
            <pc:docMk/>
            <pc:sldMk cId="422661794" sldId="399"/>
            <ac:spMk id="2" creationId="{9AF0C8C8-C4B1-4336-9468-E6803A595282}"/>
          </ac:spMkLst>
        </pc:spChg>
        <pc:spChg chg="mod">
          <ac:chgData name="janghoon jun" userId="056a5883350c2f5e" providerId="LiveId" clId="{74AFAB52-6487-4651-9B79-2F181DBD8D0A}" dt="2026-04-30T01:49:05.467" v="3131" actId="20577"/>
          <ac:spMkLst>
            <pc:docMk/>
            <pc:sldMk cId="422661794" sldId="399"/>
            <ac:spMk id="3" creationId="{A84C152F-6AC6-4EBB-8679-327588602FD5}"/>
          </ac:spMkLst>
        </pc:spChg>
      </pc:sldChg>
      <pc:sldChg chg="modSp del mod ord">
        <pc:chgData name="janghoon jun" userId="056a5883350c2f5e" providerId="LiveId" clId="{74AFAB52-6487-4651-9B79-2F181DBD8D0A}" dt="2026-04-29T04:53:12.821" v="1145" actId="47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9T04:52:38.493" v="1134" actId="21"/>
          <ac:spMkLst>
            <pc:docMk/>
            <pc:sldMk cId="1327445754" sldId="403"/>
            <ac:spMk id="11" creationId="{2F49DB3D-7569-41CE-98E6-0D040C938EC9}"/>
          </ac:spMkLst>
        </pc:spChg>
      </pc:sldChg>
      <pc:sldChg chg="addSp delSp modSp mod ord">
        <pc:chgData name="janghoon jun" userId="056a5883350c2f5e" providerId="LiveId" clId="{74AFAB52-6487-4651-9B79-2F181DBD8D0A}" dt="2026-04-29T04:57:34.087" v="1197" actId="1035"/>
        <pc:sldMkLst>
          <pc:docMk/>
          <pc:sldMk cId="79559792" sldId="404"/>
        </pc:sldMkLst>
        <pc:picChg chg="add mod ord">
          <ac:chgData name="janghoon jun" userId="056a5883350c2f5e" providerId="LiveId" clId="{74AFAB52-6487-4651-9B79-2F181DBD8D0A}" dt="2026-04-29T04:53:55.259" v="1151" actId="167"/>
          <ac:picMkLst>
            <pc:docMk/>
            <pc:sldMk cId="79559792" sldId="404"/>
            <ac:picMk id="3" creationId="{D80867D5-EA38-95C1-DE7E-5B101673B098}"/>
          </ac:picMkLst>
        </pc:picChg>
        <pc:picChg chg="add del">
          <ac:chgData name="janghoon jun" userId="056a5883350c2f5e" providerId="LiveId" clId="{74AFAB52-6487-4651-9B79-2F181DBD8D0A}" dt="2026-04-29T01:39:14.961" v="1124" actId="478"/>
          <ac:picMkLst>
            <pc:docMk/>
            <pc:sldMk cId="79559792" sldId="404"/>
            <ac:picMk id="5" creationId="{0D09B646-F084-4AEA-BEEF-1A6E6900AD82}"/>
          </ac:picMkLst>
        </pc:picChg>
        <pc:picChg chg="add mod ord">
          <ac:chgData name="janghoon jun" userId="056a5883350c2f5e" providerId="LiveId" clId="{74AFAB52-6487-4651-9B79-2F181DBD8D0A}" dt="2026-04-29T04:57:34.087" v="1197" actId="1035"/>
          <ac:picMkLst>
            <pc:docMk/>
            <pc:sldMk cId="79559792" sldId="404"/>
            <ac:picMk id="5" creationId="{832C7808-8D4F-C5F2-EA44-1E8125FD959A}"/>
          </ac:picMkLst>
        </pc:picChg>
        <pc:picChg chg="add del">
          <ac:chgData name="janghoon jun" userId="056a5883350c2f5e" providerId="LiveId" clId="{74AFAB52-6487-4651-9B79-2F181DBD8D0A}" dt="2026-04-29T01:39:15.555" v="1125" actId="478"/>
          <ac:picMkLst>
            <pc:docMk/>
            <pc:sldMk cId="79559792" sldId="404"/>
            <ac:picMk id="6" creationId="{E0F76B1F-ACFD-F8B9-7EB7-7F91F47F3EB9}"/>
          </ac:picMkLst>
        </pc:picChg>
        <pc:picChg chg="add del mod ord">
          <ac:chgData name="janghoon jun" userId="056a5883350c2f5e" providerId="LiveId" clId="{74AFAB52-6487-4651-9B79-2F181DBD8D0A}" dt="2026-04-29T04:53:58.868" v="1152" actId="478"/>
          <ac:picMkLst>
            <pc:docMk/>
            <pc:sldMk cId="79559792" sldId="404"/>
            <ac:picMk id="7" creationId="{589A79D3-6C6E-4C9C-5192-74A2A746330D}"/>
          </ac:picMkLst>
        </pc:picChg>
        <pc:picChg chg="del">
          <ac:chgData name="janghoon jun" userId="056a5883350c2f5e" providerId="LiveId" clId="{74AFAB52-6487-4651-9B79-2F181DBD8D0A}" dt="2026-04-29T04:54:39.904" v="1160" actId="478"/>
          <ac:picMkLst>
            <pc:docMk/>
            <pc:sldMk cId="79559792" sldId="404"/>
            <ac:picMk id="8" creationId="{BFB89FDA-A353-493A-B9D5-D8613A24BF28}"/>
          </ac:picMkLst>
        </pc:picChg>
        <pc:picChg chg="add del mod">
          <ac:chgData name="janghoon jun" userId="056a5883350c2f5e" providerId="LiveId" clId="{74AFAB52-6487-4651-9B79-2F181DBD8D0A}" dt="2026-04-29T01:39:44.323" v="1131" actId="478"/>
          <ac:picMkLst>
            <pc:docMk/>
            <pc:sldMk cId="79559792" sldId="404"/>
            <ac:picMk id="10" creationId="{7DA4E8E9-B57F-6CE5-8D2E-7AAD5ABC9D0E}"/>
          </ac:picMkLst>
        </pc:picChg>
      </pc:sldChg>
      <pc:sldChg chg="addSp modSp add del">
        <pc:chgData name="janghoon jun" userId="056a5883350c2f5e" providerId="LiveId" clId="{74AFAB52-6487-4651-9B79-2F181DBD8D0A}" dt="2026-04-29T05:06:36.258" v="1273" actId="47"/>
        <pc:sldMkLst>
          <pc:docMk/>
          <pc:sldMk cId="3676489374" sldId="417"/>
        </pc:sldMkLst>
      </pc:sldChg>
      <pc:sldChg chg="addSp modSp add del">
        <pc:chgData name="janghoon jun" userId="056a5883350c2f5e" providerId="LiveId" clId="{74AFAB52-6487-4651-9B79-2F181DBD8D0A}" dt="2026-04-29T05:12:59.134" v="1427" actId="47"/>
        <pc:sldMkLst>
          <pc:docMk/>
          <pc:sldMk cId="547293721" sldId="419"/>
        </pc:sldMkLst>
      </pc:sldChg>
      <pc:sldChg chg="modSp add mod">
        <pc:chgData name="janghoon jun" userId="056a5883350c2f5e" providerId="LiveId" clId="{74AFAB52-6487-4651-9B79-2F181DBD8D0A}" dt="2026-04-30T00:10:26.920" v="1547" actId="20577"/>
        <pc:sldMkLst>
          <pc:docMk/>
          <pc:sldMk cId="3365920944" sldId="420"/>
        </pc:sldMkLst>
        <pc:spChg chg="mod">
          <ac:chgData name="janghoon jun" userId="056a5883350c2f5e" providerId="LiveId" clId="{74AFAB52-6487-4651-9B79-2F181DBD8D0A}" dt="2026-04-30T00:10:26.920" v="1547" actId="20577"/>
          <ac:spMkLst>
            <pc:docMk/>
            <pc:sldMk cId="3365920944" sldId="420"/>
            <ac:spMk id="2" creationId="{0AA2DBD3-62E5-96A7-3E5F-73205B97DF97}"/>
          </ac:spMkLst>
        </pc:spChg>
      </pc:sldChg>
      <pc:sldChg chg="addSp delSp modSp add mod">
        <pc:chgData name="janghoon jun" userId="056a5883350c2f5e" providerId="LiveId" clId="{74AFAB52-6487-4651-9B79-2F181DBD8D0A}" dt="2026-04-30T00:42:55.542" v="1857" actId="2062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8" creationId="{B2C6FAFE-5A2E-DCD4-F728-0A160BF938E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9" creationId="{86C24931-875C-3989-300F-D88BEF4035F5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0" creationId="{82A01A6E-863E-4AFF-F49A-B40630B6E2BD}"/>
          </ac:spMkLst>
        </pc:spChg>
        <pc:spChg chg="mod">
          <ac:chgData name="janghoon jun" userId="056a5883350c2f5e" providerId="LiveId" clId="{74AFAB52-6487-4651-9B79-2F181DBD8D0A}" dt="2026-04-29T04:55:03.874" v="1164"/>
          <ac:spMkLst>
            <pc:docMk/>
            <pc:sldMk cId="1183344318" sldId="424"/>
            <ac:spMk id="11" creationId="{594F712F-1DB0-B5A0-BE58-7BFD2221BF1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2" creationId="{C6320AB4-C620-3751-F94E-1A5B13A211D9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3" creationId="{57E5F73A-6064-1474-6695-8D4D33781130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4" creationId="{F774B30F-91B8-335E-45E3-29769878AD72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5" creationId="{9FC8664F-C3C0-43E3-A023-1597F0919F2E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6" creationId="{C724235D-C6ED-C88A-511C-4D5DAF759BAA}"/>
          </ac:spMkLst>
        </pc:spChg>
        <pc:spChg chg="mod">
          <ac:chgData name="janghoon jun" userId="056a5883350c2f5e" providerId="LiveId" clId="{74AFAB52-6487-4651-9B79-2F181DBD8D0A}" dt="2026-04-29T04:55:29.143" v="1169"/>
          <ac:spMkLst>
            <pc:docMk/>
            <pc:sldMk cId="1183344318" sldId="424"/>
            <ac:spMk id="17" creationId="{0BC4B2E7-0901-F577-D184-231021AFF4F7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39" creationId="{74709CDB-3511-EB3A-EB8B-DF963D2B515F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0" creationId="{29DAD80C-8BB0-BD76-4CD8-1E2A19475F0A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1" creationId="{513777AE-C7E1-CE07-B746-19A75A1A8EE1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2" creationId="{9CDA1897-BED6-81E9-B864-D37489699BA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3" creationId="{778CDC44-B827-AE00-4D82-C5AAAF0929B6}"/>
          </ac:spMkLst>
        </pc:spChg>
        <pc:spChg chg="mod topLvl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5" creationId="{32141635-C4C2-7A98-989A-2541DBB4E694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6" creationId="{6C4F65FA-0C59-AD1B-0695-D13B08091D29}"/>
          </ac:spMkLst>
        </pc:spChg>
        <pc:spChg chg="mod">
          <ac:chgData name="janghoon jun" userId="056a5883350c2f5e" providerId="LiveId" clId="{74AFAB52-6487-4651-9B79-2F181DBD8D0A}" dt="2026-04-29T04:55:16.290" v="1167" actId="164"/>
          <ac:spMkLst>
            <pc:docMk/>
            <pc:sldMk cId="1183344318" sldId="424"/>
            <ac:spMk id="47" creationId="{5732E968-2554-EB9D-16F9-8131E5A09DCB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8" creationId="{FA7CA55E-15DC-9D15-13B8-8A14AAC56E54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49" creationId="{11880D5B-0F7C-4470-AA10-C6A33AA4198D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0" creationId="{05208522-6278-D741-9B2F-262FBDEFC690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1" creationId="{7FA5140B-7E90-34EC-DBE2-FFF673BDF000}"/>
          </ac:spMkLst>
        </pc:spChg>
        <pc:spChg chg="de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2" creationId="{3AEEF341-5712-B06D-4E32-C100545D2439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3" creationId="{4D59BBC4-D670-C230-0E3D-6E9A8CC1071C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4" creationId="{7EC843AF-ADFB-C9DF-BB2F-72BE02FB9E0F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5" creationId="{5089480E-2BC3-C771-0EC1-613CBF8B14EA}"/>
          </ac:spMkLst>
        </pc:spChg>
        <pc:spChg chg="del mod topLvl">
          <ac:chgData name="janghoon jun" userId="056a5883350c2f5e" providerId="LiveId" clId="{74AFAB52-6487-4651-9B79-2F181DBD8D0A}" dt="2026-04-29T04:55:11.191" v="1166" actId="478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9T01:31:34.994" v="1063" actId="20577"/>
          <ac:spMkLst>
            <pc:docMk/>
            <pc:sldMk cId="1183344318" sldId="424"/>
            <ac:spMk id="61" creationId="{6D2F29C0-3430-B09B-78DB-3454E73F31E6}"/>
          </ac:spMkLst>
        </pc:spChg>
        <pc:grpChg chg="add mod">
          <ac:chgData name="janghoon jun" userId="056a5883350c2f5e" providerId="LiveId" clId="{74AFAB52-6487-4651-9B79-2F181DBD8D0A}" dt="2026-04-29T04:55:32.947" v="1170" actId="1076"/>
          <ac:grpSpMkLst>
            <pc:docMk/>
            <pc:sldMk cId="1183344318" sldId="424"/>
            <ac:grpSpMk id="6" creationId="{E8D9A72F-68D0-7578-2E09-58FBE8B862FE}"/>
          </ac:grpSpMkLst>
        </pc:grpChg>
        <pc:grpChg chg="add del mod">
          <ac:chgData name="janghoon jun" userId="056a5883350c2f5e" providerId="LiveId" clId="{74AFAB52-6487-4651-9B79-2F181DBD8D0A}" dt="2026-04-29T04:55:36.689" v="1171" actId="478"/>
          <ac:grpSpMkLst>
            <pc:docMk/>
            <pc:sldMk cId="1183344318" sldId="424"/>
            <ac:grpSpMk id="7" creationId="{9B6432B3-8AAE-B46C-7F9B-BF1C31DA4C5A}"/>
          </ac:grpSpMkLst>
        </pc:grpChg>
        <pc:graphicFrameChg chg="mod modGraphic">
          <ac:chgData name="janghoon jun" userId="056a5883350c2f5e" providerId="LiveId" clId="{74AFAB52-6487-4651-9B79-2F181DBD8D0A}" dt="2026-04-30T00:42:55.542" v="1857" actId="2062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modSp add del mod ord">
        <pc:chgData name="janghoon jun" userId="056a5883350c2f5e" providerId="LiveId" clId="{74AFAB52-6487-4651-9B79-2F181DBD8D0A}" dt="2026-04-29T04:56:08.117" v="1172" actId="47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9T04:55:00.102" v="1161" actId="21"/>
          <ac:spMkLst>
            <pc:docMk/>
            <pc:sldMk cId="3567372362" sldId="425"/>
            <ac:spMk id="11" creationId="{4925A88E-9A76-1866-300E-75B3BD583781}"/>
          </ac:spMkLst>
        </pc:spChg>
      </pc:sldChg>
      <pc:sldChg chg="addSp delSp modSp add mod ord">
        <pc:chgData name="janghoon jun" userId="056a5883350c2f5e" providerId="LiveId" clId="{74AFAB52-6487-4651-9B79-2F181DBD8D0A}" dt="2026-04-29T04:57:29.837" v="1195" actId="1036"/>
        <pc:sldMkLst>
          <pc:docMk/>
          <pc:sldMk cId="2035619833" sldId="426"/>
        </pc:sldMkLst>
        <pc:picChg chg="add mod ord">
          <ac:chgData name="janghoon jun" userId="056a5883350c2f5e" providerId="LiveId" clId="{74AFAB52-6487-4651-9B79-2F181DBD8D0A}" dt="2026-04-29T04:56:36.008" v="1178" actId="167"/>
          <ac:picMkLst>
            <pc:docMk/>
            <pc:sldMk cId="2035619833" sldId="426"/>
            <ac:picMk id="3" creationId="{65FE3929-3ACF-4164-1782-1CD0C45B795C}"/>
          </ac:picMkLst>
        </pc:picChg>
        <pc:picChg chg="add mod ord">
          <ac:chgData name="janghoon jun" userId="056a5883350c2f5e" providerId="LiveId" clId="{74AFAB52-6487-4651-9B79-2F181DBD8D0A}" dt="2026-04-29T04:57:29.837" v="1195" actId="1036"/>
          <ac:picMkLst>
            <pc:docMk/>
            <pc:sldMk cId="2035619833" sldId="426"/>
            <ac:picMk id="5" creationId="{AE1BC314-3C9D-B4FC-C010-D9D561C73F2A}"/>
          </ac:picMkLst>
        </pc:picChg>
        <pc:picChg chg="del">
          <ac:chgData name="janghoon jun" userId="056a5883350c2f5e" providerId="LiveId" clId="{74AFAB52-6487-4651-9B79-2F181DBD8D0A}" dt="2026-04-29T04:56:37.399" v="1179" actId="478"/>
          <ac:picMkLst>
            <pc:docMk/>
            <pc:sldMk cId="2035619833" sldId="426"/>
            <ac:picMk id="6" creationId="{BC1F4BBC-90CD-A9A8-90E9-192C692B7D96}"/>
          </ac:picMkLst>
        </pc:picChg>
        <pc:picChg chg="add del">
          <ac:chgData name="janghoon jun" userId="056a5883350c2f5e" providerId="LiveId" clId="{74AFAB52-6487-4651-9B79-2F181DBD8D0A}" dt="2026-04-29T04:57:16.306" v="1187" actId="478"/>
          <ac:picMkLst>
            <pc:docMk/>
            <pc:sldMk cId="2035619833" sldId="426"/>
            <ac:picMk id="7" creationId="{F4CEE441-38AF-6F6C-F259-1C70D50A04DC}"/>
          </ac:picMkLst>
        </pc:picChg>
        <pc:picChg chg="add del">
          <ac:chgData name="janghoon jun" userId="056a5883350c2f5e" providerId="LiveId" clId="{74AFAB52-6487-4651-9B79-2F181DBD8D0A}" dt="2026-04-29T04:56:39.119" v="1180" actId="47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delSp modSp add mod ord">
        <pc:chgData name="janghoon jun" userId="056a5883350c2f5e" providerId="LiveId" clId="{74AFAB52-6487-4651-9B79-2F181DBD8D0A}" dt="2026-04-29T05:07:12.337" v="1279" actId="14100"/>
        <pc:sldMkLst>
          <pc:docMk/>
          <pc:sldMk cId="3896853274" sldId="427"/>
        </pc:sldMkLst>
        <pc:graphicFrameChg chg="del mod">
          <ac:chgData name="janghoon jun" userId="056a5883350c2f5e" providerId="LiveId" clId="{74AFAB52-6487-4651-9B79-2F181DBD8D0A}" dt="2026-04-29T05:06:45.649" v="1274" actId="47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3" creationId="{0F09D61F-4575-4AA0-4EC0-F4ADA2B8559F}"/>
          </ac:picMkLst>
        </pc:picChg>
        <pc:picChg chg="add mod">
          <ac:chgData name="janghoon jun" userId="056a5883350c2f5e" providerId="LiveId" clId="{74AFAB52-6487-4651-9B79-2F181DBD8D0A}" dt="2026-04-29T05:07:12.337" v="1279" actId="14100"/>
          <ac:picMkLst>
            <pc:docMk/>
            <pc:sldMk cId="3896853274" sldId="427"/>
            <ac:picMk id="5" creationId="{69FA6F37-7768-C4BF-D5F4-6B224F40B4BE}"/>
          </ac:picMkLst>
        </pc:picChg>
        <pc:picChg chg="add del">
          <ac:chgData name="janghoon jun" userId="056a5883350c2f5e" providerId="LiveId" clId="{74AFAB52-6487-4651-9B79-2F181DBD8D0A}" dt="2026-04-29T05:06:46.212" v="1275" actId="478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 del ord modCm">
        <pc:chgData name="janghoon jun" userId="056a5883350c2f5e" providerId="LiveId" clId="{74AFAB52-6487-4651-9B79-2F181DBD8D0A}" dt="2026-04-29T05:07:29.696" v="1280" actId="47"/>
        <pc:sldMkLst>
          <pc:docMk/>
          <pc:sldMk cId="2959586648" sldId="429"/>
        </pc:sldMkLst>
      </pc:sldChg>
      <pc:sldChg chg="addSp modSp add del">
        <pc:chgData name="janghoon jun" userId="056a5883350c2f5e" providerId="LiveId" clId="{74AFAB52-6487-4651-9B79-2F181DBD8D0A}" dt="2026-04-29T05:13:01.931" v="1428" actId="47"/>
        <pc:sldMkLst>
          <pc:docMk/>
          <pc:sldMk cId="2349903612" sldId="430"/>
        </pc:sldMkLst>
      </pc:sldChg>
      <pc:sldChg chg="addSp modSp add del">
        <pc:chgData name="janghoon jun" userId="056a5883350c2f5e" providerId="LiveId" clId="{74AFAB52-6487-4651-9B79-2F181DBD8D0A}" dt="2026-04-29T05:13:04.141" v="1429" actId="47"/>
        <pc:sldMkLst>
          <pc:docMk/>
          <pc:sldMk cId="3899760896" sldId="431"/>
        </pc:sldMkLst>
      </pc:sldChg>
      <pc:sldChg chg="addSp delSp modSp add mod">
        <pc:chgData name="janghoon jun" userId="056a5883350c2f5e" providerId="LiveId" clId="{74AFAB52-6487-4651-9B79-2F181DBD8D0A}" dt="2026-04-30T01:12:51.226" v="2631" actId="6549"/>
        <pc:sldMkLst>
          <pc:docMk/>
          <pc:sldMk cId="4099219520" sldId="438"/>
        </pc:sldMkLst>
        <pc:spChg chg="add del mod">
          <ac:chgData name="janghoon jun" userId="056a5883350c2f5e" providerId="LiveId" clId="{74AFAB52-6487-4651-9B79-2F181DBD8D0A}" dt="2026-04-29T00:56:21.849" v="726" actId="478"/>
          <ac:spMkLst>
            <pc:docMk/>
            <pc:sldMk cId="4099219520" sldId="438"/>
            <ac:spMk id="3" creationId="{E1F33830-6301-294E-965D-34195F4CF66F}"/>
          </ac:spMkLst>
        </pc:spChg>
        <pc:spChg chg="mod">
          <ac:chgData name="janghoon jun" userId="056a5883350c2f5e" providerId="LiveId" clId="{74AFAB52-6487-4651-9B79-2F181DBD8D0A}" dt="2026-04-30T01:12:51.226" v="2631" actId="6549"/>
          <ac:spMkLst>
            <pc:docMk/>
            <pc:sldMk cId="4099219520" sldId="438"/>
            <ac:spMk id="14" creationId="{776DA4E4-00A3-E690-8224-10FF5B020CD9}"/>
          </ac:spMkLst>
        </pc:spChg>
      </pc:sldChg>
      <pc:sldChg chg="addSp delSp modSp add mod">
        <pc:chgData name="janghoon jun" userId="056a5883350c2f5e" providerId="LiveId" clId="{74AFAB52-6487-4651-9B79-2F181DBD8D0A}" dt="2026-04-29T05:11:30.008" v="1404" actId="403"/>
        <pc:sldMkLst>
          <pc:docMk/>
          <pc:sldMk cId="2448059843" sldId="439"/>
        </pc:sldMkLst>
        <pc:spChg chg="add del mod">
          <ac:chgData name="janghoon jun" userId="056a5883350c2f5e" providerId="LiveId" clId="{74AFAB52-6487-4651-9B79-2F181DBD8D0A}" dt="2026-04-29T04:58:23.399" v="1199" actId="478"/>
          <ac:spMkLst>
            <pc:docMk/>
            <pc:sldMk cId="2448059843" sldId="439"/>
            <ac:spMk id="5" creationId="{A68442DD-1B4E-D047-8850-38A5979BA4A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6" creationId="{F522D9CA-DB13-E8D4-A211-D139CF214D05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8" creationId="{6DF69552-3717-1F7A-BF20-B7A3EB3652C3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9" creationId="{1C25C5CD-59C4-9F33-F311-8696BFE0CD8D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10" creationId="{A6A389E8-DA0D-5668-B5B5-85D7D1CEDEA8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2" creationId="{7C4608E4-FF89-612E-FBFF-3E77474EA99D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3" creationId="{ADAFA306-3339-92E0-C35C-9A8634BF50C0}"/>
          </ac:spMkLst>
        </pc:spChg>
        <pc:spChg chg="del">
          <ac:chgData name="janghoon jun" userId="056a5883350c2f5e" providerId="LiveId" clId="{74AFAB52-6487-4651-9B79-2F181DBD8D0A}" dt="2026-04-29T04:58:20.587" v="1198" actId="478"/>
          <ac:spMkLst>
            <pc:docMk/>
            <pc:sldMk cId="2448059843" sldId="439"/>
            <ac:spMk id="14" creationId="{30577F5C-B21D-CABE-BC19-67450CCB75A3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5" creationId="{DF4BAE5E-2CB0-FB8A-D168-38B463ED8A67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18" creationId="{A377C9B6-A7A1-0364-F85D-33EA1C751C86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19" creationId="{305ABC69-8443-3860-EBCE-B25C8E3514A1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0" creationId="{15001893-4CFA-862E-C332-192491807659}"/>
          </ac:spMkLst>
        </pc:spChg>
        <pc:spChg chg="add 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1" creationId="{8C0F5990-A1D7-FA1A-5DA8-53EC9153E62E}"/>
          </ac:spMkLst>
        </pc:spChg>
        <pc:spChg chg="mod">
          <ac:chgData name="janghoon jun" userId="056a5883350c2f5e" providerId="LiveId" clId="{74AFAB52-6487-4651-9B79-2F181DBD8D0A}" dt="2026-04-29T05:00:51.711" v="1249" actId="403"/>
          <ac:spMkLst>
            <pc:docMk/>
            <pc:sldMk cId="2448059843" sldId="439"/>
            <ac:spMk id="22" creationId="{BAFA56F1-E95D-E6C7-D1FE-6BE6E209EFDF}"/>
          </ac:spMkLst>
        </pc:spChg>
        <pc:spChg chg="mod">
          <ac:chgData name="janghoon jun" userId="056a5883350c2f5e" providerId="LiveId" clId="{74AFAB52-6487-4651-9B79-2F181DBD8D0A}" dt="2026-04-29T04:59:37.277" v="1210" actId="14100"/>
          <ac:spMkLst>
            <pc:docMk/>
            <pc:sldMk cId="2448059843" sldId="439"/>
            <ac:spMk id="23" creationId="{206EECF2-3CF6-4F72-AA40-8064A0124F64}"/>
          </ac:spMkLst>
        </pc:spChg>
        <pc:spChg chg="mod">
          <ac:chgData name="janghoon jun" userId="056a5883350c2f5e" providerId="LiveId" clId="{74AFAB52-6487-4651-9B79-2F181DBD8D0A}" dt="2026-04-29T04:59:40.743" v="1211" actId="164"/>
          <ac:spMkLst>
            <pc:docMk/>
            <pc:sldMk cId="2448059843" sldId="439"/>
            <ac:spMk id="24" creationId="{3A666981-EE36-9701-8DA5-6383D6814977}"/>
          </ac:spMkLst>
        </pc:spChg>
        <pc:spChg chg="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6" creationId="{8842D9D5-20CD-7538-6FE5-794AB94CC6A3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27" creationId="{15E6DE08-3482-EEB1-582C-86F481BD675A}"/>
          </ac:spMkLst>
        </pc:spChg>
        <pc:spChg chg="mod">
          <ac:chgData name="janghoon jun" userId="056a5883350c2f5e" providerId="LiveId" clId="{74AFAB52-6487-4651-9B79-2F181DBD8D0A}" dt="2026-04-29T05:01:21.759" v="1257" actId="20577"/>
          <ac:spMkLst>
            <pc:docMk/>
            <pc:sldMk cId="2448059843" sldId="439"/>
            <ac:spMk id="28" creationId="{DBC08F65-E1EB-9516-C682-68D803279986}"/>
          </ac:spMkLst>
        </pc:spChg>
        <pc:spChg chg="mod">
          <ac:chgData name="janghoon jun" userId="056a5883350c2f5e" providerId="LiveId" clId="{74AFAB52-6487-4651-9B79-2F181DBD8D0A}" dt="2026-04-29T05:01:24.039" v="1259" actId="20577"/>
          <ac:spMkLst>
            <pc:docMk/>
            <pc:sldMk cId="2448059843" sldId="439"/>
            <ac:spMk id="29" creationId="{C59EBE51-E9ED-A4C8-5681-199515BD66E1}"/>
          </ac:spMkLst>
        </pc:spChg>
        <pc:spChg chg="add mod">
          <ac:chgData name="janghoon jun" userId="056a5883350c2f5e" providerId="LiveId" clId="{74AFAB52-6487-4651-9B79-2F181DBD8D0A}" dt="2026-04-29T05:01:17.093" v="1255" actId="403"/>
          <ac:spMkLst>
            <pc:docMk/>
            <pc:sldMk cId="2448059843" sldId="439"/>
            <ac:spMk id="30" creationId="{2CD71BF4-9679-B31C-EDFF-5919DF3BE15E}"/>
          </ac:spMkLst>
        </pc:spChg>
        <pc:spChg chg="add mod">
          <ac:chgData name="janghoon jun" userId="056a5883350c2f5e" providerId="LiveId" clId="{74AFAB52-6487-4651-9B79-2F181DBD8D0A}" dt="2026-04-29T05:11:15.259" v="1398" actId="1076"/>
          <ac:spMkLst>
            <pc:docMk/>
            <pc:sldMk cId="2448059843" sldId="439"/>
            <ac:spMk id="32" creationId="{28A39C34-6D03-D4B8-9D65-0DB57021CBF2}"/>
          </ac:spMkLst>
        </pc:spChg>
        <pc:spChg chg="add mod">
          <ac:chgData name="janghoon jun" userId="056a5883350c2f5e" providerId="LiveId" clId="{74AFAB52-6487-4651-9B79-2F181DBD8D0A}" dt="2026-04-29T04:58:46.446" v="1202" actId="14100"/>
          <ac:spMkLst>
            <pc:docMk/>
            <pc:sldMk cId="2448059843" sldId="439"/>
            <ac:spMk id="34" creationId="{91ABCF90-8287-49E7-403E-09E7AEEB9982}"/>
          </ac:spMkLst>
        </pc:spChg>
        <pc:spChg chg="add mod">
          <ac:chgData name="janghoon jun" userId="056a5883350c2f5e" providerId="LiveId" clId="{74AFAB52-6487-4651-9B79-2F181DBD8D0A}" dt="2026-04-29T05:08:47.984" v="1329" actId="1076"/>
          <ac:spMkLst>
            <pc:docMk/>
            <pc:sldMk cId="2448059843" sldId="439"/>
            <ac:spMk id="35" creationId="{20E5F45D-6041-A0EA-E652-8E74C4B7FB17}"/>
          </ac:spMkLst>
        </pc:spChg>
        <pc:spChg chg="add mod">
          <ac:chgData name="janghoon jun" userId="056a5883350c2f5e" providerId="LiveId" clId="{74AFAB52-6487-4651-9B79-2F181DBD8D0A}" dt="2026-04-29T05:08:31.493" v="1327" actId="20577"/>
          <ac:spMkLst>
            <pc:docMk/>
            <pc:sldMk cId="2448059843" sldId="439"/>
            <ac:spMk id="38" creationId="{50D0C90D-3828-BC8C-1164-95B6C1A3CE44}"/>
          </ac:spMkLst>
        </pc:spChg>
        <pc:grpChg chg="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6" creationId="{11B4D52B-15F6-8DA4-2739-8DF1FEB18585}"/>
          </ac:grpSpMkLst>
        </pc:grpChg>
        <pc:grpChg chg="add mod">
          <ac:chgData name="janghoon jun" userId="056a5883350c2f5e" providerId="LiveId" clId="{74AFAB52-6487-4651-9B79-2F181DBD8D0A}" dt="2026-04-29T05:08:57.180" v="1330" actId="1076"/>
          <ac:grpSpMkLst>
            <pc:docMk/>
            <pc:sldMk cId="2448059843" sldId="439"/>
            <ac:grpSpMk id="37" creationId="{CFD91A08-AC4C-D477-F737-33C06636B116}"/>
          </ac:grpSpMkLst>
        </pc:grpChg>
        <pc:graphicFrameChg chg="del mod modGraphic">
          <ac:chgData name="janghoon jun" userId="056a5883350c2f5e" providerId="LiveId" clId="{74AFAB52-6487-4651-9B79-2F181DBD8D0A}" dt="2026-04-29T05:09:59.040" v="1339" actId="478"/>
          <ac:graphicFrameMkLst>
            <pc:docMk/>
            <pc:sldMk cId="2448059843" sldId="439"/>
            <ac:graphicFrameMk id="31" creationId="{765346FE-96C0-AEF4-247E-6463725ACB27}"/>
          </ac:graphicFrameMkLst>
        </pc:graphicFrameChg>
        <pc:graphicFrameChg chg="del mod modGraphic">
          <ac:chgData name="janghoon jun" userId="056a5883350c2f5e" providerId="LiveId" clId="{74AFAB52-6487-4651-9B79-2F181DBD8D0A}" dt="2026-04-29T05:10:21.181" v="1352" actId="478"/>
          <ac:graphicFrameMkLst>
            <pc:docMk/>
            <pc:sldMk cId="2448059843" sldId="439"/>
            <ac:graphicFrameMk id="33" creationId="{9311C8D9-654A-D371-D1EE-2AB63DDABA47}"/>
          </ac:graphicFrameMkLst>
        </pc:graphicFrameChg>
        <pc:graphicFrameChg chg="add mod modGraphic">
          <ac:chgData name="janghoon jun" userId="056a5883350c2f5e" providerId="LiveId" clId="{74AFAB52-6487-4651-9B79-2F181DBD8D0A}" dt="2026-04-29T05:11:24.852" v="1402" actId="403"/>
          <ac:graphicFrameMkLst>
            <pc:docMk/>
            <pc:sldMk cId="2448059843" sldId="439"/>
            <ac:graphicFrameMk id="39" creationId="{42FBA0F0-A196-6D6F-2EEE-67705DFC7194}"/>
          </ac:graphicFrameMkLst>
        </pc:graphicFrameChg>
        <pc:graphicFrameChg chg="add mod modGraphic">
          <ac:chgData name="janghoon jun" userId="056a5883350c2f5e" providerId="LiveId" clId="{74AFAB52-6487-4651-9B79-2F181DBD8D0A}" dt="2026-04-29T05:11:30.008" v="1404" actId="403"/>
          <ac:graphicFrameMkLst>
            <pc:docMk/>
            <pc:sldMk cId="2448059843" sldId="439"/>
            <ac:graphicFrameMk id="40" creationId="{63449535-FBF9-C660-62B1-1B9385149142}"/>
          </ac:graphicFrameMkLst>
        </pc:graphicFrameChg>
      </pc:sldChg>
      <pc:sldChg chg="addSp delSp modSp mod ord">
        <pc:chgData name="janghoon jun" userId="056a5883350c2f5e" providerId="LiveId" clId="{74AFAB52-6487-4651-9B79-2F181DBD8D0A}" dt="2026-04-30T00:44:58.823" v="1859"/>
        <pc:sldMkLst>
          <pc:docMk/>
          <pc:sldMk cId="714209222" sldId="440"/>
        </pc:sldMkLst>
        <pc:spChg chg="mod">
          <ac:chgData name="janghoon jun" userId="056a5883350c2f5e" providerId="LiveId" clId="{74AFAB52-6487-4651-9B79-2F181DBD8D0A}" dt="2026-04-30T00:22:00.980" v="1762" actId="20577"/>
          <ac:spMkLst>
            <pc:docMk/>
            <pc:sldMk cId="714209222" sldId="440"/>
            <ac:spMk id="3" creationId="{390BD7E6-EF9B-E36B-1DCD-CED3DA9CCC00}"/>
          </ac:spMkLst>
        </pc:spChg>
        <pc:spChg chg="mod">
          <ac:chgData name="janghoon jun" userId="056a5883350c2f5e" providerId="LiveId" clId="{74AFAB52-6487-4651-9B79-2F181DBD8D0A}" dt="2026-04-30T00:20:53.911" v="1747" actId="207"/>
          <ac:spMkLst>
            <pc:docMk/>
            <pc:sldMk cId="714209222" sldId="440"/>
            <ac:spMk id="10" creationId="{DE399AA7-704D-17FF-4B91-28A54DA61309}"/>
          </ac:spMkLst>
        </pc:spChg>
        <pc:graphicFrameChg chg="add">
          <ac:chgData name="janghoon jun" userId="056a5883350c2f5e" providerId="LiveId" clId="{74AFAB52-6487-4651-9B79-2F181DBD8D0A}" dt="2026-04-30T00:18:03.089" v="1707"/>
          <ac:graphicFrameMkLst>
            <pc:docMk/>
            <pc:sldMk cId="714209222" sldId="440"/>
            <ac:graphicFrameMk id="5" creationId="{1CA3FED3-F37D-6C7B-DA1F-F206C35D57DB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0:36.558" v="1744" actId="113"/>
          <ac:graphicFrameMkLst>
            <pc:docMk/>
            <pc:sldMk cId="714209222" sldId="440"/>
            <ac:graphicFrameMk id="6" creationId="{2553B926-1BE2-B289-82FC-C1DD7EA9BF05}"/>
          </ac:graphicFrameMkLst>
        </pc:graphicFrameChg>
        <pc:graphicFrameChg chg="del">
          <ac:chgData name="janghoon jun" userId="056a5883350c2f5e" providerId="LiveId" clId="{74AFAB52-6487-4651-9B79-2F181DBD8D0A}" dt="2026-04-30T00:18:49.621" v="1716" actId="478"/>
          <ac:graphicFrameMkLst>
            <pc:docMk/>
            <pc:sldMk cId="714209222" sldId="440"/>
            <ac:graphicFrameMk id="9" creationId="{581A75F8-BE51-93AE-B17F-0F252D17B917}"/>
          </ac:graphicFrameMkLst>
        </pc:graphicFrameChg>
      </pc:sldChg>
      <pc:sldChg chg="delSp modSp add del mod">
        <pc:chgData name="janghoon jun" userId="056a5883350c2f5e" providerId="LiveId" clId="{74AFAB52-6487-4651-9B79-2F181DBD8D0A}" dt="2026-04-29T05:12:27.070" v="1424" actId="47"/>
        <pc:sldMkLst>
          <pc:docMk/>
          <pc:sldMk cId="1092152876" sldId="440"/>
        </pc:sldMkLst>
        <pc:spChg chg="mod">
          <ac:chgData name="janghoon jun" userId="056a5883350c2f5e" providerId="LiveId" clId="{74AFAB52-6487-4651-9B79-2F181DBD8D0A}" dt="2026-04-29T05:12:22.993" v="1423" actId="20577"/>
          <ac:spMkLst>
            <pc:docMk/>
            <pc:sldMk cId="1092152876" sldId="440"/>
            <ac:spMk id="11" creationId="{125788C7-5721-2014-73BF-3E824A329BFD}"/>
          </ac:spMkLst>
        </pc:spChg>
        <pc:picChg chg="del">
          <ac:chgData name="janghoon jun" userId="056a5883350c2f5e" providerId="LiveId" clId="{74AFAB52-6487-4651-9B79-2F181DBD8D0A}" dt="2026-04-29T05:12:14.144" v="1406" actId="478"/>
          <ac:picMkLst>
            <pc:docMk/>
            <pc:sldMk cId="1092152876" sldId="440"/>
            <ac:picMk id="3" creationId="{CA3DDB14-3FAA-600D-A130-C3277448B36B}"/>
          </ac:picMkLst>
        </pc:picChg>
        <pc:picChg chg="del">
          <ac:chgData name="janghoon jun" userId="056a5883350c2f5e" providerId="LiveId" clId="{74AFAB52-6487-4651-9B79-2F181DBD8D0A}" dt="2026-04-29T05:12:14.601" v="1407" actId="478"/>
          <ac:picMkLst>
            <pc:docMk/>
            <pc:sldMk cId="1092152876" sldId="440"/>
            <ac:picMk id="5" creationId="{CEB3CC55-1D88-761F-51B7-DAAAFA4685F9}"/>
          </ac:picMkLst>
        </pc:picChg>
      </pc:sldChg>
      <pc:sldChg chg="addSp delSp modSp mod">
        <pc:chgData name="janghoon jun" userId="056a5883350c2f5e" providerId="LiveId" clId="{74AFAB52-6487-4651-9B79-2F181DBD8D0A}" dt="2026-04-30T00:21:51.730" v="1760" actId="20577"/>
        <pc:sldMkLst>
          <pc:docMk/>
          <pc:sldMk cId="310154155" sldId="443"/>
        </pc:sldMkLst>
        <pc:spChg chg="mod">
          <ac:chgData name="janghoon jun" userId="056a5883350c2f5e" providerId="LiveId" clId="{74AFAB52-6487-4651-9B79-2F181DBD8D0A}" dt="2026-04-30T00:21:51.730" v="1760" actId="20577"/>
          <ac:spMkLst>
            <pc:docMk/>
            <pc:sldMk cId="310154155" sldId="443"/>
            <ac:spMk id="3" creationId="{0955EA2E-FF17-30D6-5615-AFEC32F2786A}"/>
          </ac:spMkLst>
        </pc:spChg>
        <pc:spChg chg="mod">
          <ac:chgData name="janghoon jun" userId="056a5883350c2f5e" providerId="LiveId" clId="{74AFAB52-6487-4651-9B79-2F181DBD8D0A}" dt="2026-04-30T00:21:22.824" v="1753" actId="255"/>
          <ac:spMkLst>
            <pc:docMk/>
            <pc:sldMk cId="310154155" sldId="443"/>
            <ac:spMk id="7" creationId="{50DDA337-73E2-1A0C-2AB0-F482B4A43D92}"/>
          </ac:spMkLst>
        </pc:spChg>
        <pc:graphicFrameChg chg="del">
          <ac:chgData name="janghoon jun" userId="056a5883350c2f5e" providerId="LiveId" clId="{74AFAB52-6487-4651-9B79-2F181DBD8D0A}" dt="2026-04-30T00:17:58.106" v="1706" actId="478"/>
          <ac:graphicFrameMkLst>
            <pc:docMk/>
            <pc:sldMk cId="310154155" sldId="443"/>
            <ac:graphicFrameMk id="5" creationId="{3C0BB619-9603-9B4B-2A8A-3E53F036A746}"/>
          </ac:graphicFrameMkLst>
        </pc:graphicFrameChg>
        <pc:graphicFrameChg chg="add mod ord modGraphic">
          <ac:chgData name="janghoon jun" userId="056a5883350c2f5e" providerId="LiveId" clId="{74AFAB52-6487-4651-9B79-2F181DBD8D0A}" dt="2026-04-30T00:21:40.636" v="1758" actId="113"/>
          <ac:graphicFrameMkLst>
            <pc:docMk/>
            <pc:sldMk cId="310154155" sldId="443"/>
            <ac:graphicFrameMk id="6" creationId="{7408A1CA-D336-AF2C-7C8F-F9EBA15EF032}"/>
          </ac:graphicFrameMkLst>
        </pc:graphicFrameChg>
      </pc:sldChg>
      <pc:sldChg chg="addSp delSp modSp mod">
        <pc:chgData name="janghoon jun" userId="056a5883350c2f5e" providerId="LiveId" clId="{74AFAB52-6487-4651-9B79-2F181DBD8D0A}" dt="2026-04-30T00:22:40.386" v="1773" actId="255"/>
        <pc:sldMkLst>
          <pc:docMk/>
          <pc:sldMk cId="299417860" sldId="444"/>
        </pc:sldMkLst>
        <pc:spChg chg="mod">
          <ac:chgData name="janghoon jun" userId="056a5883350c2f5e" providerId="LiveId" clId="{74AFAB52-6487-4651-9B79-2F181DBD8D0A}" dt="2026-04-30T00:22:05.324" v="1764" actId="20577"/>
          <ac:spMkLst>
            <pc:docMk/>
            <pc:sldMk cId="299417860" sldId="444"/>
            <ac:spMk id="3" creationId="{4CDB75B5-5FB1-713C-9105-90396123BFF9}"/>
          </ac:spMkLst>
        </pc:spChg>
        <pc:spChg chg="mod">
          <ac:chgData name="janghoon jun" userId="056a5883350c2f5e" providerId="LiveId" clId="{74AFAB52-6487-4651-9B79-2F181DBD8D0A}" dt="2026-04-30T00:22:40.386" v="1773" actId="255"/>
          <ac:spMkLst>
            <pc:docMk/>
            <pc:sldMk cId="299417860" sldId="444"/>
            <ac:spMk id="10" creationId="{0C7A62A1-6AC4-C7BE-BA95-14207B870729}"/>
          </ac:spMkLst>
        </pc:spChg>
        <pc:graphicFrameChg chg="add mod ord modGraphic">
          <ac:chgData name="janghoon jun" userId="056a5883350c2f5e" providerId="LiveId" clId="{74AFAB52-6487-4651-9B79-2F181DBD8D0A}" dt="2026-04-30T00:22:31.746" v="1770" actId="113"/>
          <ac:graphicFrameMkLst>
            <pc:docMk/>
            <pc:sldMk cId="299417860" sldId="444"/>
            <ac:graphicFrameMk id="5" creationId="{F10C9133-6F55-4993-F2DD-EE1A1242684F}"/>
          </ac:graphicFrameMkLst>
        </pc:graphicFrameChg>
        <pc:graphicFrameChg chg="del">
          <ac:chgData name="janghoon jun" userId="056a5883350c2f5e" providerId="LiveId" clId="{74AFAB52-6487-4651-9B79-2F181DBD8D0A}" dt="2026-04-30T00:19:18.824" v="1722" actId="478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  <pc:sldChg chg="addSp delSp modSp add mod ord">
        <pc:chgData name="janghoon jun" userId="056a5883350c2f5e" providerId="LiveId" clId="{74AFAB52-6487-4651-9B79-2F181DBD8D0A}" dt="2026-04-30T01:13:16.745" v="2632" actId="404"/>
        <pc:sldMkLst>
          <pc:docMk/>
          <pc:sldMk cId="1173872595" sldId="445"/>
        </pc:sldMkLst>
        <pc:spChg chg="del">
          <ac:chgData name="janghoon jun" userId="056a5883350c2f5e" providerId="LiveId" clId="{74AFAB52-6487-4651-9B79-2F181DBD8D0A}" dt="2026-04-30T00:03:49.886" v="1453" actId="478"/>
          <ac:spMkLst>
            <pc:docMk/>
            <pc:sldMk cId="1173872595" sldId="445"/>
            <ac:spMk id="7" creationId="{F6942F42-4FC2-45FC-5D07-AA761B32706B}"/>
          </ac:spMkLst>
        </pc:spChg>
        <pc:spChg chg="mod">
          <ac:chgData name="janghoon jun" userId="056a5883350c2f5e" providerId="LiveId" clId="{74AFAB52-6487-4651-9B79-2F181DBD8D0A}" dt="2026-04-30T00:03:46.511" v="1451" actId="20577"/>
          <ac:spMkLst>
            <pc:docMk/>
            <pc:sldMk cId="1173872595" sldId="445"/>
            <ac:spMk id="11" creationId="{A5397248-C9F4-C827-E41B-B2FA3EF821E2}"/>
          </ac:spMkLst>
        </pc:spChg>
        <pc:graphicFrameChg chg="add mod modGraphic">
          <ac:chgData name="janghoon jun" userId="056a5883350c2f5e" providerId="LiveId" clId="{74AFAB52-6487-4651-9B79-2F181DBD8D0A}" dt="2026-04-30T00:36:31.760" v="1806" actId="1036"/>
          <ac:graphicFrameMkLst>
            <pc:docMk/>
            <pc:sldMk cId="1173872595" sldId="445"/>
            <ac:graphicFrameMk id="3" creationId="{9836D049-1183-77F9-8DE6-0E2B7CFCABB4}"/>
          </ac:graphicFrameMkLst>
        </pc:graphicFrameChg>
        <pc:graphicFrameChg chg="del">
          <ac:chgData name="janghoon jun" userId="056a5883350c2f5e" providerId="LiveId" clId="{74AFAB52-6487-4651-9B79-2F181DBD8D0A}" dt="2026-04-30T00:03:48.481" v="1452" actId="478"/>
          <ac:graphicFrameMkLst>
            <pc:docMk/>
            <pc:sldMk cId="1173872595" sldId="445"/>
            <ac:graphicFrameMk id="8" creationId="{5B62076C-864F-A160-988D-85E35E681BC5}"/>
          </ac:graphicFrameMkLst>
        </pc:graphicFrameChg>
        <pc:graphicFrameChg chg="mod modGraphic">
          <ac:chgData name="janghoon jun" userId="056a5883350c2f5e" providerId="LiveId" clId="{74AFAB52-6487-4651-9B79-2F181DBD8D0A}" dt="2026-04-30T01:13:16.745" v="2632" actId="404"/>
          <ac:graphicFrameMkLst>
            <pc:docMk/>
            <pc:sldMk cId="1173872595" sldId="445"/>
            <ac:graphicFrameMk id="9" creationId="{FF409B6C-1299-8DA2-3803-D731263E40B2}"/>
          </ac:graphicFrameMkLst>
        </pc:graphicFrameChg>
        <pc:picChg chg="add mod">
          <ac:chgData name="janghoon jun" userId="056a5883350c2f5e" providerId="LiveId" clId="{74AFAB52-6487-4651-9B79-2F181DBD8D0A}" dt="2026-04-30T00:36:31.760" v="1806" actId="1036"/>
          <ac:picMkLst>
            <pc:docMk/>
            <pc:sldMk cId="1173872595" sldId="445"/>
            <ac:picMk id="6" creationId="{4600E78C-9705-3789-2144-42ECABA0B17F}"/>
          </ac:picMkLst>
        </pc:picChg>
      </pc:sldChg>
      <pc:sldChg chg="add">
        <pc:chgData name="janghoon jun" userId="056a5883350c2f5e" providerId="LiveId" clId="{74AFAB52-6487-4651-9B79-2F181DBD8D0A}" dt="2026-04-30T00:10:06.851" v="1519"/>
        <pc:sldMkLst>
          <pc:docMk/>
          <pc:sldMk cId="1011494890" sldId="446"/>
        </pc:sldMkLst>
      </pc:sldChg>
      <pc:sldChg chg="add del ord">
        <pc:chgData name="janghoon jun" userId="056a5883350c2f5e" providerId="LiveId" clId="{74AFAB52-6487-4651-9B79-2F181DBD8D0A}" dt="2026-04-30T00:10:38.776" v="1551" actId="47"/>
        <pc:sldMkLst>
          <pc:docMk/>
          <pc:sldMk cId="926544205" sldId="447"/>
        </pc:sldMkLst>
      </pc:sldChg>
      <pc:sldChg chg="addSp delSp modSp add mod ord">
        <pc:chgData name="janghoon jun" userId="056a5883350c2f5e" providerId="LiveId" clId="{74AFAB52-6487-4651-9B79-2F181DBD8D0A}" dt="2026-04-30T01:14:00.074" v="2638" actId="404"/>
        <pc:sldMkLst>
          <pc:docMk/>
          <pc:sldMk cId="3714070417" sldId="447"/>
        </pc:sldMkLst>
        <pc:spChg chg="mod">
          <ac:chgData name="janghoon jun" userId="056a5883350c2f5e" providerId="LiveId" clId="{74AFAB52-6487-4651-9B79-2F181DBD8D0A}" dt="2026-04-30T00:15:03.792" v="1673" actId="20577"/>
          <ac:spMkLst>
            <pc:docMk/>
            <pc:sldMk cId="3714070417" sldId="447"/>
            <ac:spMk id="11" creationId="{2C187963-7A49-FE75-24B5-BC08064FA3CB}"/>
          </ac:spMkLst>
        </pc:spChg>
        <pc:graphicFrameChg chg="mod modGraphic">
          <ac:chgData name="janghoon jun" userId="056a5883350c2f5e" providerId="LiveId" clId="{74AFAB52-6487-4651-9B79-2F181DBD8D0A}" dt="2026-04-30T01:14:00.074" v="2638" actId="404"/>
          <ac:graphicFrameMkLst>
            <pc:docMk/>
            <pc:sldMk cId="3714070417" sldId="447"/>
            <ac:graphicFrameMk id="3" creationId="{86CC0959-5CB0-AE80-3D0E-6EBF138089D3}"/>
          </ac:graphicFrameMkLst>
        </pc:graphicFrameChg>
        <pc:graphicFrameChg chg="add mod modGraphic">
          <ac:chgData name="janghoon jun" userId="056a5883350c2f5e" providerId="LiveId" clId="{74AFAB52-6487-4651-9B79-2F181DBD8D0A}" dt="2026-04-30T01:13:59.777" v="2637" actId="404"/>
          <ac:graphicFrameMkLst>
            <pc:docMk/>
            <pc:sldMk cId="3714070417" sldId="447"/>
            <ac:graphicFrameMk id="5" creationId="{FC5D62D1-777B-B096-AF47-AA0131186F24}"/>
          </ac:graphicFrameMkLst>
        </pc:graphicFrameChg>
        <pc:graphicFrameChg chg="del">
          <ac:chgData name="janghoon jun" userId="056a5883350c2f5e" providerId="LiveId" clId="{74AFAB52-6487-4651-9B79-2F181DBD8D0A}" dt="2026-04-30T00:11:06.496" v="1624" actId="478"/>
          <ac:graphicFrameMkLst>
            <pc:docMk/>
            <pc:sldMk cId="3714070417" sldId="447"/>
            <ac:graphicFrameMk id="9" creationId="{F71DA7B9-F9E4-1EED-9AC7-474F7358C119}"/>
          </ac:graphicFrameMkLst>
        </pc:graphicFrameChg>
        <pc:picChg chg="add del mod">
          <ac:chgData name="janghoon jun" userId="056a5883350c2f5e" providerId="LiveId" clId="{74AFAB52-6487-4651-9B79-2F181DBD8D0A}" dt="2026-04-30T00:38:58.543" v="1812" actId="478"/>
          <ac:picMkLst>
            <pc:docMk/>
            <pc:sldMk cId="3714070417" sldId="447"/>
            <ac:picMk id="7" creationId="{C150B62C-3959-88B1-97F3-115676D5EEB9}"/>
          </ac:picMkLst>
        </pc:picChg>
      </pc:sldChg>
      <pc:sldChg chg="modSp add mod">
        <pc:chgData name="janghoon jun" userId="056a5883350c2f5e" providerId="LiveId" clId="{74AFAB52-6487-4651-9B79-2F181DBD8D0A}" dt="2026-04-30T01:14:02.370" v="2640" actId="404"/>
        <pc:sldMkLst>
          <pc:docMk/>
          <pc:sldMk cId="758150741" sldId="448"/>
        </pc:sldMkLst>
        <pc:spChg chg="mod">
          <ac:chgData name="janghoon jun" userId="056a5883350c2f5e" providerId="LiveId" clId="{74AFAB52-6487-4651-9B79-2F181DBD8D0A}" dt="2026-04-30T00:15:14.489" v="1684" actId="20577"/>
          <ac:spMkLst>
            <pc:docMk/>
            <pc:sldMk cId="758150741" sldId="448"/>
            <ac:spMk id="11" creationId="{C0CBD8F0-F695-6084-612A-182BA033EEDB}"/>
          </ac:spMkLst>
        </pc:spChg>
        <pc:graphicFrameChg chg="mod modGraphic">
          <ac:chgData name="janghoon jun" userId="056a5883350c2f5e" providerId="LiveId" clId="{74AFAB52-6487-4651-9B79-2F181DBD8D0A}" dt="2026-04-30T01:14:02.370" v="2640" actId="404"/>
          <ac:graphicFrameMkLst>
            <pc:docMk/>
            <pc:sldMk cId="758150741" sldId="448"/>
            <ac:graphicFrameMk id="3" creationId="{2314823B-A23B-1A1D-93EE-3DE90B6D4D9E}"/>
          </ac:graphicFrameMkLst>
        </pc:graphicFrameChg>
        <pc:graphicFrameChg chg="mod modGraphic">
          <ac:chgData name="janghoon jun" userId="056a5883350c2f5e" providerId="LiveId" clId="{74AFAB52-6487-4651-9B79-2F181DBD8D0A}" dt="2026-04-30T01:14:01.917" v="2639" actId="404"/>
          <ac:graphicFrameMkLst>
            <pc:docMk/>
            <pc:sldMk cId="758150741" sldId="448"/>
            <ac:graphicFrameMk id="5" creationId="{CC2CB5A6-F5DD-FBF1-C92C-D06C15163DC9}"/>
          </ac:graphicFrameMkLst>
        </pc:graphicFrameChg>
      </pc:sldChg>
      <pc:sldChg chg="delSp modSp add mod">
        <pc:chgData name="janghoon jun" userId="056a5883350c2f5e" providerId="LiveId" clId="{74AFAB52-6487-4651-9B79-2F181DBD8D0A}" dt="2026-04-30T00:39:14.137" v="1817" actId="1076"/>
        <pc:sldMkLst>
          <pc:docMk/>
          <pc:sldMk cId="3014854381" sldId="449"/>
        </pc:sldMkLst>
        <pc:graphicFrameChg chg="del">
          <ac:chgData name="janghoon jun" userId="056a5883350c2f5e" providerId="LiveId" clId="{74AFAB52-6487-4651-9B79-2F181DBD8D0A}" dt="2026-04-30T00:39:01.949" v="1814" actId="478"/>
          <ac:graphicFrameMkLst>
            <pc:docMk/>
            <pc:sldMk cId="3014854381" sldId="449"/>
            <ac:graphicFrameMk id="3" creationId="{A3677FFD-2866-CE12-20FB-73002DDC2FDA}"/>
          </ac:graphicFrameMkLst>
        </pc:graphicFrameChg>
        <pc:graphicFrameChg chg="del">
          <ac:chgData name="janghoon jun" userId="056a5883350c2f5e" providerId="LiveId" clId="{74AFAB52-6487-4651-9B79-2F181DBD8D0A}" dt="2026-04-30T00:38:56.260" v="1811" actId="478"/>
          <ac:graphicFrameMkLst>
            <pc:docMk/>
            <pc:sldMk cId="3014854381" sldId="449"/>
            <ac:graphicFrameMk id="5" creationId="{BD404FD1-60F2-2C84-A177-E3B69D2E987B}"/>
          </ac:graphicFrameMkLst>
        </pc:graphicFrameChg>
        <pc:picChg chg="mod">
          <ac:chgData name="janghoon jun" userId="056a5883350c2f5e" providerId="LiveId" clId="{74AFAB52-6487-4651-9B79-2F181DBD8D0A}" dt="2026-04-30T00:39:14.137" v="1817" actId="1076"/>
          <ac:picMkLst>
            <pc:docMk/>
            <pc:sldMk cId="3014854381" sldId="449"/>
            <ac:picMk id="7" creationId="{C9983188-77AE-AF74-A801-610DA0B5FD99}"/>
          </ac:picMkLst>
        </pc:picChg>
      </pc:sldChg>
      <pc:sldChg chg="addSp delSp modSp add mod ord">
        <pc:chgData name="janghoon jun" userId="056a5883350c2f5e" providerId="LiveId" clId="{74AFAB52-6487-4651-9B79-2F181DBD8D0A}" dt="2026-04-30T00:39:54.699" v="1841" actId="478"/>
        <pc:sldMkLst>
          <pc:docMk/>
          <pc:sldMk cId="1944354834" sldId="450"/>
        </pc:sldMkLst>
        <pc:spChg chg="mod">
          <ac:chgData name="janghoon jun" userId="056a5883350c2f5e" providerId="LiveId" clId="{74AFAB52-6487-4651-9B79-2F181DBD8D0A}" dt="2026-04-30T00:39:37.042" v="1836" actId="20577"/>
          <ac:spMkLst>
            <pc:docMk/>
            <pc:sldMk cId="1944354834" sldId="450"/>
            <ac:spMk id="11" creationId="{28F0502B-6362-FF80-9026-F61BE2388919}"/>
          </ac:spMkLst>
        </pc:spChg>
        <pc:picChg chg="add mod ord">
          <ac:chgData name="janghoon jun" userId="056a5883350c2f5e" providerId="LiveId" clId="{74AFAB52-6487-4651-9B79-2F181DBD8D0A}" dt="2026-04-30T00:39:53.043" v="1840" actId="167"/>
          <ac:picMkLst>
            <pc:docMk/>
            <pc:sldMk cId="1944354834" sldId="450"/>
            <ac:picMk id="5" creationId="{FE09C3DB-1D07-5DCE-3DAE-9CBE3E15BD7C}"/>
          </ac:picMkLst>
        </pc:picChg>
        <pc:picChg chg="del">
          <ac:chgData name="janghoon jun" userId="056a5883350c2f5e" providerId="LiveId" clId="{74AFAB52-6487-4651-9B79-2F181DBD8D0A}" dt="2026-04-30T00:39:54.699" v="1841" actId="478"/>
          <ac:picMkLst>
            <pc:docMk/>
            <pc:sldMk cId="1944354834" sldId="450"/>
            <ac:picMk id="7" creationId="{2E0B50CD-D74B-81E6-AC37-D4F6C97A5D8D}"/>
          </ac:picMkLst>
        </pc:picChg>
      </pc:sldChg>
      <pc:sldChg chg="addSp delSp modSp add mod">
        <pc:chgData name="janghoon jun" userId="056a5883350c2f5e" providerId="LiveId" clId="{74AFAB52-6487-4651-9B79-2F181DBD8D0A}" dt="2026-04-30T00:53:39.322" v="2082" actId="20577"/>
        <pc:sldMkLst>
          <pc:docMk/>
          <pc:sldMk cId="2083855119" sldId="451"/>
        </pc:sldMkLst>
        <pc:spChg chg="mod ord">
          <ac:chgData name="janghoon jun" userId="056a5883350c2f5e" providerId="LiveId" clId="{74AFAB52-6487-4651-9B79-2F181DBD8D0A}" dt="2026-04-30T00:53:39.322" v="2082" actId="20577"/>
          <ac:spMkLst>
            <pc:docMk/>
            <pc:sldMk cId="2083855119" sldId="451"/>
            <ac:spMk id="3" creationId="{8CDEC9F7-2246-ED5F-159E-5D0850FD97D6}"/>
          </ac:spMkLst>
        </pc:spChg>
        <pc:spChg chg="add del mod">
          <ac:chgData name="janghoon jun" userId="056a5883350c2f5e" providerId="LiveId" clId="{74AFAB52-6487-4651-9B79-2F181DBD8D0A}" dt="2026-04-30T00:49:02.199" v="2001" actId="478"/>
          <ac:spMkLst>
            <pc:docMk/>
            <pc:sldMk cId="2083855119" sldId="451"/>
            <ac:spMk id="5" creationId="{A4E35DEA-294F-F6D9-85BC-D0CD2A8F772E}"/>
          </ac:spMkLst>
        </pc:spChg>
        <pc:spChg chg="del">
          <ac:chgData name="janghoon jun" userId="056a5883350c2f5e" providerId="LiveId" clId="{74AFAB52-6487-4651-9B79-2F181DBD8D0A}" dt="2026-04-30T00:48:41.839" v="1997" actId="478"/>
          <ac:spMkLst>
            <pc:docMk/>
            <pc:sldMk cId="2083855119" sldId="451"/>
            <ac:spMk id="7" creationId="{3237B6D4-C353-8106-E4FD-EA767E06FF8F}"/>
          </ac:spMkLst>
        </pc:spChg>
        <pc:spChg chg="add del mod">
          <ac:chgData name="janghoon jun" userId="056a5883350c2f5e" providerId="LiveId" clId="{74AFAB52-6487-4651-9B79-2F181DBD8D0A}" dt="2026-04-30T00:49:00.636" v="2000" actId="478"/>
          <ac:spMkLst>
            <pc:docMk/>
            <pc:sldMk cId="2083855119" sldId="451"/>
            <ac:spMk id="9" creationId="{81D6476E-FA13-9F3A-20EC-E90B1693ED34}"/>
          </ac:spMkLst>
        </pc:spChg>
        <pc:graphicFrameChg chg="del">
          <ac:chgData name="janghoon jun" userId="056a5883350c2f5e" providerId="LiveId" clId="{74AFAB52-6487-4651-9B79-2F181DBD8D0A}" dt="2026-04-30T00:48:40.903" v="1996" actId="478"/>
          <ac:graphicFrameMkLst>
            <pc:docMk/>
            <pc:sldMk cId="2083855119" sldId="451"/>
            <ac:graphicFrameMk id="6" creationId="{B3AC2D79-7885-D014-1F3A-104B7322CE9C}"/>
          </ac:graphicFrameMkLst>
        </pc:graphicFrameChg>
        <pc:picChg chg="add mod">
          <ac:chgData name="janghoon jun" userId="056a5883350c2f5e" providerId="LiveId" clId="{74AFAB52-6487-4651-9B79-2F181DBD8D0A}" dt="2026-04-30T00:49:09.996" v="2005" actId="14100"/>
          <ac:picMkLst>
            <pc:docMk/>
            <pc:sldMk cId="2083855119" sldId="451"/>
            <ac:picMk id="8" creationId="{C671C277-89AA-1AC0-6310-66046529B38D}"/>
          </ac:picMkLst>
        </pc:picChg>
        <pc:picChg chg="add mod">
          <ac:chgData name="janghoon jun" userId="056a5883350c2f5e" providerId="LiveId" clId="{74AFAB52-6487-4651-9B79-2F181DBD8D0A}" dt="2026-04-30T00:49:37.059" v="2012" actId="14100"/>
          <ac:picMkLst>
            <pc:docMk/>
            <pc:sldMk cId="2083855119" sldId="451"/>
            <ac:picMk id="10" creationId="{35231708-4493-894B-79D3-89FD4CD77D0A}"/>
          </ac:picMkLst>
        </pc:picChg>
      </pc:sldChg>
      <pc:sldChg chg="addSp delSp modSp add del mod">
        <pc:chgData name="janghoon jun" userId="056a5883350c2f5e" providerId="LiveId" clId="{74AFAB52-6487-4651-9B79-2F181DBD8D0A}" dt="2026-04-30T00:48:01.296" v="1994" actId="47"/>
        <pc:sldMkLst>
          <pc:docMk/>
          <pc:sldMk cId="3170950994" sldId="451"/>
        </pc:sldMkLst>
        <pc:spChg chg="del mod">
          <ac:chgData name="janghoon jun" userId="056a5883350c2f5e" providerId="LiveId" clId="{74AFAB52-6487-4651-9B79-2F181DBD8D0A}" dt="2026-04-30T00:46:07.527" v="1983" actId="478"/>
          <ac:spMkLst>
            <pc:docMk/>
            <pc:sldMk cId="3170950994" sldId="451"/>
            <ac:spMk id="3" creationId="{C0515C57-9706-5C67-F327-AE692B81AAAB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5" creationId="{458E5B27-19A0-AECC-FEE9-69B9ECC01BC2}"/>
          </ac:spMkLst>
        </pc:spChg>
        <pc:spChg chg="add mod">
          <ac:chgData name="janghoon jun" userId="056a5883350c2f5e" providerId="LiveId" clId="{74AFAB52-6487-4651-9B79-2F181DBD8D0A}" dt="2026-04-30T00:45:57.824" v="1982"/>
          <ac:spMkLst>
            <pc:docMk/>
            <pc:sldMk cId="3170950994" sldId="451"/>
            <ac:spMk id="8" creationId="{52E0D61A-8BF7-FB61-FE44-23AEC8DABFA3}"/>
          </ac:spMkLst>
        </pc:spChg>
        <pc:spChg chg="del">
          <ac:chgData name="janghoon jun" userId="056a5883350c2f5e" providerId="LiveId" clId="{74AFAB52-6487-4651-9B79-2F181DBD8D0A}" dt="2026-04-30T00:45:50.184" v="1980" actId="478"/>
          <ac:spMkLst>
            <pc:docMk/>
            <pc:sldMk cId="3170950994" sldId="451"/>
            <ac:spMk id="10" creationId="{6980B408-2E75-584E-3199-2510480DAF53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1" creationId="{06CF6D3F-7768-ED72-4BC6-9524C62BB579}"/>
          </ac:spMkLst>
        </pc:spChg>
        <pc:spChg chg="add mod">
          <ac:chgData name="janghoon jun" userId="056a5883350c2f5e" providerId="LiveId" clId="{74AFAB52-6487-4651-9B79-2F181DBD8D0A}" dt="2026-04-30T00:46:22.918" v="1986" actId="1076"/>
          <ac:spMkLst>
            <pc:docMk/>
            <pc:sldMk cId="3170950994" sldId="451"/>
            <ac:spMk id="13" creationId="{FB3ABF13-5969-1B9C-A690-841F05AB9514}"/>
          </ac:spMkLst>
        </pc:spChg>
        <pc:spChg chg="add del mod">
          <ac:chgData name="janghoon jun" userId="056a5883350c2f5e" providerId="LiveId" clId="{74AFAB52-6487-4651-9B79-2F181DBD8D0A}" dt="2026-04-30T00:46:08.494" v="1984" actId="478"/>
          <ac:spMkLst>
            <pc:docMk/>
            <pc:sldMk cId="3170950994" sldId="451"/>
            <ac:spMk id="16" creationId="{49816CCB-4D6B-6296-0E83-17D1F6B7EE6A}"/>
          </ac:spMkLst>
        </pc:spChg>
        <pc:graphicFrameChg chg="del">
          <ac:chgData name="janghoon jun" userId="056a5883350c2f5e" providerId="LiveId" clId="{74AFAB52-6487-4651-9B79-2F181DBD8D0A}" dt="2026-04-30T00:45:51.632" v="1981" actId="478"/>
          <ac:graphicFrameMkLst>
            <pc:docMk/>
            <pc:sldMk cId="3170950994" sldId="451"/>
            <ac:graphicFrameMk id="6" creationId="{56A621DB-0D51-29DE-967E-0AF0CBC1E7B1}"/>
          </ac:graphicFrameMkLst>
        </pc:graphicFrame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7" creationId="{4891B7D5-8D8C-5ED4-B9F1-A61A41057A95}"/>
          </ac:picMkLst>
        </pc:picChg>
        <pc:picChg chg="add mod">
          <ac:chgData name="janghoon jun" userId="056a5883350c2f5e" providerId="LiveId" clId="{74AFAB52-6487-4651-9B79-2F181DBD8D0A}" dt="2026-04-30T00:46:33.261" v="1987" actId="1076"/>
          <ac:picMkLst>
            <pc:docMk/>
            <pc:sldMk cId="3170950994" sldId="451"/>
            <ac:picMk id="9" creationId="{E8D5A6A2-15F7-265B-BA77-6CA8E94D27F7}"/>
          </ac:picMkLst>
        </pc:picChg>
        <pc:picChg chg="add mod">
          <ac:chgData name="janghoon jun" userId="056a5883350c2f5e" providerId="LiveId" clId="{74AFAB52-6487-4651-9B79-2F181DBD8D0A}" dt="2026-04-30T00:46:22.918" v="1986" actId="1076"/>
          <ac:picMkLst>
            <pc:docMk/>
            <pc:sldMk cId="3170950994" sldId="451"/>
            <ac:picMk id="12" creationId="{46EA115B-23F5-5114-25E9-6DE5EB226262}"/>
          </ac:picMkLst>
        </pc:picChg>
        <pc:picChg chg="add mod">
          <ac:chgData name="janghoon jun" userId="056a5883350c2f5e" providerId="LiveId" clId="{74AFAB52-6487-4651-9B79-2F181DBD8D0A}" dt="2026-04-30T00:46:48.354" v="1989" actId="1076"/>
          <ac:picMkLst>
            <pc:docMk/>
            <pc:sldMk cId="3170950994" sldId="451"/>
            <ac:picMk id="14" creationId="{BF3BE6DB-5E13-0560-C7ED-040BB7F621B8}"/>
          </ac:picMkLst>
        </pc:picChg>
      </pc:sldChg>
      <pc:sldChg chg="addSp delSp modSp add mod">
        <pc:chgData name="janghoon jun" userId="056a5883350c2f5e" providerId="LiveId" clId="{74AFAB52-6487-4651-9B79-2F181DBD8D0A}" dt="2026-04-30T00:53:11.027" v="2067" actId="14100"/>
        <pc:sldMkLst>
          <pc:docMk/>
          <pc:sldMk cId="1599999059" sldId="452"/>
        </pc:sldMkLst>
        <pc:spChg chg="del">
          <ac:chgData name="janghoon jun" userId="056a5883350c2f5e" providerId="LiveId" clId="{74AFAB52-6487-4651-9B79-2F181DBD8D0A}" dt="2026-04-30T00:50:09.323" v="2016" actId="478"/>
          <ac:spMkLst>
            <pc:docMk/>
            <pc:sldMk cId="1599999059" sldId="452"/>
            <ac:spMk id="10" creationId="{615E322B-8AE8-FAE9-20B8-BB2B8C41B63A}"/>
          </ac:spMkLst>
        </pc:spChg>
        <pc:graphicFrameChg chg="del">
          <ac:chgData name="janghoon jun" userId="056a5883350c2f5e" providerId="LiveId" clId="{74AFAB52-6487-4651-9B79-2F181DBD8D0A}" dt="2026-04-30T00:50:08.354" v="2015" actId="478"/>
          <ac:graphicFrameMkLst>
            <pc:docMk/>
            <pc:sldMk cId="1599999059" sldId="452"/>
            <ac:graphicFrameMk id="6" creationId="{F3C7CE2E-C644-42B6-5530-66A28684DD8B}"/>
          </ac:graphicFrameMkLst>
        </pc:graphicFrameChg>
        <pc:picChg chg="add mod">
          <ac:chgData name="janghoon jun" userId="056a5883350c2f5e" providerId="LiveId" clId="{74AFAB52-6487-4651-9B79-2F181DBD8D0A}" dt="2026-04-30T00:50:42.682" v="2025" actId="14100"/>
          <ac:picMkLst>
            <pc:docMk/>
            <pc:sldMk cId="1599999059" sldId="452"/>
            <ac:picMk id="5" creationId="{3D094B75-AA7C-0679-5174-34B7EB1C6B12}"/>
          </ac:picMkLst>
        </pc:picChg>
        <pc:picChg chg="add mod">
          <ac:chgData name="janghoon jun" userId="056a5883350c2f5e" providerId="LiveId" clId="{74AFAB52-6487-4651-9B79-2F181DBD8D0A}" dt="2026-04-30T00:50:33.366" v="2023" actId="14100"/>
          <ac:picMkLst>
            <pc:docMk/>
            <pc:sldMk cId="1599999059" sldId="452"/>
            <ac:picMk id="7" creationId="{D9D4E2D7-C6D1-FF1A-5E19-EBE1C0469415}"/>
          </ac:picMkLst>
        </pc:picChg>
        <pc:picChg chg="add mod">
          <ac:chgData name="janghoon jun" userId="056a5883350c2f5e" providerId="LiveId" clId="{74AFAB52-6487-4651-9B79-2F181DBD8D0A}" dt="2026-04-30T00:53:11.027" v="2067" actId="14100"/>
          <ac:picMkLst>
            <pc:docMk/>
            <pc:sldMk cId="1599999059" sldId="452"/>
            <ac:picMk id="8" creationId="{AA3D9CB8-60E9-DA22-9684-6344A9E5D001}"/>
          </ac:picMkLst>
        </pc:picChg>
      </pc:sldChg>
      <pc:sldChg chg="add del ord">
        <pc:chgData name="janghoon jun" userId="056a5883350c2f5e" providerId="LiveId" clId="{74AFAB52-6487-4651-9B79-2F181DBD8D0A}" dt="2026-04-30T00:48:00.239" v="1993" actId="47"/>
        <pc:sldMkLst>
          <pc:docMk/>
          <pc:sldMk cId="4077117757" sldId="452"/>
        </pc:sldMkLst>
      </pc:sldChg>
      <pc:sldChg chg="addSp delSp modSp add mod ord">
        <pc:chgData name="janghoon jun" userId="056a5883350c2f5e" providerId="LiveId" clId="{74AFAB52-6487-4651-9B79-2F181DBD8D0A}" dt="2026-04-30T00:53:00.677" v="2065" actId="14100"/>
        <pc:sldMkLst>
          <pc:docMk/>
          <pc:sldMk cId="204384169" sldId="453"/>
        </pc:sldMkLst>
        <pc:spChg chg="mod">
          <ac:chgData name="janghoon jun" userId="056a5883350c2f5e" providerId="LiveId" clId="{74AFAB52-6487-4651-9B79-2F181DBD8D0A}" dt="2026-04-30T00:51:47.887" v="2045" actId="20577"/>
          <ac:spMkLst>
            <pc:docMk/>
            <pc:sldMk cId="204384169" sldId="453"/>
            <ac:spMk id="3" creationId="{2E9AC4AF-2D55-F48D-0F0E-5FB8D9B13FEF}"/>
          </ac:spMkLst>
        </pc:spChg>
        <pc:picChg chg="del">
          <ac:chgData name="janghoon jun" userId="056a5883350c2f5e" providerId="LiveId" clId="{74AFAB52-6487-4651-9B79-2F181DBD8D0A}" dt="2026-04-30T00:52:37.196" v="2060" actId="478"/>
          <ac:picMkLst>
            <pc:docMk/>
            <pc:sldMk cId="204384169" sldId="453"/>
            <ac:picMk id="5" creationId="{C0724D73-9641-A2CE-397D-54AD5646A141}"/>
          </ac:picMkLst>
        </pc:picChg>
        <pc:picChg chg="del">
          <ac:chgData name="janghoon jun" userId="056a5883350c2f5e" providerId="LiveId" clId="{74AFAB52-6487-4651-9B79-2F181DBD8D0A}" dt="2026-04-30T00:52:05.887" v="2052" actId="478"/>
          <ac:picMkLst>
            <pc:docMk/>
            <pc:sldMk cId="204384169" sldId="453"/>
            <ac:picMk id="7" creationId="{CFFF8F0B-CD06-AD97-0AF8-C8C419E15D67}"/>
          </ac:picMkLst>
        </pc:picChg>
        <pc:picChg chg="del">
          <ac:chgData name="janghoon jun" userId="056a5883350c2f5e" providerId="LiveId" clId="{74AFAB52-6487-4651-9B79-2F181DBD8D0A}" dt="2026-04-30T00:52:49.825" v="2063" actId="478"/>
          <ac:picMkLst>
            <pc:docMk/>
            <pc:sldMk cId="204384169" sldId="453"/>
            <ac:picMk id="8" creationId="{A435C940-EF35-3D1E-11B3-1468073F62C4}"/>
          </ac:picMkLst>
        </pc:picChg>
        <pc:picChg chg="add mod ord">
          <ac:chgData name="janghoon jun" userId="056a5883350c2f5e" providerId="LiveId" clId="{74AFAB52-6487-4651-9B79-2F181DBD8D0A}" dt="2026-04-30T00:52:03.887" v="2051" actId="167"/>
          <ac:picMkLst>
            <pc:docMk/>
            <pc:sldMk cId="204384169" sldId="453"/>
            <ac:picMk id="9" creationId="{72D27FB0-CEE9-0F6B-9DC5-F7EE7F549AD2}"/>
          </ac:picMkLst>
        </pc:picChg>
        <pc:picChg chg="add mod ord">
          <ac:chgData name="janghoon jun" userId="056a5883350c2f5e" providerId="LiveId" clId="{74AFAB52-6487-4651-9B79-2F181DBD8D0A}" dt="2026-04-30T00:52:35.760" v="2059" actId="167"/>
          <ac:picMkLst>
            <pc:docMk/>
            <pc:sldMk cId="204384169" sldId="453"/>
            <ac:picMk id="11" creationId="{F2A4F272-B4DE-21A8-4A6F-FC45D6CC5DB1}"/>
          </ac:picMkLst>
        </pc:picChg>
        <pc:picChg chg="add mod">
          <ac:chgData name="janghoon jun" userId="056a5883350c2f5e" providerId="LiveId" clId="{74AFAB52-6487-4651-9B79-2F181DBD8D0A}" dt="2026-04-30T00:53:00.677" v="2065" actId="14100"/>
          <ac:picMkLst>
            <pc:docMk/>
            <pc:sldMk cId="204384169" sldId="453"/>
            <ac:picMk id="13" creationId="{71E4197F-A4BC-0C67-0D16-3AD89985B2F4}"/>
          </ac:picMkLst>
        </pc:picChg>
      </pc:sldChg>
      <pc:sldChg chg="addSp delSp modSp add mod ord">
        <pc:chgData name="janghoon jun" userId="056a5883350c2f5e" providerId="LiveId" clId="{74AFAB52-6487-4651-9B79-2F181DBD8D0A}" dt="2026-04-30T00:54:22.826" v="2093" actId="14100"/>
        <pc:sldMkLst>
          <pc:docMk/>
          <pc:sldMk cId="2069850026" sldId="454"/>
        </pc:sldMkLst>
        <pc:spChg chg="mod ord">
          <ac:chgData name="janghoon jun" userId="056a5883350c2f5e" providerId="LiveId" clId="{74AFAB52-6487-4651-9B79-2F181DBD8D0A}" dt="2026-04-30T00:54:08.199" v="2088" actId="166"/>
          <ac:spMkLst>
            <pc:docMk/>
            <pc:sldMk cId="2069850026" sldId="454"/>
            <ac:spMk id="3" creationId="{7E82AF84-369B-8873-99B7-35DF74AF1633}"/>
          </ac:spMkLst>
        </pc:spChg>
        <pc:picChg chg="add mod">
          <ac:chgData name="janghoon jun" userId="056a5883350c2f5e" providerId="LiveId" clId="{74AFAB52-6487-4651-9B79-2F181DBD8D0A}" dt="2026-04-30T00:54:02.811" v="2087" actId="1076"/>
          <ac:picMkLst>
            <pc:docMk/>
            <pc:sldMk cId="2069850026" sldId="454"/>
            <ac:picMk id="6" creationId="{A285CD5D-99D4-2CD0-E53A-65E84FA78FEB}"/>
          </ac:picMkLst>
        </pc:picChg>
        <pc:picChg chg="del">
          <ac:chgData name="janghoon jun" userId="056a5883350c2f5e" providerId="LiveId" clId="{74AFAB52-6487-4651-9B79-2F181DBD8D0A}" dt="2026-04-30T00:53:59.667" v="2086" actId="478"/>
          <ac:picMkLst>
            <pc:docMk/>
            <pc:sldMk cId="2069850026" sldId="454"/>
            <ac:picMk id="8" creationId="{A0BA17FE-3A97-F600-B46B-B629250861DD}"/>
          </ac:picMkLst>
        </pc:picChg>
        <pc:picChg chg="add mod">
          <ac:chgData name="janghoon jun" userId="056a5883350c2f5e" providerId="LiveId" clId="{74AFAB52-6487-4651-9B79-2F181DBD8D0A}" dt="2026-04-30T00:54:22.826" v="2093" actId="14100"/>
          <ac:picMkLst>
            <pc:docMk/>
            <pc:sldMk cId="2069850026" sldId="454"/>
            <ac:picMk id="9" creationId="{620E0C6C-2239-6340-7AF2-46BB5D2EBFB9}"/>
          </ac:picMkLst>
        </pc:picChg>
        <pc:picChg chg="del">
          <ac:chgData name="janghoon jun" userId="056a5883350c2f5e" providerId="LiveId" clId="{74AFAB52-6487-4651-9B79-2F181DBD8D0A}" dt="2026-04-30T00:54:11.824" v="2089" actId="478"/>
          <ac:picMkLst>
            <pc:docMk/>
            <pc:sldMk cId="2069850026" sldId="454"/>
            <ac:picMk id="10" creationId="{CEC0B618-FB27-AC57-F2E1-5DD325F6542A}"/>
          </ac:picMkLst>
        </pc:pic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571333182" sldId="455"/>
        </pc:sldMkLst>
        <pc:spChg chg="mod">
          <ac:chgData name="janghoon jun" userId="056a5883350c2f5e" providerId="LiveId" clId="{74AFAB52-6487-4651-9B79-2F181DBD8D0A}" dt="2026-04-30T01:02:48.825" v="2298" actId="20577"/>
          <ac:spMkLst>
            <pc:docMk/>
            <pc:sldMk cId="2571333182" sldId="455"/>
            <ac:spMk id="2" creationId="{386FCAA3-F291-38D0-C0CE-733A6DB73E14}"/>
          </ac:spMkLst>
        </pc:spChg>
      </pc:sldChg>
      <pc:sldChg chg="addSp delSp modSp add del mod">
        <pc:chgData name="janghoon jun" userId="056a5883350c2f5e" providerId="LiveId" clId="{74AFAB52-6487-4651-9B79-2F181DBD8D0A}" dt="2026-04-30T01:24:00.824" v="2648" actId="47"/>
        <pc:sldMkLst>
          <pc:docMk/>
          <pc:sldMk cId="2429218044" sldId="456"/>
        </pc:sldMkLst>
        <pc:spChg chg="del">
          <ac:chgData name="janghoon jun" userId="056a5883350c2f5e" providerId="LiveId" clId="{74AFAB52-6487-4651-9B79-2F181DBD8D0A}" dt="2026-04-30T00:55:45.761" v="2124" actId="478"/>
          <ac:spMkLst>
            <pc:docMk/>
            <pc:sldMk cId="2429218044" sldId="456"/>
            <ac:spMk id="3" creationId="{E5A22403-CF71-718B-7911-00AFC9A302D1}"/>
          </ac:spMkLst>
        </pc:spChg>
        <pc:spChg chg="del">
          <ac:chgData name="janghoon jun" userId="056a5883350c2f5e" providerId="LiveId" clId="{74AFAB52-6487-4651-9B79-2F181DBD8D0A}" dt="2026-04-30T00:55:43.017" v="2123" actId="478"/>
          <ac:spMkLst>
            <pc:docMk/>
            <pc:sldMk cId="2429218044" sldId="456"/>
            <ac:spMk id="7" creationId="{2B4E660F-4E1D-ADF7-F8CD-4E87288CA7F1}"/>
          </ac:spMkLst>
        </pc:spChg>
        <pc:spChg chg="add del mod">
          <ac:chgData name="janghoon jun" userId="056a5883350c2f5e" providerId="LiveId" clId="{74AFAB52-6487-4651-9B79-2F181DBD8D0A}" dt="2026-04-30T00:57:37.714" v="2129"/>
          <ac:spMkLst>
            <pc:docMk/>
            <pc:sldMk cId="2429218044" sldId="456"/>
            <ac:spMk id="8" creationId="{5A53C277-0D4D-31A1-10DF-D17C699164C0}"/>
          </ac:spMkLst>
        </pc:spChg>
        <pc:spChg chg="add mod">
          <ac:chgData name="janghoon jun" userId="056a5883350c2f5e" providerId="LiveId" clId="{74AFAB52-6487-4651-9B79-2F181DBD8D0A}" dt="2026-04-30T01:02:56.263" v="2308" actId="20577"/>
          <ac:spMkLst>
            <pc:docMk/>
            <pc:sldMk cId="2429218044" sldId="456"/>
            <ac:spMk id="12" creationId="{54D0792D-39F9-BEE8-9C84-0DF2C48B6A15}"/>
          </ac:spMkLst>
        </pc:spChg>
        <pc:spChg chg="add del mod">
          <ac:chgData name="janghoon jun" userId="056a5883350c2f5e" providerId="LiveId" clId="{74AFAB52-6487-4651-9B79-2F181DBD8D0A}" dt="2026-04-30T01:00:16.527" v="2238" actId="478"/>
          <ac:spMkLst>
            <pc:docMk/>
            <pc:sldMk cId="2429218044" sldId="456"/>
            <ac:spMk id="15" creationId="{B5AC90E7-09CD-61F5-697F-E80D56533DF6}"/>
          </ac:spMkLst>
        </pc:spChg>
        <pc:graphicFrameChg chg="del">
          <ac:chgData name="janghoon jun" userId="056a5883350c2f5e" providerId="LiveId" clId="{74AFAB52-6487-4651-9B79-2F181DBD8D0A}" dt="2026-04-30T00:55:41.684" v="2122" actId="478"/>
          <ac:graphicFrameMkLst>
            <pc:docMk/>
            <pc:sldMk cId="2429218044" sldId="456"/>
            <ac:graphicFrameMk id="6" creationId="{385CCBB2-41BD-EE72-2602-699435395CD4}"/>
          </ac:graphicFrameMkLst>
        </pc:graphicFrameChg>
        <pc:graphicFrameChg chg="add del mod modGraphic">
          <ac:chgData name="janghoon jun" userId="056a5883350c2f5e" providerId="LiveId" clId="{74AFAB52-6487-4651-9B79-2F181DBD8D0A}" dt="2026-04-30T01:00:13.575" v="2237" actId="478"/>
          <ac:graphicFrameMkLst>
            <pc:docMk/>
            <pc:sldMk cId="2429218044" sldId="456"/>
            <ac:graphicFrameMk id="11" creationId="{E0F024B0-A3F8-0521-2438-AE14118AA530}"/>
          </ac:graphicFrameMkLst>
        </pc:graphicFrameChg>
        <pc:graphicFrameChg chg="add mod modGraphic">
          <ac:chgData name="janghoon jun" userId="056a5883350c2f5e" providerId="LiveId" clId="{74AFAB52-6487-4651-9B79-2F181DBD8D0A}" dt="2026-04-30T01:01:56.059" v="2274" actId="13219"/>
          <ac:graphicFrameMkLst>
            <pc:docMk/>
            <pc:sldMk cId="2429218044" sldId="456"/>
            <ac:graphicFrameMk id="13" creationId="{93D5CE53-B9FD-8246-7D0F-7EDFDF665966}"/>
          </ac:graphicFrameMkLst>
        </pc:graphicFrameChg>
        <pc:picChg chg="add del mod">
          <ac:chgData name="janghoon jun" userId="056a5883350c2f5e" providerId="LiveId" clId="{74AFAB52-6487-4651-9B79-2F181DBD8D0A}" dt="2026-04-30T00:57:27.738" v="2128" actId="478"/>
          <ac:picMkLst>
            <pc:docMk/>
            <pc:sldMk cId="2429218044" sldId="456"/>
            <ac:picMk id="9" creationId="{8A799C24-A350-E385-6332-7F00C3551B4F}"/>
          </ac:picMkLst>
        </pc:picChg>
        <pc:picChg chg="add del mod">
          <ac:chgData name="janghoon jun" userId="056a5883350c2f5e" providerId="LiveId" clId="{74AFAB52-6487-4651-9B79-2F181DBD8D0A}" dt="2026-04-30T00:57:27.060" v="2127" actId="478"/>
          <ac:picMkLst>
            <pc:docMk/>
            <pc:sldMk cId="2429218044" sldId="456"/>
            <ac:picMk id="10" creationId="{BA9220C5-2A23-D91F-6945-380032F833D2}"/>
          </ac:picMkLst>
        </pc:picChg>
        <pc:picChg chg="add del mod">
          <ac:chgData name="janghoon jun" userId="056a5883350c2f5e" providerId="LiveId" clId="{74AFAB52-6487-4651-9B79-2F181DBD8D0A}" dt="2026-04-30T01:15:12.425" v="2647" actId="478"/>
          <ac:picMkLst>
            <pc:docMk/>
            <pc:sldMk cId="2429218044" sldId="456"/>
            <ac:picMk id="17" creationId="{DF446E91-4918-2344-767A-795C933560C2}"/>
          </ac:picMkLst>
        </pc:picChg>
      </pc:sldChg>
      <pc:sldChg chg="modSp add del mod">
        <pc:chgData name="janghoon jun" userId="056a5883350c2f5e" providerId="LiveId" clId="{74AFAB52-6487-4651-9B79-2F181DBD8D0A}" dt="2026-04-30T01:02:15.404" v="2275" actId="47"/>
        <pc:sldMkLst>
          <pc:docMk/>
          <pc:sldMk cId="400809689" sldId="457"/>
        </pc:sldMkLst>
        <pc:graphicFrameChg chg="modGraphic">
          <ac:chgData name="janghoon jun" userId="056a5883350c2f5e" providerId="LiveId" clId="{74AFAB52-6487-4651-9B79-2F181DBD8D0A}" dt="2026-04-30T00:58:23.449" v="2135" actId="2165"/>
          <ac:graphicFrameMkLst>
            <pc:docMk/>
            <pc:sldMk cId="400809689" sldId="457"/>
            <ac:graphicFrameMk id="11" creationId="{E8BBDF85-FC1A-8FD5-A666-0A28921C0A42}"/>
          </ac:graphicFrameMkLst>
        </pc:graphicFrameChg>
      </pc:sldChg>
      <pc:sldChg chg="modSp add del mod">
        <pc:chgData name="janghoon jun" userId="056a5883350c2f5e" providerId="LiveId" clId="{74AFAB52-6487-4651-9B79-2F181DBD8D0A}" dt="2026-04-30T01:24:00.824" v="2648" actId="47"/>
        <pc:sldMkLst>
          <pc:docMk/>
          <pc:sldMk cId="2146198532" sldId="458"/>
        </pc:sldMkLst>
        <pc:spChg chg="mod">
          <ac:chgData name="janghoon jun" userId="056a5883350c2f5e" providerId="LiveId" clId="{74AFAB52-6487-4651-9B79-2F181DBD8D0A}" dt="2026-04-30T01:03:02.524" v="2316" actId="20577"/>
          <ac:spMkLst>
            <pc:docMk/>
            <pc:sldMk cId="2146198532" sldId="458"/>
            <ac:spMk id="12" creationId="{B9AAB3D8-054F-22EA-2864-658A52EE01A6}"/>
          </ac:spMkLst>
        </pc:spChg>
        <pc:graphicFrameChg chg="mod modGraphic">
          <ac:chgData name="janghoon jun" userId="056a5883350c2f5e" providerId="LiveId" clId="{74AFAB52-6487-4651-9B79-2F181DBD8D0A}" dt="2026-04-30T01:01:46.262" v="2272" actId="13219"/>
          <ac:graphicFrameMkLst>
            <pc:docMk/>
            <pc:sldMk cId="2146198532" sldId="458"/>
            <ac:graphicFrameMk id="13" creationId="{A5263F6B-9CFB-354D-D9FC-395B555F682E}"/>
          </ac:graphicFrameMkLst>
        </pc:graphicFrameChg>
      </pc:sldChg>
      <pc:sldChg chg="addSp delSp modSp add mod">
        <pc:chgData name="janghoon jun" userId="056a5883350c2f5e" providerId="LiveId" clId="{74AFAB52-6487-4651-9B79-2F181DBD8D0A}" dt="2026-04-30T01:24:28.496" v="2668" actId="6549"/>
        <pc:sldMkLst>
          <pc:docMk/>
          <pc:sldMk cId="4008110466" sldId="459"/>
        </pc:sldMkLst>
        <pc:spChg chg="mod">
          <ac:chgData name="janghoon jun" userId="056a5883350c2f5e" providerId="LiveId" clId="{74AFAB52-6487-4651-9B79-2F181DBD8D0A}" dt="2026-04-30T01:11:57.700" v="2622" actId="20577"/>
          <ac:spMkLst>
            <pc:docMk/>
            <pc:sldMk cId="4008110466" sldId="459"/>
            <ac:spMk id="3" creationId="{920CCC20-1194-4EC8-3558-F6A83B74D8CE}"/>
          </ac:spMkLst>
        </pc:spChg>
        <pc:graphicFrameChg chg="add mod modGraphic">
          <ac:chgData name="janghoon jun" userId="056a5883350c2f5e" providerId="LiveId" clId="{74AFAB52-6487-4651-9B79-2F181DBD8D0A}" dt="2026-04-30T01:11:52.591" v="2618" actId="1076"/>
          <ac:graphicFrameMkLst>
            <pc:docMk/>
            <pc:sldMk cId="4008110466" sldId="459"/>
            <ac:graphicFrameMk id="5" creationId="{5B92593A-3940-4019-1E2D-EA9FA8DE87D9}"/>
          </ac:graphicFrameMkLst>
        </pc:graphicFrameChg>
        <pc:graphicFrameChg chg="add del mod modGraphic">
          <ac:chgData name="janghoon jun" userId="056a5883350c2f5e" providerId="LiveId" clId="{74AFAB52-6487-4651-9B79-2F181DBD8D0A}" dt="2026-04-30T01:24:28.496" v="2668" actId="6549"/>
          <ac:graphicFrameMkLst>
            <pc:docMk/>
            <pc:sldMk cId="4008110466" sldId="459"/>
            <ac:graphicFrameMk id="6" creationId="{C528550A-E24D-45B9-0759-FB177967D337}"/>
          </ac:graphicFrameMkLst>
        </pc:graphicFrameChg>
      </pc:sldChg>
      <pc:sldChg chg="modSp add mod">
        <pc:chgData name="janghoon jun" userId="056a5883350c2f5e" providerId="LiveId" clId="{74AFAB52-6487-4651-9B79-2F181DBD8D0A}" dt="2026-04-30T01:42:34.542" v="2973" actId="20577"/>
        <pc:sldMkLst>
          <pc:docMk/>
          <pc:sldMk cId="2637360850" sldId="460"/>
        </pc:sldMkLst>
        <pc:spChg chg="mod">
          <ac:chgData name="janghoon jun" userId="056a5883350c2f5e" providerId="LiveId" clId="{74AFAB52-6487-4651-9B79-2F181DBD8D0A}" dt="2026-04-30T01:34:06.089" v="2972" actId="20577"/>
          <ac:spMkLst>
            <pc:docMk/>
            <pc:sldMk cId="2637360850" sldId="460"/>
            <ac:spMk id="2" creationId="{13ABBE78-02FA-72F3-4C99-5DF66B430979}"/>
          </ac:spMkLst>
        </pc:spChg>
        <pc:spChg chg="mod">
          <ac:chgData name="janghoon jun" userId="056a5883350c2f5e" providerId="LiveId" clId="{74AFAB52-6487-4651-9B79-2F181DBD8D0A}" dt="2026-04-30T01:42:34.542" v="2973" actId="20577"/>
          <ac:spMkLst>
            <pc:docMk/>
            <pc:sldMk cId="2637360850" sldId="460"/>
            <ac:spMk id="3" creationId="{9CF01FE3-122C-A217-8711-BE44765EB8F5}"/>
          </ac:spMkLst>
        </pc:spChg>
      </pc:sldChg>
      <pc:sldChg chg="modSp add mod">
        <pc:chgData name="janghoon jun" userId="056a5883350c2f5e" providerId="LiveId" clId="{74AFAB52-6487-4651-9B79-2F181DBD8D0A}" dt="2026-04-30T01:43:41.358" v="3053" actId="20577"/>
        <pc:sldMkLst>
          <pc:docMk/>
          <pc:sldMk cId="2986241208" sldId="461"/>
        </pc:sldMkLst>
        <pc:spChg chg="mod">
          <ac:chgData name="janghoon jun" userId="056a5883350c2f5e" providerId="LiveId" clId="{74AFAB52-6487-4651-9B79-2F181DBD8D0A}" dt="2026-04-30T01:43:41.358" v="3053" actId="20577"/>
          <ac:spMkLst>
            <pc:docMk/>
            <pc:sldMk cId="2986241208" sldId="461"/>
            <ac:spMk id="2" creationId="{1724058F-693E-837F-AD14-6990529B0388}"/>
          </ac:spMkLst>
        </pc:spChg>
      </pc:sldChg>
      <pc:sldChg chg="addSp delSp modSp add mod">
        <pc:chgData name="janghoon jun" userId="056a5883350c2f5e" providerId="LiveId" clId="{74AFAB52-6487-4651-9B79-2F181DBD8D0A}" dt="2026-04-30T01:48:08.574" v="3089" actId="1076"/>
        <pc:sldMkLst>
          <pc:docMk/>
          <pc:sldMk cId="1016590315" sldId="462"/>
        </pc:sldMkLst>
        <pc:spChg chg="mod">
          <ac:chgData name="janghoon jun" userId="056a5883350c2f5e" providerId="LiveId" clId="{74AFAB52-6487-4651-9B79-2F181DBD8D0A}" dt="2026-04-30T01:43:33.698" v="3040"/>
          <ac:spMkLst>
            <pc:docMk/>
            <pc:sldMk cId="1016590315" sldId="462"/>
            <ac:spMk id="3" creationId="{A4696106-F74C-85FD-FF81-B8707270C8E1}"/>
          </ac:spMkLst>
        </pc:spChg>
        <pc:spChg chg="del">
          <ac:chgData name="janghoon jun" userId="056a5883350c2f5e" providerId="LiveId" clId="{74AFAB52-6487-4651-9B79-2F181DBD8D0A}" dt="2026-04-30T01:45:35.443" v="3056" actId="478"/>
          <ac:spMkLst>
            <pc:docMk/>
            <pc:sldMk cId="1016590315" sldId="462"/>
            <ac:spMk id="7" creationId="{191EBF2F-268D-8D49-1143-8644360580EB}"/>
          </ac:spMkLst>
        </pc:spChg>
        <pc:grpChg chg="add mod">
          <ac:chgData name="janghoon jun" userId="056a5883350c2f5e" providerId="LiveId" clId="{74AFAB52-6487-4651-9B79-2F181DBD8D0A}" dt="2026-04-30T01:48:08.574" v="3089" actId="1076"/>
          <ac:grpSpMkLst>
            <pc:docMk/>
            <pc:sldMk cId="1016590315" sldId="462"/>
            <ac:grpSpMk id="12" creationId="{768293D4-52FF-DAB4-D495-820F5CF70C45}"/>
          </ac:grpSpMkLst>
        </pc:grpChg>
        <pc:graphicFrameChg chg="del modGraphic">
          <ac:chgData name="janghoon jun" userId="056a5883350c2f5e" providerId="LiveId" clId="{74AFAB52-6487-4651-9B79-2F181DBD8D0A}" dt="2026-04-30T01:45:34.147" v="3055" actId="478"/>
          <ac:graphicFrameMkLst>
            <pc:docMk/>
            <pc:sldMk cId="1016590315" sldId="462"/>
            <ac:graphicFrameMk id="6" creationId="{870D98C4-1437-1CC6-7A64-D8D0F4442D46}"/>
          </ac:graphicFrameMkLst>
        </pc:graphicFrameChg>
        <pc:picChg chg="add mod ord modCrop">
          <ac:chgData name="janghoon jun" userId="056a5883350c2f5e" providerId="LiveId" clId="{74AFAB52-6487-4651-9B79-2F181DBD8D0A}" dt="2026-04-30T01:47:05.012" v="3077" actId="164"/>
          <ac:picMkLst>
            <pc:docMk/>
            <pc:sldMk cId="1016590315" sldId="462"/>
            <ac:picMk id="8" creationId="{7F46A1AB-843A-5874-7FD2-03EC76CEA837}"/>
          </ac:picMkLst>
        </pc:picChg>
        <pc:picChg chg="add del mod">
          <ac:chgData name="janghoon jun" userId="056a5883350c2f5e" providerId="LiveId" clId="{74AFAB52-6487-4651-9B79-2F181DBD8D0A}" dt="2026-04-30T01:45:47.216" v="3061" actId="478"/>
          <ac:picMkLst>
            <pc:docMk/>
            <pc:sldMk cId="1016590315" sldId="462"/>
            <ac:picMk id="10" creationId="{03B9B812-03EF-95E8-F2A0-9460DA5239C6}"/>
          </ac:picMkLst>
        </pc:picChg>
        <pc:picChg chg="add mod modCrop">
          <ac:chgData name="janghoon jun" userId="056a5883350c2f5e" providerId="LiveId" clId="{74AFAB52-6487-4651-9B79-2F181DBD8D0A}" dt="2026-04-30T01:47:55.805" v="3087" actId="1076"/>
          <ac:picMkLst>
            <pc:docMk/>
            <pc:sldMk cId="1016590315" sldId="462"/>
            <ac:picMk id="11" creationId="{E1F1B413-99B2-3201-1F57-72CBDE65F37F}"/>
          </ac:picMkLst>
        </pc:picChg>
      </pc:sldChg>
      <pc:sldChg chg="addSp delSp modSp add mod">
        <pc:chgData name="janghoon jun" userId="056a5883350c2f5e" providerId="LiveId" clId="{74AFAB52-6487-4651-9B79-2F181DBD8D0A}" dt="2026-04-30T01:48:25.339" v="3094" actId="478"/>
        <pc:sldMkLst>
          <pc:docMk/>
          <pc:sldMk cId="4179621832" sldId="463"/>
        </pc:sldMkLst>
        <pc:grpChg chg="add del mod ord">
          <ac:chgData name="janghoon jun" userId="056a5883350c2f5e" providerId="LiveId" clId="{74AFAB52-6487-4651-9B79-2F181DBD8D0A}" dt="2026-04-30T01:48:25.339" v="3094" actId="478"/>
          <ac:grpSpMkLst>
            <pc:docMk/>
            <pc:sldMk cId="4179621832" sldId="463"/>
            <ac:grpSpMk id="5" creationId="{70599D0A-B346-14D1-B241-609670A17FDA}"/>
          </ac:grpSpMkLst>
        </pc:grp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6" creationId="{E76ACF7B-6C8A-C7EB-D978-F080E7647600}"/>
          </ac:picMkLst>
        </pc:picChg>
        <pc:picChg chg="mod">
          <ac:chgData name="janghoon jun" userId="056a5883350c2f5e" providerId="LiveId" clId="{74AFAB52-6487-4651-9B79-2F181DBD8D0A}" dt="2026-04-30T01:48:13.387" v="3090"/>
          <ac:picMkLst>
            <pc:docMk/>
            <pc:sldMk cId="4179621832" sldId="463"/>
            <ac:picMk id="7" creationId="{31A7AD88-7D10-52D1-AA7B-441FDFF84B8B}"/>
          </ac:picMkLst>
        </pc:picChg>
        <pc:picChg chg="mod ord modCrop">
          <ac:chgData name="janghoon jun" userId="056a5883350c2f5e" providerId="LiveId" clId="{74AFAB52-6487-4651-9B79-2F181DBD8D0A}" dt="2026-04-30T01:48:23.572" v="3093" actId="167"/>
          <ac:picMkLst>
            <pc:docMk/>
            <pc:sldMk cId="4179621832" sldId="463"/>
            <ac:picMk id="8" creationId="{C36BA2E2-5663-9090-EADD-5C789C641EE6}"/>
          </ac:picMkLst>
        </pc:picChg>
      </pc:sldChg>
    </pc:docChg>
  </pc:docChgLst>
  <pc:docChgLst>
    <pc:chgData name="janghoon jun" userId="056a5883350c2f5e" providerId="LiveId" clId="{EC358B4E-7CCC-4F9E-86DF-ACF8DD1FCFA2}"/>
    <pc:docChg chg="addSld delSld modSld">
      <pc:chgData name="janghoon jun" userId="056a5883350c2f5e" providerId="LiveId" clId="{EC358B4E-7CCC-4F9E-86DF-ACF8DD1FCFA2}" dt="2026-04-29T10:17:24.925" v="27"/>
      <pc:docMkLst>
        <pc:docMk/>
      </pc:docMkLst>
      <pc:sldChg chg="addSp modSp">
        <pc:chgData name="janghoon jun" userId="056a5883350c2f5e" providerId="LiveId" clId="{EC358B4E-7CCC-4F9E-86DF-ACF8DD1FCFA2}" dt="2026-04-29T10:14:15.267" v="19"/>
        <pc:sldMkLst>
          <pc:docMk/>
          <pc:sldMk cId="1785302506" sldId="384"/>
        </pc:sldMkLst>
        <pc:spChg chg="add mod">
          <ac:chgData name="janghoon jun" userId="056a5883350c2f5e" providerId="LiveId" clId="{EC358B4E-7CCC-4F9E-86DF-ACF8DD1FCFA2}" dt="2026-04-29T10:14:15.267" v="19"/>
          <ac:spMkLst>
            <pc:docMk/>
            <pc:sldMk cId="1785302506" sldId="384"/>
            <ac:spMk id="7" creationId="{D618DD6A-655F-02B1-E450-20C581D2F763}"/>
          </ac:spMkLst>
        </pc:spChg>
        <pc:graphicFrameChg chg="add mod">
          <ac:chgData name="janghoon jun" userId="056a5883350c2f5e" providerId="LiveId" clId="{EC358B4E-7CCC-4F9E-86DF-ACF8DD1FCFA2}" dt="2026-04-29T10:13:56.021" v="18"/>
          <ac:graphicFrameMkLst>
            <pc:docMk/>
            <pc:sldMk cId="1785302506" sldId="384"/>
            <ac:graphicFrameMk id="5" creationId="{262DD5F6-1D23-AF82-0D60-D610B5A35E2B}"/>
          </ac:graphicFrameMkLst>
        </pc:graphicFrameChg>
        <pc:picChg chg="add mod">
          <ac:chgData name="janghoon jun" userId="056a5883350c2f5e" providerId="LiveId" clId="{EC358B4E-7CCC-4F9E-86DF-ACF8DD1FCFA2}" dt="2026-04-29T10:04:12.374" v="2"/>
          <ac:picMkLst>
            <pc:docMk/>
            <pc:sldMk cId="1785302506" sldId="384"/>
            <ac:picMk id="8" creationId="{BABCEC50-478A-14FA-E197-A97B59256A0B}"/>
          </ac:picMkLst>
        </pc:picChg>
      </pc:sldChg>
      <pc:sldChg chg="addSp modSp add">
        <pc:chgData name="janghoon jun" userId="056a5883350c2f5e" providerId="LiveId" clId="{EC358B4E-7CCC-4F9E-86DF-ACF8DD1FCFA2}" dt="2026-04-29T10:16:33.143" v="24"/>
        <pc:sldMkLst>
          <pc:docMk/>
          <pc:sldMk cId="714209222" sldId="440"/>
        </pc:sldMkLst>
        <pc:spChg chg="add mod">
          <ac:chgData name="janghoon jun" userId="056a5883350c2f5e" providerId="LiveId" clId="{EC358B4E-7CCC-4F9E-86DF-ACF8DD1FCFA2}" dt="2026-04-29T10:16:33.143" v="24"/>
          <ac:spMkLst>
            <pc:docMk/>
            <pc:sldMk cId="714209222" sldId="440"/>
            <ac:spMk id="10" creationId="{DE399AA7-704D-17FF-4B91-28A54DA61309}"/>
          </ac:spMkLst>
        </pc:spChg>
        <pc:graphicFrameChg chg="add mod">
          <ac:chgData name="janghoon jun" userId="056a5883350c2f5e" providerId="LiveId" clId="{EC358B4E-7CCC-4F9E-86DF-ACF8DD1FCFA2}" dt="2026-04-29T10:16:22.564" v="23"/>
          <ac:graphicFrameMkLst>
            <pc:docMk/>
            <pc:sldMk cId="714209222" sldId="440"/>
            <ac:graphicFrameMk id="9" creationId="{581A75F8-BE51-93AE-B17F-0F252D17B917}"/>
          </ac:graphicFrameMkLst>
        </pc:graphicFrameChg>
        <pc:picChg chg="add mod">
          <ac:chgData name="janghoon jun" userId="056a5883350c2f5e" providerId="LiveId" clId="{EC358B4E-7CCC-4F9E-86DF-ACF8DD1FCFA2}" dt="2026-04-29T10:04:25.576" v="4"/>
          <ac:picMkLst>
            <pc:docMk/>
            <pc:sldMk cId="714209222" sldId="440"/>
            <ac:picMk id="6" creationId="{50A6D846-F74A-6125-FBC8-89F0C194CDC7}"/>
          </ac:picMkLst>
        </pc:picChg>
        <pc:picChg chg="add mod">
          <ac:chgData name="janghoon jun" userId="056a5883350c2f5e" providerId="LiveId" clId="{EC358B4E-7CCC-4F9E-86DF-ACF8DD1FCFA2}" dt="2026-04-29T10:04:49.811" v="5"/>
          <ac:picMkLst>
            <pc:docMk/>
            <pc:sldMk cId="714209222" sldId="440"/>
            <ac:picMk id="8" creationId="{CC68D1C6-4FC1-2923-181C-C923DCC22909}"/>
          </ac:picMkLst>
        </pc:picChg>
      </pc:sldChg>
      <pc:sldChg chg="addSp modSp add">
        <pc:chgData name="janghoon jun" userId="056a5883350c2f5e" providerId="LiveId" clId="{EC358B4E-7CCC-4F9E-86DF-ACF8DD1FCFA2}" dt="2026-04-29T10:12:20.904" v="15"/>
        <pc:sldMkLst>
          <pc:docMk/>
          <pc:sldMk cId="1169445496" sldId="441"/>
        </pc:sldMkLst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5" creationId="{8CEBE4F0-D925-0C93-ED15-6375928CF00E}"/>
          </ac:picMkLst>
        </pc:picChg>
        <pc:picChg chg="add mod">
          <ac:chgData name="janghoon jun" userId="056a5883350c2f5e" providerId="LiveId" clId="{EC358B4E-7CCC-4F9E-86DF-ACF8DD1FCFA2}" dt="2026-04-29T10:07:44.203" v="9"/>
          <ac:picMkLst>
            <pc:docMk/>
            <pc:sldMk cId="1169445496" sldId="441"/>
            <ac:picMk id="6" creationId="{486DB92F-5292-11EE-0F84-7C5890098855}"/>
          </ac:picMkLst>
        </pc:picChg>
        <pc:picChg chg="add">
          <ac:chgData name="janghoon jun" userId="056a5883350c2f5e" providerId="LiveId" clId="{EC358B4E-7CCC-4F9E-86DF-ACF8DD1FCFA2}" dt="2026-04-29T10:12:02.310" v="14"/>
          <ac:picMkLst>
            <pc:docMk/>
            <pc:sldMk cId="1169445496" sldId="441"/>
            <ac:picMk id="8" creationId="{ABD205B6-E2A0-40D2-EC9D-A0F4A0718928}"/>
          </ac:picMkLst>
        </pc:picChg>
        <pc:picChg chg="add">
          <ac:chgData name="janghoon jun" userId="056a5883350c2f5e" providerId="LiveId" clId="{EC358B4E-7CCC-4F9E-86DF-ACF8DD1FCFA2}" dt="2026-04-29T10:12:20.904" v="15"/>
          <ac:picMkLst>
            <pc:docMk/>
            <pc:sldMk cId="1169445496" sldId="441"/>
            <ac:picMk id="12" creationId="{40A8DEF5-8F69-BD06-C19E-A884432F95AC}"/>
          </ac:picMkLst>
        </pc:picChg>
      </pc:sldChg>
      <pc:sldChg chg="addSp modSp add">
        <pc:chgData name="janghoon jun" userId="056a5883350c2f5e" providerId="LiveId" clId="{EC358B4E-7CCC-4F9E-86DF-ACF8DD1FCFA2}" dt="2026-04-29T10:08:15.189" v="13"/>
        <pc:sldMkLst>
          <pc:docMk/>
          <pc:sldMk cId="1130439883" sldId="442"/>
        </pc:sldMkLst>
        <pc:picChg chg="add mod">
          <ac:chgData name="janghoon jun" userId="056a5883350c2f5e" providerId="LiveId" clId="{EC358B4E-7CCC-4F9E-86DF-ACF8DD1FCFA2}" dt="2026-04-29T10:08:15.189" v="13"/>
          <ac:picMkLst>
            <pc:docMk/>
            <pc:sldMk cId="1130439883" sldId="442"/>
            <ac:picMk id="6" creationId="{B15D203E-E717-FA1D-7C15-CC0901CB1DD9}"/>
          </ac:picMkLst>
        </pc:picChg>
      </pc:sldChg>
      <pc:sldChg chg="modSp add">
        <pc:chgData name="janghoon jun" userId="056a5883350c2f5e" providerId="LiveId" clId="{EC358B4E-7CCC-4F9E-86DF-ACF8DD1FCFA2}" dt="2026-04-29T10:15:30.473" v="22"/>
        <pc:sldMkLst>
          <pc:docMk/>
          <pc:sldMk cId="310154155" sldId="443"/>
        </pc:sldMkLst>
        <pc:spChg chg="mod">
          <ac:chgData name="janghoon jun" userId="056a5883350c2f5e" providerId="LiveId" clId="{EC358B4E-7CCC-4F9E-86DF-ACF8DD1FCFA2}" dt="2026-04-29T10:15:20.066" v="21"/>
          <ac:spMkLst>
            <pc:docMk/>
            <pc:sldMk cId="310154155" sldId="443"/>
            <ac:spMk id="7" creationId="{50DDA337-73E2-1A0C-2AB0-F482B4A43D92}"/>
          </ac:spMkLst>
        </pc:spChg>
        <pc:graphicFrameChg chg="mod">
          <ac:chgData name="janghoon jun" userId="056a5883350c2f5e" providerId="LiveId" clId="{EC358B4E-7CCC-4F9E-86DF-ACF8DD1FCFA2}" dt="2026-04-29T10:15:30.473" v="22"/>
          <ac:graphicFrameMkLst>
            <pc:docMk/>
            <pc:sldMk cId="310154155" sldId="443"/>
            <ac:graphicFrameMk id="5" creationId="{3C0BB619-9603-9B4B-2A8A-3E53F036A746}"/>
          </ac:graphicFrameMkLst>
        </pc:graphicFrameChg>
      </pc:sldChg>
      <pc:sldChg chg="add del">
        <pc:chgData name="janghoon jun" userId="056a5883350c2f5e" providerId="LiveId" clId="{EC358B4E-7CCC-4F9E-86DF-ACF8DD1FCFA2}" dt="2026-04-29T10:08:08.850" v="12"/>
        <pc:sldMkLst>
          <pc:docMk/>
          <pc:sldMk cId="2197589260" sldId="443"/>
        </pc:sldMkLst>
      </pc:sldChg>
      <pc:sldChg chg="modSp add">
        <pc:chgData name="janghoon jun" userId="056a5883350c2f5e" providerId="LiveId" clId="{EC358B4E-7CCC-4F9E-86DF-ACF8DD1FCFA2}" dt="2026-04-29T10:17:24.925" v="27"/>
        <pc:sldMkLst>
          <pc:docMk/>
          <pc:sldMk cId="299417860" sldId="444"/>
        </pc:sldMkLst>
        <pc:spChg chg="mod">
          <ac:chgData name="janghoon jun" userId="056a5883350c2f5e" providerId="LiveId" clId="{EC358B4E-7CCC-4F9E-86DF-ACF8DD1FCFA2}" dt="2026-04-29T10:17:24.925" v="27"/>
          <ac:spMkLst>
            <pc:docMk/>
            <pc:sldMk cId="299417860" sldId="444"/>
            <ac:spMk id="10" creationId="{0C7A62A1-6AC4-C7BE-BA95-14207B870729}"/>
          </ac:spMkLst>
        </pc:spChg>
        <pc:graphicFrameChg chg="mod">
          <ac:chgData name="janghoon jun" userId="056a5883350c2f5e" providerId="LiveId" clId="{EC358B4E-7CCC-4F9E-86DF-ACF8DD1FCFA2}" dt="2026-04-29T10:17:10.593" v="26"/>
          <ac:graphicFrameMkLst>
            <pc:docMk/>
            <pc:sldMk cId="299417860" sldId="444"/>
            <ac:graphicFrameMk id="9" creationId="{0ACAF16E-1A24-E72D-5BE3-A1897A476C3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2026-05-07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D8C9C-3F8B-3937-6AA8-03D2653A8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0A45A9-8CD8-072E-70AC-10E77CE72A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2FD8BD-BA42-DB65-BA2C-ED143F00B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AB30F8-36A2-F3B4-F6BB-D694717C2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6785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2A36-5742-A4FA-C316-D41784070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D615DA-6686-2B8B-0285-01C92C00F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9FE657-A9E0-5FEC-8BDE-632E35332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B4AD69-2487-D023-2356-0A77FFED7D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24379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1CE4-E7CA-6EDF-1421-45F6A8DA1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332BEC-8349-B32B-2A37-7154FBE33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FBAA75-1357-269A-33E5-1B38DC0C4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436E1-99A4-BFBE-C199-1928B2440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1932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137EC-935B-F27F-0B3A-82BA6B638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305E30-F03C-90A2-D345-FF6C012B3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07ED97C-301A-832F-D282-F63788EC7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FE422C-7D9A-AF44-F301-C21009F0B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64032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D2AEF-2CA6-9FA1-CCEA-F50BE5CE8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A053C-EE09-00F4-7036-7FD0C51D9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5ED7D4-4B0C-2090-8C29-F5A31CFD9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879173-992F-B3DE-3733-0EABD0BE8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44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D637A-C167-AD9C-EFB9-94F9F013E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F00713-1B10-B091-7E90-47848A833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D355B7-50B1-56A4-94AF-3E74D8D0EE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A3FFB4-36B1-90A7-7A95-C2C77C90ED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5471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C86A-F3DE-B063-3A23-320EEECB3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2C22F3-BFCA-56FF-3FEF-994374B13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BEAB45-A6C4-BB7C-BD93-038BEDFF2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8FE18B-A86F-89FE-8160-D20A7C39A3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66720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76B93-68AE-642D-A58E-C56821BE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D121F7-4D72-46AB-1B9A-FD3F40AC0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7C9ACF-F9BA-91E5-48DB-56A441B9C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970-8756-CA31-2280-9478D037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486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5434C-99E0-F345-5A60-9537782A1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4455EC-778E-44C1-1331-CFA84F832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F3126D-E9D5-C64F-8ED7-86F32C584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22D7C5-837B-A46B-5D2F-3A8C615C9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28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3E2A-9AEF-5BE1-DD51-CBA746746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93EF30-4D95-9155-55A0-5F44631D0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431435-D939-DFC3-FE3D-A520C27B2F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DC25FE-B4A7-4E10-C61A-E7F515147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3293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6BEB9-0689-2C6F-2BA1-EAC307E4B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0BBB0-D5C1-7052-6E98-64716747F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E8FD44-C03D-D391-30A9-AF2E4D27D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772312-F4E2-1A0B-C925-C5A1DA61FE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604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81998-793B-F39A-FC53-AA62D2B8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DDA1E6-B548-7CBF-BC6C-998ECDD75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9C0B4B-DCBD-EA72-D88E-66224875F6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7DBC8-06CD-9EB1-5A22-D910A0EC97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68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C4719-C167-8157-B64A-45FDD3B6C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A9642F-0B85-5768-7FBD-0E28B0AB7B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AF6AC8-217B-C245-3952-264160EAB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1B86B-7466-DE22-548D-0A65C21A62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44116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5D5ED-B50F-A51B-E98C-EE1E4FE5D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C9928E-9054-E4C9-8057-E5B277B2C4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37C0F-EB4E-04FE-AE90-EDDA423089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0738BB-4900-A1BA-71FE-443B797ED4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191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2026. 05. 08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Clinic Data :  Age, Sex </a:t>
            </a:r>
            <a:r>
              <a:rPr lang="ko-KR" altLang="en-US" dirty="0"/>
              <a:t>→ </a:t>
            </a:r>
            <a:r>
              <a:rPr lang="en-US" altLang="ko-KR" dirty="0"/>
              <a:t>Age, Sex, BMI</a:t>
            </a:r>
          </a:p>
          <a:p>
            <a:pPr lvl="1"/>
            <a:r>
              <a:rPr lang="en-US" altLang="ko-KR" dirty="0"/>
              <a:t>Output</a:t>
            </a:r>
            <a:r>
              <a:rPr lang="ko-KR" altLang="en-US" dirty="0"/>
              <a:t>을 </a:t>
            </a:r>
            <a:r>
              <a:rPr lang="en-US" altLang="ko-KR" dirty="0"/>
              <a:t>TAMA</a:t>
            </a:r>
            <a:r>
              <a:rPr lang="ko-KR" altLang="en-US" dirty="0"/>
              <a:t>가 아닌 </a:t>
            </a:r>
            <a:r>
              <a:rPr lang="en-US" altLang="ko-KR" dirty="0"/>
              <a:t>SMI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AEC Features Extraction : </a:t>
            </a:r>
            <a:r>
              <a:rPr lang="ko-KR" altLang="en-US" dirty="0"/>
              <a:t>수동 → 자동 파이프라인 </a:t>
            </a:r>
            <a:r>
              <a:rPr lang="en-US" altLang="ko-KR" dirty="0"/>
              <a:t>(4</a:t>
            </a:r>
            <a:r>
              <a:rPr lang="ko-KR" altLang="en-US" dirty="0"/>
              <a:t>단계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단계가 불필요하게 세분화되어 있음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동일한 케이스로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447151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Case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1,373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373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514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859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764748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42.33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6.23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38.46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41.64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51.75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8.71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46.66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52.13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3C3FBA42-D7D9-5A3C-5541-9B4BC6C71D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663447"/>
              </p:ext>
            </p:extLst>
          </p:nvPr>
        </p:nvGraphicFramePr>
        <p:xfrm>
          <a:off x="609600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104.94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15.31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514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148.23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26.35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1629F2-4908-FD07-E1E0-C2266A397493}"/>
              </a:ext>
            </a:extLst>
          </p:cNvPr>
          <p:cNvSpPr txBox="1"/>
          <p:nvPr/>
        </p:nvSpPr>
        <p:spPr>
          <a:xfrm>
            <a:off x="609600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TAMA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</a:t>
            </a: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 </a:t>
            </a:r>
            <a:r>
              <a:rPr lang="ko-KR" altLang="en-US" dirty="0"/>
              <a:t>데이터 분포</a:t>
            </a:r>
            <a:endParaRPr lang="en-US" altLang="ko-KR" dirty="0"/>
          </a:p>
          <a:p>
            <a:r>
              <a:rPr lang="en-US" altLang="ko-KR" dirty="0"/>
              <a:t>TAMA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 데이터 수 </a:t>
            </a:r>
            <a:r>
              <a:rPr lang="en-US" altLang="ko-KR" dirty="0"/>
              <a:t>: 358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136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;</a:t>
            </a:r>
            <a:r>
              <a:rPr lang="ko-KR" altLang="en-US" dirty="0"/>
              <a:t> </a:t>
            </a:r>
            <a:r>
              <a:rPr lang="en-US" altLang="ko-KR" dirty="0"/>
              <a:t>222 / 859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344 / 1,373</a:t>
            </a:r>
          </a:p>
          <a:p>
            <a:pPr lvl="1"/>
            <a:r>
              <a:rPr lang="en-US" altLang="ko-KR" dirty="0"/>
              <a:t>M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129 / 514,</a:t>
            </a:r>
            <a:r>
              <a:rPr lang="ko-KR" altLang="en-US" dirty="0"/>
              <a:t> </a:t>
            </a:r>
            <a:r>
              <a:rPr lang="en-US" altLang="ko-KR" dirty="0"/>
              <a:t>F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215 / 859</a:t>
            </a:r>
          </a:p>
          <a:p>
            <a:r>
              <a:rPr lang="en-US" altLang="ko-KR" dirty="0"/>
              <a:t>TAMA,</a:t>
            </a:r>
            <a:r>
              <a:rPr lang="ko-KR" altLang="en-US" dirty="0"/>
              <a:t> </a:t>
            </a:r>
            <a:r>
              <a:rPr lang="en-US" altLang="ko-KR" dirty="0"/>
              <a:t>SMI</a:t>
            </a:r>
            <a:r>
              <a:rPr lang="ko-KR" altLang="en-US" dirty="0"/>
              <a:t> 모두 하위 </a:t>
            </a:r>
            <a:r>
              <a:rPr lang="en-US" altLang="ko-KR" dirty="0"/>
              <a:t>25%</a:t>
            </a:r>
            <a:r>
              <a:rPr lang="ko-KR" altLang="en-US" dirty="0"/>
              <a:t>인</a:t>
            </a:r>
            <a:r>
              <a:rPr lang="en-US" altLang="ko-KR" dirty="0"/>
              <a:t> </a:t>
            </a:r>
            <a:r>
              <a:rPr lang="ko-KR" altLang="en-US" dirty="0"/>
              <a:t>데이터 수 </a:t>
            </a:r>
            <a:r>
              <a:rPr lang="en-US" altLang="ko-KR" dirty="0"/>
              <a:t>: 259 / 1,373</a:t>
            </a:r>
          </a:p>
          <a:p>
            <a:pPr lvl="1"/>
            <a:r>
              <a:rPr lang="en-US" altLang="ko-KR" dirty="0"/>
              <a:t>M : 101 / 514, F : 158 / 859</a:t>
            </a:r>
          </a:p>
        </p:txBody>
      </p:sp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7C6EE-58B4-F1F0-2344-D36AF9982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4" descr="01_linear_comparison.png">
            <a:extLst>
              <a:ext uri="{FF2B5EF4-FFF2-40B4-BE49-F238E27FC236}">
                <a16:creationId xmlns:a16="http://schemas.microsoft.com/office/drawing/2014/main" id="{CEDC65A8-D20F-AEF0-B684-24249C496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85" y="1429810"/>
            <a:ext cx="11519429" cy="478794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3EF9288-BD3F-C9F9-79AF-FDFB9D03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341EBA-B986-ED03-8AA3-2BCAD2C3B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18469F36-15EA-3E89-85E0-0E4897977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</a:t>
            </a:r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7380191-5B0A-F67B-068B-93536E5BBE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4153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89CA0-469F-E89A-D5B7-AAC38D572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02_logistic_comparison.png">
            <a:extLst>
              <a:ext uri="{FF2B5EF4-FFF2-40B4-BE49-F238E27FC236}">
                <a16:creationId xmlns:a16="http://schemas.microsoft.com/office/drawing/2014/main" id="{4441D831-696A-3603-B7AB-AAE769737C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85" y="1177125"/>
            <a:ext cx="10722429" cy="519101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447F92A-1E00-ED9D-CB0B-75F85FA66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2E63-9B5A-D8A5-E4DF-DC1221EC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C1DC97E-CF7D-9BDA-8C5B-946FF37C7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</a:t>
            </a:r>
            <a:endParaRPr lang="en-US" altLang="ko-KR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8610668-6E2A-76B3-F9DC-3CA678BF1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64547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855A9-AEF9-D5A1-0490-5AC34E93F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B92B89-6849-A531-EF9C-6BFDE6A1A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35B9C-2FB8-F029-34B2-E08B03126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3E91B83-30D3-658C-E191-1A166813B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Linear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60EE0B1-F640-18A4-336A-6ABF1E596C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FEE77655-1410-5A48-15CA-BEE969B14969}"/>
              </a:ext>
            </a:extLst>
          </p:cNvPr>
          <p:cNvGraphicFramePr>
            <a:graphicFrameLocks noGrp="1"/>
          </p:cNvGraphicFramePr>
          <p:nvPr/>
        </p:nvGraphicFramePr>
        <p:xfrm>
          <a:off x="508000" y="1593029"/>
          <a:ext cx="11176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537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R²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0.6481 ± 0.0331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16.908 ± 1.528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0.6750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17.629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-0.0146 ± 0.0910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28.657 ± 1.929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30.594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rgbClr val="1A1A2E"/>
                          </a:solidFill>
                        </a:rPr>
                        <a:t>aec1 ~ aec256 (256</a:t>
                      </a:r>
                      <a:r>
                        <a:rPr lang="ko-KR" altLang="en-US" sz="1200" b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-0.5312 ± 0.8611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33.873 ± 9.896</a:t>
                      </a:r>
                      <a:endParaRPr lang="en-US" altLang="ko-KR"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0.2098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27.488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rgbClr val="1A1A2E"/>
                          </a:solidFill>
                        </a:rPr>
                        <a:t>signal_length ~ wavelet_energy_ratio_D1 (65</a:t>
                      </a:r>
                      <a:r>
                        <a:rPr lang="ko-KR" altLang="en-US" sz="1200" b="0">
                          <a:solidFill>
                            <a:srgbClr val="1A1A2E"/>
                          </a:solidFill>
                        </a:rPr>
                        <a:t>개</a:t>
                      </a:r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0.0644 ± 0.0724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27.522 ± 1.582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>
                          <a:solidFill>
                            <a:srgbClr val="1A1A2E"/>
                          </a:solidFill>
                        </a:rPr>
                        <a:t>0.0617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29.955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선택 피처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(|r|&lt;0.8, VIF&lt;10.0) — Train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기준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14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  <a:endParaRPr lang="en-US" altLang="ko-KR"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0.6486 ± 0.0316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16.900 ± 1.535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0.6765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>
                          <a:solidFill>
                            <a:srgbClr val="1A1A2E"/>
                          </a:solidFill>
                        </a:rPr>
                        <a:t>17.587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lang="en-US"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, BMI (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) + 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선택 피처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" name="Picture 5" descr="Linear_Actual_vs_Predicted.png">
            <a:extLst>
              <a:ext uri="{FF2B5EF4-FFF2-40B4-BE49-F238E27FC236}">
                <a16:creationId xmlns:a16="http://schemas.microsoft.com/office/drawing/2014/main" id="{3AF685D4-1A17-0D45-8C6F-AD7D49CAB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02" y="4401551"/>
            <a:ext cx="2017442" cy="1990543"/>
          </a:xfrm>
          <a:prstGeom prst="rect">
            <a:avLst/>
          </a:prstGeom>
        </p:spPr>
      </p:pic>
      <p:pic>
        <p:nvPicPr>
          <p:cNvPr id="9" name="Picture 7" descr="Linear_Actual_vs_Predicted.png">
            <a:extLst>
              <a:ext uri="{FF2B5EF4-FFF2-40B4-BE49-F238E27FC236}">
                <a16:creationId xmlns:a16="http://schemas.microsoft.com/office/drawing/2014/main" id="{6B93E075-8C6E-C11F-EF68-CC4396AB3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966" y="4401551"/>
            <a:ext cx="2017442" cy="1990543"/>
          </a:xfrm>
          <a:prstGeom prst="rect">
            <a:avLst/>
          </a:prstGeom>
        </p:spPr>
      </p:pic>
      <p:pic>
        <p:nvPicPr>
          <p:cNvPr id="10" name="Picture 9" descr="Linear_Actual_vs_Predicted.png">
            <a:extLst>
              <a:ext uri="{FF2B5EF4-FFF2-40B4-BE49-F238E27FC236}">
                <a16:creationId xmlns:a16="http://schemas.microsoft.com/office/drawing/2014/main" id="{E894E3C4-4042-9928-1B20-445E230075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830" y="4401551"/>
            <a:ext cx="2017442" cy="1990543"/>
          </a:xfrm>
          <a:prstGeom prst="rect">
            <a:avLst/>
          </a:prstGeom>
        </p:spPr>
      </p:pic>
      <p:pic>
        <p:nvPicPr>
          <p:cNvPr id="13" name="Picture 11" descr="Linear_Actual_vs_Predicted.png">
            <a:extLst>
              <a:ext uri="{FF2B5EF4-FFF2-40B4-BE49-F238E27FC236}">
                <a16:creationId xmlns:a16="http://schemas.microsoft.com/office/drawing/2014/main" id="{DBA427B3-BAEB-8D46-5C9E-EC4DE218A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5694" y="4401551"/>
            <a:ext cx="2017442" cy="1990543"/>
          </a:xfrm>
          <a:prstGeom prst="rect">
            <a:avLst/>
          </a:prstGeom>
        </p:spPr>
      </p:pic>
      <p:pic>
        <p:nvPicPr>
          <p:cNvPr id="14" name="Picture 13" descr="Linear_Actual_vs_Predicted.png">
            <a:extLst>
              <a:ext uri="{FF2B5EF4-FFF2-40B4-BE49-F238E27FC236}">
                <a16:creationId xmlns:a16="http://schemas.microsoft.com/office/drawing/2014/main" id="{DABB14AB-0373-0857-CF2B-ECCC2CE84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6558" y="4401551"/>
            <a:ext cx="2017442" cy="19905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4ED29CD-6879-F5C6-0552-3F46B5050CB9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D5167D-DDBD-3545-BC66-E4A9091B4FBA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77F2B-CCA4-9DEC-A4CE-4EBB2FCF9772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C307C8-D87A-F21E-FCBB-AB57B7F1EE91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BAEA81-8657-DAEE-2D0A-ED0A816E6836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0527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437B8-D304-3F37-ECC8-91CEAA9E2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2F519A-89EC-D24B-BF89-601C6A64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24C7-782F-C85C-D2BE-35FDB247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391EBCEC-F22B-4B58-515C-21361C4BC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CA118A0-D9C1-4654-4F13-12E5F1879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7BEA7EAE-C8CF-4AE8-2731-E1240556A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619981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0.7230 ± 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0.7514 ± 0.0192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0.7869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0.5658 ± 0.0378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0.6440 ± 0.0336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0.5855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0.6327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0.4633 ± 0.0285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0.7395 ± 0.0017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0.5046 ± 0.0593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0.7350 ± 0.0066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0.6388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0.7147 ± 0.0239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0.7505 ± 0.0184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" name="Picture 5" descr="Logistic_ROC_Curve.png">
            <a:extLst>
              <a:ext uri="{FF2B5EF4-FFF2-40B4-BE49-F238E27FC236}">
                <a16:creationId xmlns:a16="http://schemas.microsoft.com/office/drawing/2014/main" id="{178870CA-D935-E02E-2E47-ACE12D911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65" y="4411525"/>
            <a:ext cx="2286000" cy="2015401"/>
          </a:xfrm>
          <a:prstGeom prst="rect">
            <a:avLst/>
          </a:prstGeom>
        </p:spPr>
      </p:pic>
      <p:pic>
        <p:nvPicPr>
          <p:cNvPr id="5" name="Picture 7" descr="Logistic_ROC_Curve.png">
            <a:extLst>
              <a:ext uri="{FF2B5EF4-FFF2-40B4-BE49-F238E27FC236}">
                <a16:creationId xmlns:a16="http://schemas.microsoft.com/office/drawing/2014/main" id="{8E5468FD-92A7-7A64-6B0D-0AF1B04DC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629" y="4411525"/>
            <a:ext cx="2286000" cy="2015401"/>
          </a:xfrm>
          <a:prstGeom prst="rect">
            <a:avLst/>
          </a:prstGeom>
        </p:spPr>
      </p:pic>
      <p:pic>
        <p:nvPicPr>
          <p:cNvPr id="12" name="Picture 9" descr="Logistic_ROC_Curve.png">
            <a:extLst>
              <a:ext uri="{FF2B5EF4-FFF2-40B4-BE49-F238E27FC236}">
                <a16:creationId xmlns:a16="http://schemas.microsoft.com/office/drawing/2014/main" id="{568A4CB9-A937-5C80-AD11-6F0E912D1E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5493" y="4411525"/>
            <a:ext cx="2286000" cy="2015401"/>
          </a:xfrm>
          <a:prstGeom prst="rect">
            <a:avLst/>
          </a:prstGeom>
        </p:spPr>
      </p:pic>
      <p:pic>
        <p:nvPicPr>
          <p:cNvPr id="15" name="Picture 11" descr="Logistic_ROC_Curve.png">
            <a:extLst>
              <a:ext uri="{FF2B5EF4-FFF2-40B4-BE49-F238E27FC236}">
                <a16:creationId xmlns:a16="http://schemas.microsoft.com/office/drawing/2014/main" id="{AB9FA218-B77F-D9C5-64DC-2BA2CB0BF9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6357" y="4411525"/>
            <a:ext cx="2286000" cy="2015401"/>
          </a:xfrm>
          <a:prstGeom prst="rect">
            <a:avLst/>
          </a:prstGeom>
        </p:spPr>
      </p:pic>
      <p:pic>
        <p:nvPicPr>
          <p:cNvPr id="16" name="Picture 13" descr="Logistic_ROC_Curve.png">
            <a:extLst>
              <a:ext uri="{FF2B5EF4-FFF2-40B4-BE49-F238E27FC236}">
                <a16:creationId xmlns:a16="http://schemas.microsoft.com/office/drawing/2014/main" id="{589D3366-EB65-76B9-6DAB-BC3412E288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7221" y="4411525"/>
            <a:ext cx="2286000" cy="20154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C7C1B14-A960-9BFE-40AE-2AF0CFCD5E32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410777-D07F-53DF-5012-9D791DB6F5B3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07F824-7227-5133-8205-62AFE3EDC0BA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02D32B-D35E-7895-058F-A8D9F8837601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DE719B-90C2-4EEF-F2C9-2576B3E8CB0C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81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57DDC-7AF2-1C2E-8468-599F277CD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DDD744-A3F7-BAC5-A0BE-FCF123F3C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41FC0-D2F8-B8F7-40EC-BD302321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AB5D61-8BB8-9B53-4DA8-0967774CB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(TAMA)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15526C8-8754-AB6C-B149-FB0133C27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0F6DE9FE-97A3-F05B-7435-55EC93358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86846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0.7230 ± 0.0212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0.7514 ± 0.0192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0.7869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0.5658 ± 0.0378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0.6440 ± 0.0336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0.5855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0.6327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0.4633 ± 0.0285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0.7395 ± 0.0017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0.5046 ± 0.0593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0.7350 ± 0.0066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0.6388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0.7382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0.7147 ± 0.0239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0.7505 ± 0.0184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0.7782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8" name="Picture 5" descr="Logistic_Confusion_Matrix.png">
            <a:extLst>
              <a:ext uri="{FF2B5EF4-FFF2-40B4-BE49-F238E27FC236}">
                <a16:creationId xmlns:a16="http://schemas.microsoft.com/office/drawing/2014/main" id="{3466445B-BF67-7A72-6AE5-4CFACCC37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456486"/>
            <a:ext cx="2286000" cy="1926900"/>
          </a:xfrm>
          <a:prstGeom prst="rect">
            <a:avLst/>
          </a:prstGeom>
        </p:spPr>
      </p:pic>
      <p:pic>
        <p:nvPicPr>
          <p:cNvPr id="9" name="Picture 7" descr="Logistic_Confusion_Matrix.png">
            <a:extLst>
              <a:ext uri="{FF2B5EF4-FFF2-40B4-BE49-F238E27FC236}">
                <a16:creationId xmlns:a16="http://schemas.microsoft.com/office/drawing/2014/main" id="{79179891-2E61-49F1-EEB8-186A9BF059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4456486"/>
            <a:ext cx="2286000" cy="1926900"/>
          </a:xfrm>
          <a:prstGeom prst="rect">
            <a:avLst/>
          </a:prstGeom>
        </p:spPr>
      </p:pic>
      <p:pic>
        <p:nvPicPr>
          <p:cNvPr id="10" name="Picture 9" descr="Logistic_Confusion_Matrix.png">
            <a:extLst>
              <a:ext uri="{FF2B5EF4-FFF2-40B4-BE49-F238E27FC236}">
                <a16:creationId xmlns:a16="http://schemas.microsoft.com/office/drawing/2014/main" id="{388007AA-D539-F1E3-A394-ED29D8D04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4456486"/>
            <a:ext cx="2286000" cy="1926900"/>
          </a:xfrm>
          <a:prstGeom prst="rect">
            <a:avLst/>
          </a:prstGeom>
        </p:spPr>
      </p:pic>
      <p:pic>
        <p:nvPicPr>
          <p:cNvPr id="13" name="Picture 11" descr="Logistic_Confusion_Matrix.png">
            <a:extLst>
              <a:ext uri="{FF2B5EF4-FFF2-40B4-BE49-F238E27FC236}">
                <a16:creationId xmlns:a16="http://schemas.microsoft.com/office/drawing/2014/main" id="{AB37058F-2B44-674C-0248-FCCB62BD0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1192" y="4456486"/>
            <a:ext cx="2286000" cy="1926900"/>
          </a:xfrm>
          <a:prstGeom prst="rect">
            <a:avLst/>
          </a:prstGeom>
        </p:spPr>
      </p:pic>
      <p:pic>
        <p:nvPicPr>
          <p:cNvPr id="14" name="Picture 13" descr="Logistic_Confusion_Matrix.png">
            <a:extLst>
              <a:ext uri="{FF2B5EF4-FFF2-40B4-BE49-F238E27FC236}">
                <a16:creationId xmlns:a16="http://schemas.microsoft.com/office/drawing/2014/main" id="{259D7B30-EF5A-3342-CA5D-C7BADD5CFE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92056" y="4456486"/>
            <a:ext cx="2286000" cy="19269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EF29082-97DA-AE78-788E-A681BCFEA75E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65C400-B302-F066-D311-42D6AAF3CF4D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75E536-BF7F-0983-F6D3-6318B8DA2BE3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57D5AE-B868-24C1-535C-B54B56B6CA65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94BBE2-5904-8877-07AE-75CA8671825B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624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DC6F8-78B7-4214-48EA-FD7B6E1E4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0592E6-43FA-64AC-A465-58574016F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30B337-9115-DC90-4FDE-256F8419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661E3F1-F5E3-DC86-7E13-74473ADFB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Linear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807FB28-C6D6-039F-219A-F865F60BE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1C6BA94-68BF-2F57-782B-CD950A1F3F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522975"/>
              </p:ext>
            </p:extLst>
          </p:nvPr>
        </p:nvGraphicFramePr>
        <p:xfrm>
          <a:off x="508000" y="1593029"/>
          <a:ext cx="111760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93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537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R²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RMSE</a:t>
                      </a:r>
                    </a:p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(mean ± 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R²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RMSE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피처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0.4798 ± 0.0494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6.029 ± 0.404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0.4564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6.785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-0.1359 ± 0.0736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8.924 ± 0.647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-0.0709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9.523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aec1 ~ aec256 (256개)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-0.3680 ± 0.7289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9.432 ± 2.286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0.1555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8.457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signal_length ~ wavelet_energy_ratio_D1 (65개)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0.0490 ± 0.0552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8.154 ± 0.338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0.0186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9.116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AEC 선택 피처 (|r|&lt;0.8, VIF&lt;10.0) — Train 기준 14개,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0.4792 ± 0.0484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6.034 ± 0.408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0.4573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6.779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, 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51035E7-D285-3D09-A272-77EF4AC38819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92F39-A0D2-A5F2-F5DF-7303FDCC0234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5774F4-DA1E-043B-415D-A0546FF70CF8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6023CB-4BE6-0D96-B5CD-08899F2C35B4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3FBAE32-DB33-F5AF-E99B-F384F0184FF1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inear_Actual_vs_Predicted.png">
            <a:extLst>
              <a:ext uri="{FF2B5EF4-FFF2-40B4-BE49-F238E27FC236}">
                <a16:creationId xmlns:a16="http://schemas.microsoft.com/office/drawing/2014/main" id="{A5B74571-732F-D2B5-BC97-D09E9E51A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216" y="4524111"/>
            <a:ext cx="2070463" cy="1778252"/>
          </a:xfrm>
          <a:prstGeom prst="rect">
            <a:avLst/>
          </a:prstGeom>
        </p:spPr>
      </p:pic>
      <p:pic>
        <p:nvPicPr>
          <p:cNvPr id="5" name="Picture 7" descr="Linear_Actual_vs_Predicted.png">
            <a:extLst>
              <a:ext uri="{FF2B5EF4-FFF2-40B4-BE49-F238E27FC236}">
                <a16:creationId xmlns:a16="http://schemas.microsoft.com/office/drawing/2014/main" id="{980C231D-21B7-036E-D277-344BA0C846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3080" y="4524111"/>
            <a:ext cx="2070463" cy="1778252"/>
          </a:xfrm>
          <a:prstGeom prst="rect">
            <a:avLst/>
          </a:prstGeom>
        </p:spPr>
      </p:pic>
      <p:pic>
        <p:nvPicPr>
          <p:cNvPr id="12" name="Picture 9" descr="Linear_Actual_vs_Predicted.png">
            <a:extLst>
              <a:ext uri="{FF2B5EF4-FFF2-40B4-BE49-F238E27FC236}">
                <a16:creationId xmlns:a16="http://schemas.microsoft.com/office/drawing/2014/main" id="{A3519C56-EEBE-8900-AF92-CAC5686784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3944" y="4524111"/>
            <a:ext cx="2070463" cy="1778252"/>
          </a:xfrm>
          <a:prstGeom prst="rect">
            <a:avLst/>
          </a:prstGeom>
        </p:spPr>
      </p:pic>
      <p:pic>
        <p:nvPicPr>
          <p:cNvPr id="20" name="Picture 11" descr="Linear_Actual_vs_Predicted.png">
            <a:extLst>
              <a:ext uri="{FF2B5EF4-FFF2-40B4-BE49-F238E27FC236}">
                <a16:creationId xmlns:a16="http://schemas.microsoft.com/office/drawing/2014/main" id="{1C4618EE-79DD-678F-D18A-43FADF5A65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4808" y="4524111"/>
            <a:ext cx="2070463" cy="1778252"/>
          </a:xfrm>
          <a:prstGeom prst="rect">
            <a:avLst/>
          </a:prstGeom>
        </p:spPr>
      </p:pic>
      <p:pic>
        <p:nvPicPr>
          <p:cNvPr id="21" name="Picture 13" descr="Linear_Actual_vs_Predicted.png">
            <a:extLst>
              <a:ext uri="{FF2B5EF4-FFF2-40B4-BE49-F238E27FC236}">
                <a16:creationId xmlns:a16="http://schemas.microsoft.com/office/drawing/2014/main" id="{1F4A6B1E-1932-6FFA-4232-5DF60C2889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5672" y="4524111"/>
            <a:ext cx="2070463" cy="177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151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7031-F1C4-D446-514E-DB21B0C70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4C58D4-F8C6-3053-16E3-917FA913E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D18253-780A-2217-FF35-E8541E0C6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C2F6F644-ECD5-E706-FA80-A92472DEA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B6BF949B-19D5-9B6B-39E9-F7B34F885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E12A9498-8E94-072F-C454-716A4D3DD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564060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0.7434 ± 0.0339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0.7614 ± 0.0202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0.8400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0.5542 ± 0.0209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0.6557 ± 0.0109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0.5651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0.6509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0.5811 ± 0.0504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0.7441 ± 0.0065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0.6287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0.7527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 ± 0.0392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0.7459 ± 0.0015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0.5323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0.7491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0.7232 ± 0.0364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0.7623 ± 0.0191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0.8326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89DD8C9-EF3D-D0BD-F179-30BE82EBBABF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5A2673-95E0-CA9F-2F6C-14081D999917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410F276-E24D-F0DB-4393-D43B6FBB8108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15276D-0899-4258-9DD8-A707ED91A022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DAD88E-7A55-8A86-48C6-25E7299B7A5D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8" name="Picture 5" descr="Logistic_ROC_Curve.png">
            <a:extLst>
              <a:ext uri="{FF2B5EF4-FFF2-40B4-BE49-F238E27FC236}">
                <a16:creationId xmlns:a16="http://schemas.microsoft.com/office/drawing/2014/main" id="{095BDBBA-32BE-CEE6-E40F-40F0E5F64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4456486"/>
            <a:ext cx="2286000" cy="1926900"/>
          </a:xfrm>
          <a:prstGeom prst="rect">
            <a:avLst/>
          </a:prstGeom>
        </p:spPr>
      </p:pic>
      <p:pic>
        <p:nvPicPr>
          <p:cNvPr id="9" name="Picture 7" descr="Logistic_ROC_Curve.png">
            <a:extLst>
              <a:ext uri="{FF2B5EF4-FFF2-40B4-BE49-F238E27FC236}">
                <a16:creationId xmlns:a16="http://schemas.microsoft.com/office/drawing/2014/main" id="{3525D3E9-43D4-97A3-ECDE-D61240B6B2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464" y="4456486"/>
            <a:ext cx="2286000" cy="1926900"/>
          </a:xfrm>
          <a:prstGeom prst="rect">
            <a:avLst/>
          </a:prstGeom>
        </p:spPr>
      </p:pic>
      <p:pic>
        <p:nvPicPr>
          <p:cNvPr id="10" name="Picture 9" descr="Logistic_ROC_Curve.png">
            <a:extLst>
              <a:ext uri="{FF2B5EF4-FFF2-40B4-BE49-F238E27FC236}">
                <a16:creationId xmlns:a16="http://schemas.microsoft.com/office/drawing/2014/main" id="{55D7E0F9-84DF-88F3-BF67-13769DE69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4456486"/>
            <a:ext cx="2286000" cy="1926900"/>
          </a:xfrm>
          <a:prstGeom prst="rect">
            <a:avLst/>
          </a:prstGeom>
        </p:spPr>
      </p:pic>
      <p:pic>
        <p:nvPicPr>
          <p:cNvPr id="13" name="Picture 11" descr="Logistic_ROC_Curve.png">
            <a:extLst>
              <a:ext uri="{FF2B5EF4-FFF2-40B4-BE49-F238E27FC236}">
                <a16:creationId xmlns:a16="http://schemas.microsoft.com/office/drawing/2014/main" id="{444EF664-8B46-000A-C8F3-8584ECBE78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1192" y="4456486"/>
            <a:ext cx="2286000" cy="1926900"/>
          </a:xfrm>
          <a:prstGeom prst="rect">
            <a:avLst/>
          </a:prstGeom>
        </p:spPr>
      </p:pic>
      <p:pic>
        <p:nvPicPr>
          <p:cNvPr id="14" name="Picture 13" descr="Logistic_ROC_Curve.png">
            <a:extLst>
              <a:ext uri="{FF2B5EF4-FFF2-40B4-BE49-F238E27FC236}">
                <a16:creationId xmlns:a16="http://schemas.microsoft.com/office/drawing/2014/main" id="{41550C50-3531-98C3-6DF8-EC886C1A1F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92056" y="4456486"/>
            <a:ext cx="2286000" cy="192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5283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C66-C17B-CBE8-8C42-524F625DC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63FCE-92F6-A9EE-6378-14563FCF9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A44044-4C0C-118F-AD71-6444D2F27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7791C851-C5AE-E210-84E9-AA64B3630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별 성능 비교 </a:t>
            </a:r>
            <a:r>
              <a:rPr lang="en-US" altLang="ko-KR" dirty="0"/>
              <a:t>– Logistic Regression (SMI)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4D5A132F-ECB7-1229-322A-0C26EEB0C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0A519AF2-69F0-B2F2-DB6E-8F0F489D16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5722353"/>
              </p:ext>
            </p:extLst>
          </p:nvPr>
        </p:nvGraphicFramePr>
        <p:xfrm>
          <a:off x="798286" y="1611264"/>
          <a:ext cx="105954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AUC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CV Acc</a:t>
                      </a:r>
                      <a:endParaRPr lang="en-US" sz="12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(mean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±</a:t>
                      </a: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std)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</a:rPr>
                        <a:t>Test Acc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0.7434 ± 0.0339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0.7614 ± 0.0202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0.8400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0.7964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0.5542 ± 0.0209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0.6557 ± 0.0109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0.5651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0.6509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전체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0.5811 ± 0.0504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0.7441 ± 0.0065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0.6287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0.7527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72592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0.5099 ± 0.0392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</a:rPr>
                        <a:t>0.7459 ± 0.0015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0.5323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0.7491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0.7232 ± 0.0364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0.7623 ± 0.0191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0.8326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0.7927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7B48385C-7583-65E6-0BF7-DB436F2D1717}"/>
              </a:ext>
            </a:extLst>
          </p:cNvPr>
          <p:cNvSpPr txBox="1"/>
          <p:nvPr/>
        </p:nvSpPr>
        <p:spPr>
          <a:xfrm>
            <a:off x="228600" y="420045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355E"/>
                </a:solidFill>
              </a:rPr>
              <a:t>임상 변수 (Age, Sex, BMI)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362578C-8959-764C-2647-9943A2D7AE9B}"/>
              </a:ext>
            </a:extLst>
          </p:cNvPr>
          <p:cNvSpPr txBox="1"/>
          <p:nvPr/>
        </p:nvSpPr>
        <p:spPr>
          <a:xfrm>
            <a:off x="2569464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raw data </a:t>
            </a:r>
            <a:r>
              <a:rPr sz="900" b="1" i="0" dirty="0">
                <a:solidFill>
                  <a:srgbClr val="1A355E"/>
                </a:solidFill>
              </a:rPr>
              <a:t>256개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B90C50-A289-29E6-B775-F18CB5ECCDE3}"/>
              </a:ext>
            </a:extLst>
          </p:cNvPr>
          <p:cNvSpPr txBox="1"/>
          <p:nvPr/>
        </p:nvSpPr>
        <p:spPr>
          <a:xfrm>
            <a:off x="4910328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전체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1C0E3C-C629-CC38-1F20-423C4B9C9A8B}"/>
              </a:ext>
            </a:extLst>
          </p:cNvPr>
          <p:cNvSpPr txBox="1"/>
          <p:nvPr/>
        </p:nvSpPr>
        <p:spPr>
          <a:xfrm>
            <a:off x="7251192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>
                <a:solidFill>
                  <a:srgbClr val="1A355E"/>
                </a:solidFill>
              </a:rPr>
              <a:t>AEC </a:t>
            </a:r>
            <a:r>
              <a:rPr lang="en-US" sz="900" b="1" i="0" dirty="0">
                <a:solidFill>
                  <a:srgbClr val="1A355E"/>
                </a:solidFill>
              </a:rPr>
              <a:t>feature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7FCA3F-30F7-BAF7-AF0F-01A2BC24D514}"/>
              </a:ext>
            </a:extLst>
          </p:cNvPr>
          <p:cNvSpPr txBox="1"/>
          <p:nvPr/>
        </p:nvSpPr>
        <p:spPr>
          <a:xfrm>
            <a:off x="9592056" y="4200454"/>
            <a:ext cx="228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 dirty="0" err="1">
                <a:solidFill>
                  <a:srgbClr val="1A355E"/>
                </a:solidFill>
              </a:rPr>
              <a:t>임상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변수</a:t>
            </a:r>
            <a:r>
              <a:rPr sz="900" b="1" i="0" dirty="0">
                <a:solidFill>
                  <a:srgbClr val="1A355E"/>
                </a:solidFill>
              </a:rPr>
              <a:t> + AEC </a:t>
            </a:r>
            <a:r>
              <a:rPr lang="en-US" sz="900" b="1" i="0" dirty="0">
                <a:solidFill>
                  <a:srgbClr val="1A355E"/>
                </a:solidFill>
              </a:rPr>
              <a:t>feature</a:t>
            </a:r>
            <a:r>
              <a:rPr sz="900" b="1" i="0" dirty="0">
                <a:solidFill>
                  <a:srgbClr val="1A355E"/>
                </a:solidFill>
              </a:rPr>
              <a:t> </a:t>
            </a:r>
            <a:r>
              <a:rPr sz="900" b="1" i="0" dirty="0" err="1">
                <a:solidFill>
                  <a:srgbClr val="1A355E"/>
                </a:solidFill>
              </a:rPr>
              <a:t>선택</a:t>
            </a:r>
            <a:endParaRPr sz="900" b="1" i="0" dirty="0">
              <a:solidFill>
                <a:srgbClr val="1A355E"/>
              </a:solidFill>
            </a:endParaRPr>
          </a:p>
        </p:txBody>
      </p:sp>
      <p:pic>
        <p:nvPicPr>
          <p:cNvPr id="3" name="Picture 5" descr="Logistic_Confusion_Matrix.png">
            <a:extLst>
              <a:ext uri="{FF2B5EF4-FFF2-40B4-BE49-F238E27FC236}">
                <a16:creationId xmlns:a16="http://schemas.microsoft.com/office/drawing/2014/main" id="{C50BA9FB-A1CB-2411-C06D-05FC5E0D2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04" y="4466122"/>
            <a:ext cx="2086793" cy="1873720"/>
          </a:xfrm>
          <a:prstGeom prst="rect">
            <a:avLst/>
          </a:prstGeom>
        </p:spPr>
      </p:pic>
      <p:pic>
        <p:nvPicPr>
          <p:cNvPr id="5" name="Picture 7" descr="Logistic_Confusion_Matrix.png">
            <a:extLst>
              <a:ext uri="{FF2B5EF4-FFF2-40B4-BE49-F238E27FC236}">
                <a16:creationId xmlns:a16="http://schemas.microsoft.com/office/drawing/2014/main" id="{3F2FBD0E-D55E-1614-2465-7F9071C8C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068" y="4466122"/>
            <a:ext cx="2086793" cy="1873720"/>
          </a:xfrm>
          <a:prstGeom prst="rect">
            <a:avLst/>
          </a:prstGeom>
        </p:spPr>
      </p:pic>
      <p:pic>
        <p:nvPicPr>
          <p:cNvPr id="12" name="Picture 9" descr="Logistic_Confusion_Matrix.png">
            <a:extLst>
              <a:ext uri="{FF2B5EF4-FFF2-40B4-BE49-F238E27FC236}">
                <a16:creationId xmlns:a16="http://schemas.microsoft.com/office/drawing/2014/main" id="{09CD8E4D-1F2B-78FB-7E9D-DB914EC52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9932" y="4466122"/>
            <a:ext cx="2086793" cy="1873720"/>
          </a:xfrm>
          <a:prstGeom prst="rect">
            <a:avLst/>
          </a:prstGeom>
        </p:spPr>
      </p:pic>
      <p:pic>
        <p:nvPicPr>
          <p:cNvPr id="15" name="Picture 11" descr="Logistic_Confusion_Matrix.png">
            <a:extLst>
              <a:ext uri="{FF2B5EF4-FFF2-40B4-BE49-F238E27FC236}">
                <a16:creationId xmlns:a16="http://schemas.microsoft.com/office/drawing/2014/main" id="{33126C9B-8348-A0AA-5616-F42FD71DB4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796" y="4466122"/>
            <a:ext cx="2086793" cy="1873720"/>
          </a:xfrm>
          <a:prstGeom prst="rect">
            <a:avLst/>
          </a:prstGeom>
        </p:spPr>
      </p:pic>
      <p:pic>
        <p:nvPicPr>
          <p:cNvPr id="16" name="Picture 13" descr="Logistic_Confusion_Matrix.png">
            <a:extLst>
              <a:ext uri="{FF2B5EF4-FFF2-40B4-BE49-F238E27FC236}">
                <a16:creationId xmlns:a16="http://schemas.microsoft.com/office/drawing/2014/main" id="{7B7E7965-7E34-BE6E-B07B-2A5C28536A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1660" y="4466122"/>
            <a:ext cx="2086793" cy="1873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9171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131EA-24B6-EF7D-5618-AE9553A3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923900-9360-965D-388C-686374ED6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F7F540-F6B1-E77D-48C7-53105662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993544B-EABD-2D41-E261-BE1C8730D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1D CNN </a:t>
            </a:r>
            <a:r>
              <a:rPr lang="ko-KR" altLang="en-US" dirty="0"/>
              <a:t>성능 결과 비교 </a:t>
            </a:r>
            <a:r>
              <a:rPr lang="en-US" altLang="ko-KR" dirty="0"/>
              <a:t>- SMI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76CD353-18A9-E517-A94A-2D7488965D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3B2A548-DAE8-4FB1-B46F-17D10D5DE1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78378"/>
              </p:ext>
            </p:extLst>
          </p:nvPr>
        </p:nvGraphicFramePr>
        <p:xfrm>
          <a:off x="798286" y="1611264"/>
          <a:ext cx="10595427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5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162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MAE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CV R</a:t>
                      </a:r>
                      <a:r>
                        <a:rPr lang="en-US" sz="1200" b="1" baseline="30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MAE</a:t>
                      </a:r>
                      <a:endParaRPr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>
                          <a:solidFill>
                            <a:srgbClr val="FFFFFF"/>
                          </a:solidFill>
                        </a:rPr>
                        <a:t>Test R</a:t>
                      </a:r>
                      <a:r>
                        <a:rPr lang="en-US" altLang="ko-KR" sz="1200" b="1" baseline="30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altLang="ko-KR" sz="12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(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Age, Sex, BMI)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4.3632</a:t>
                      </a:r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 ± 0.</a:t>
                      </a:r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1497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0.5100</a:t>
                      </a:r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 ± 0.</a:t>
                      </a:r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0421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4.5951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0.5039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672502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raw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data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256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개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5.5042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± 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0.1933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0.2678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± 0.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0497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5.7151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0.2864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0245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5.8197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± 0.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1218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0.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1712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</a:rPr>
                        <a:t> ± 0.</a:t>
                      </a:r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0160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6.1098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1A1A2E"/>
                          </a:solidFill>
                        </a:rPr>
                        <a:t>0.1856</a:t>
                      </a:r>
                      <a:endParaRPr sz="1200" b="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60757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임상 변수 </a:t>
                      </a:r>
                      <a:r>
                        <a:rPr lang="en-US" altLang="ko-KR" sz="1200" b="0" dirty="0">
                          <a:solidFill>
                            <a:srgbClr val="1A1A2E"/>
                          </a:solidFill>
                        </a:rPr>
                        <a:t>+ AEC feature</a:t>
                      </a:r>
                      <a:r>
                        <a:rPr lang="ko-KR" altLang="en-US" sz="1200" b="0" dirty="0">
                          <a:solidFill>
                            <a:srgbClr val="1A1A2E"/>
                          </a:solidFill>
                        </a:rPr>
                        <a:t>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4.8532</a:t>
                      </a:r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 ± 0.</a:t>
                      </a:r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2476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0.</a:t>
                      </a:r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4042</a:t>
                      </a:r>
                      <a:r>
                        <a:rPr sz="1200" b="1" dirty="0">
                          <a:solidFill>
                            <a:srgbClr val="1A1A2E"/>
                          </a:solidFill>
                        </a:rPr>
                        <a:t> ± 0.0</a:t>
                      </a:r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634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4.9933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1A1A2E"/>
                          </a:solidFill>
                        </a:rPr>
                        <a:t>0.4045</a:t>
                      </a:r>
                      <a:endParaRPr sz="1200" b="1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119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48490-454B-4153-980F-A0DE9031C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E8F4AE8-A20F-24FA-199D-3AA9CDE1F0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524"/>
          <a:stretch>
            <a:fillRect/>
          </a:stretch>
        </p:blipFill>
        <p:spPr>
          <a:xfrm>
            <a:off x="2339058" y="1518882"/>
            <a:ext cx="7513883" cy="48775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30854B9-7EE7-9B00-26D9-3787C761A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337061-D320-8FFA-1C24-8500B9B83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6FCB7F7-D9BB-CC69-6BC9-56C7B050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1D CNN </a:t>
            </a:r>
            <a:r>
              <a:rPr lang="ko-KR" altLang="en-US" dirty="0"/>
              <a:t>성능 결과 비교 </a:t>
            </a:r>
            <a:r>
              <a:rPr lang="en-US" altLang="ko-KR" dirty="0"/>
              <a:t>- SMI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6D9B1008-B957-C14E-D16E-115D72A163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08111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BE03B-129A-FA7F-BA74-AB80876D1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747ABA6-5670-A487-7EB3-BC1B111644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05"/>
          <a:stretch>
            <a:fillRect/>
          </a:stretch>
        </p:blipFill>
        <p:spPr>
          <a:xfrm>
            <a:off x="2313658" y="1429810"/>
            <a:ext cx="7564684" cy="48898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DBFE274-7FEF-8686-DE57-00CACD630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61BCEB-0A12-06C4-4515-6124BE7E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E1ECDC0-DDC8-EF98-DB3F-FA65B5752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 raw data 256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34904DE3-058A-1927-6548-9FC6F4137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5846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5C9D-880F-D659-4847-987A5A4CA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D6AEEB2-4235-8C5C-A7F4-ABE976CA0A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269"/>
          <a:stretch>
            <a:fillRect/>
          </a:stretch>
        </p:blipFill>
        <p:spPr>
          <a:xfrm>
            <a:off x="2256377" y="1429810"/>
            <a:ext cx="7679245" cy="49988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DC6935A-1E40-6F64-B20E-6B6FA8656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6610ED-D2B7-E024-0D6F-1CC59DB9F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002283A-CE11-0726-0325-4D7178BBB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 Feature Selection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0FCA7FC9-FDA7-4276-9586-C883AADBE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90865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2DEE5-6CFB-790C-F159-E4154663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8443477-99CE-1B59-9054-2CB061F290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38"/>
          <a:stretch>
            <a:fillRect/>
          </a:stretch>
        </p:blipFill>
        <p:spPr>
          <a:xfrm>
            <a:off x="2432413" y="1621813"/>
            <a:ext cx="7327174" cy="472932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0CE6D6D-875E-D417-B22D-46DA3AA72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52BB25-697A-1D1D-1360-F75291935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3BAB8FB-2837-2974-D9F3-832BCDB15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Clinic + AEC Features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F29F560F-E0E2-960E-3234-D56DE7BA1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99373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1045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</a:t>
            </a:r>
            <a:r>
              <a:rPr lang="ko-KR" altLang="en-US" dirty="0"/>
              <a:t>를 </a:t>
            </a:r>
            <a:r>
              <a:rPr lang="en-US" altLang="ko-KR" dirty="0"/>
              <a:t>Clinic Data</a:t>
            </a:r>
            <a:r>
              <a:rPr lang="ko-KR" altLang="en-US" dirty="0"/>
              <a:t>에 포함하면 성능이 향상되는 것 확인</a:t>
            </a:r>
            <a:endParaRPr lang="en-US" altLang="ko-KR" dirty="0"/>
          </a:p>
          <a:p>
            <a:r>
              <a:rPr lang="ko-KR" altLang="en-US" dirty="0"/>
              <a:t>하지만</a:t>
            </a:r>
            <a:r>
              <a:rPr lang="en-US" altLang="ko-KR" dirty="0"/>
              <a:t>, AEC</a:t>
            </a:r>
            <a:r>
              <a:rPr lang="ko-KR" altLang="en-US" dirty="0"/>
              <a:t>와 이외의 </a:t>
            </a:r>
            <a:r>
              <a:rPr lang="en-US" altLang="ko-KR" dirty="0"/>
              <a:t>feature</a:t>
            </a:r>
            <a:r>
              <a:rPr lang="ko-KR" altLang="en-US" dirty="0"/>
              <a:t>를 포함했을 때의 차이가 이전보다는 미비함</a:t>
            </a:r>
            <a:endParaRPr lang="en-US" altLang="ko-KR" dirty="0"/>
          </a:p>
          <a:p>
            <a:r>
              <a:rPr lang="ko-KR" altLang="en-US" dirty="0"/>
              <a:t>외부 검증 결과 </a:t>
            </a:r>
            <a:r>
              <a:rPr lang="en-US" altLang="ko-KR" dirty="0"/>
              <a:t>Sensitivity</a:t>
            </a:r>
            <a:r>
              <a:rPr lang="ko-KR" altLang="en-US"/>
              <a:t>가 매우 낮음 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77532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E5EEC-2CEC-6365-9E7D-50563D5E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F01FE3-122C-A217-8711-BE44765EB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추후 </a:t>
            </a:r>
            <a:r>
              <a:rPr lang="en-US" altLang="ko-KR" dirty="0"/>
              <a:t>SMI(TAMA/Height</a:t>
            </a:r>
            <a:r>
              <a:rPr lang="en-US" altLang="ko-KR" baseline="30000" dirty="0"/>
              <a:t>2</a:t>
            </a:r>
            <a:r>
              <a:rPr lang="en-US" altLang="ko-KR" dirty="0"/>
              <a:t>)</a:t>
            </a:r>
            <a:r>
              <a:rPr lang="ko-KR" altLang="en-US" dirty="0"/>
              <a:t>도 활용 가능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ABBE78-02FA-72F3-4C99-5DF66B430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EAE87C-2C19-EF69-E4B0-C48A4BD12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3710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</TotalTime>
  <Words>1801</Words>
  <Application>Microsoft Office PowerPoint</Application>
  <PresentationFormat>와이드스크린</PresentationFormat>
  <Paragraphs>542</Paragraphs>
  <Slides>27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Arial</vt:lpstr>
      <vt:lpstr>KoPub돋움체 Bold</vt:lpstr>
      <vt:lpstr>KoPub돋움체 Medium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138</cp:revision>
  <dcterms:created xsi:type="dcterms:W3CDTF">2026-04-09T07:05:16Z</dcterms:created>
  <dcterms:modified xsi:type="dcterms:W3CDTF">2026-05-07T09:49:06Z</dcterms:modified>
</cp:coreProperties>
</file>