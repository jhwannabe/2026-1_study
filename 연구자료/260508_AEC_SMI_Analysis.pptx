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469" r:id="rId9"/>
    <p:sldId id="470" r:id="rId10"/>
    <p:sldId id="404" r:id="rId11"/>
    <p:sldId id="480" r:id="rId12"/>
    <p:sldId id="481" r:id="rId13"/>
    <p:sldId id="398" r:id="rId14"/>
    <p:sldId id="420" r:id="rId15"/>
    <p:sldId id="447" r:id="rId16"/>
    <p:sldId id="449" r:id="rId17"/>
    <p:sldId id="448" r:id="rId18"/>
    <p:sldId id="450" r:id="rId19"/>
    <p:sldId id="472" r:id="rId20"/>
    <p:sldId id="384" r:id="rId21"/>
    <p:sldId id="451" r:id="rId22"/>
    <p:sldId id="440" r:id="rId23"/>
    <p:sldId id="452" r:id="rId24"/>
    <p:sldId id="443" r:id="rId25"/>
    <p:sldId id="454" r:id="rId26"/>
    <p:sldId id="444" r:id="rId27"/>
    <p:sldId id="473" r:id="rId28"/>
    <p:sldId id="474" r:id="rId29"/>
    <p:sldId id="475" r:id="rId30"/>
    <p:sldId id="476" r:id="rId31"/>
    <p:sldId id="477" r:id="rId32"/>
    <p:sldId id="478" r:id="rId33"/>
    <p:sldId id="479" r:id="rId34"/>
  </p:sldIdLst>
  <p:sldSz cx="12192000" cy="6858000"/>
  <p:notesSz cx="6858000" cy="9144000"/>
  <p:embeddedFontLst>
    <p:embeddedFont>
      <p:font typeface="KoPub돋움체 Bold" panose="020B0600000101010101" charset="-127"/>
      <p:bold r:id="rId36"/>
    </p:embeddedFont>
    <p:embeddedFont>
      <p:font typeface="KoPub돋움체 Medium" panose="020B0600000101010101" charset="-127"/>
      <p:regular r:id="rId37"/>
    </p:embeddedFont>
    <p:embeddedFont>
      <p:font typeface="맑은 고딕" panose="020B0503020000020004" pitchFamily="50" charset="-127"/>
      <p:regular r:id="rId38"/>
      <p:bold r:id="rId3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469"/>
            <p14:sldId id="470"/>
            <p14:sldId id="404"/>
            <p14:sldId id="480"/>
            <p14:sldId id="481"/>
            <p14:sldId id="398"/>
            <p14:sldId id="420"/>
            <p14:sldId id="447"/>
            <p14:sldId id="449"/>
            <p14:sldId id="448"/>
            <p14:sldId id="450"/>
            <p14:sldId id="472"/>
            <p14:sldId id="384"/>
            <p14:sldId id="451"/>
            <p14:sldId id="440"/>
            <p14:sldId id="452"/>
            <p14:sldId id="443"/>
            <p14:sldId id="454"/>
            <p14:sldId id="444"/>
            <p14:sldId id="473"/>
            <p14:sldId id="474"/>
            <p14:sldId id="475"/>
            <p14:sldId id="476"/>
            <p14:sldId id="477"/>
            <p14:sldId id="478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95" d="100"/>
          <a:sy n="95" d="100"/>
        </p:scale>
        <p:origin x="2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commentAuthors" Target="commentAuthors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  <pc:docChgLst>
    <pc:chgData name="janghoon jun" userId="056a5883350c2f5e" providerId="LiveId" clId="{74AFAB52-6487-4651-9B79-2F181DBD8D0A}"/>
    <pc:docChg chg="undo redo custSel addSld delSld modSld sldOrd modSection">
      <pc:chgData name="janghoon jun" userId="056a5883350c2f5e" providerId="LiveId" clId="{74AFAB52-6487-4651-9B79-2F181DBD8D0A}" dt="2026-04-30T01:49:05.467" v="3131" actId="20577"/>
      <pc:docMkLst>
        <pc:docMk/>
      </pc:docMkLst>
      <pc:sldChg chg="modSp mod">
        <pc:chgData name="janghoon jun" userId="056a5883350c2f5e" providerId="LiveId" clId="{74AFAB52-6487-4651-9B79-2F181DBD8D0A}" dt="2026-04-29T00:52:38.595" v="540" actId="20577"/>
        <pc:sldMkLst>
          <pc:docMk/>
          <pc:sldMk cId="3808511553" sldId="258"/>
        </pc:sldMkLst>
        <pc:spChg chg="mod">
          <ac:chgData name="janghoon jun" userId="056a5883350c2f5e" providerId="LiveId" clId="{74AFAB52-6487-4651-9B79-2F181DBD8D0A}" dt="2026-04-29T00:52:38.595" v="540" actId="20577"/>
          <ac:spMkLst>
            <pc:docMk/>
            <pc:sldMk cId="3808511553" sldId="258"/>
            <ac:spMk id="3" creationId="{A84C152F-6AC6-4EBB-8679-327588602FD5}"/>
          </ac:spMkLst>
        </pc:spChg>
      </pc:sldChg>
      <pc:sldChg chg="addSp delSp modSp mod">
        <pc:chgData name="janghoon jun" userId="056a5883350c2f5e" providerId="LiveId" clId="{74AFAB52-6487-4651-9B79-2F181DBD8D0A}" dt="2026-04-29T05:06:16.836" v="1272" actId="14100"/>
        <pc:sldMkLst>
          <pc:docMk/>
          <pc:sldMk cId="3042847678" sldId="355"/>
        </pc:sldMkLst>
        <pc:graphicFrameChg chg="del mod">
          <ac:chgData name="janghoon jun" userId="056a5883350c2f5e" providerId="LiveId" clId="{74AFAB52-6487-4651-9B79-2F181DBD8D0A}" dt="2026-04-29T05:06:02.806" v="1268" actId="478"/>
          <ac:graphicFrameMkLst>
            <pc:docMk/>
            <pc:sldMk cId="3042847678" sldId="355"/>
            <ac:graphicFrameMk id="8" creationId="{3649AB2B-068A-41A4-9569-D888FFBE35F3}"/>
          </ac:graphicFrameMkLst>
        </pc:graphicFrame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3" creationId="{151481C9-9D84-912C-1C87-DD8B1F5AD3B8}"/>
          </ac:picMkLst>
        </pc:picChg>
        <pc:picChg chg="del">
          <ac:chgData name="janghoon jun" userId="056a5883350c2f5e" providerId="LiveId" clId="{74AFAB52-6487-4651-9B79-2F181DBD8D0A}" dt="2026-04-29T05:06:03.484" v="1269" actId="478"/>
          <ac:picMkLst>
            <pc:docMk/>
            <pc:sldMk cId="3042847678" sldId="355"/>
            <ac:picMk id="5" creationId="{3069512A-1034-4976-1550-EAA8B67F6E5E}"/>
          </ac:picMkLst>
        </pc:pic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6" creationId="{E1D79CFF-0E3C-0AB0-818C-4B26ABBF9E26}"/>
          </ac:picMkLst>
        </pc:picChg>
      </pc:sldChg>
      <pc:sldChg chg="addSp delSp modSp mod">
        <pc:chgData name="janghoon jun" userId="056a5883350c2f5e" providerId="LiveId" clId="{74AFAB52-6487-4651-9B79-2F181DBD8D0A}" dt="2026-04-30T00:42:07.497" v="1851" actId="2711"/>
        <pc:sldMkLst>
          <pc:docMk/>
          <pc:sldMk cId="566521264" sldId="383"/>
        </pc:sldMkLst>
        <pc:spChg chg="mod">
          <ac:chgData name="janghoon jun" userId="056a5883350c2f5e" providerId="LiveId" clId="{74AFAB52-6487-4651-9B79-2F181DBD8D0A}" dt="2026-04-29T04:53:02.743" v="1143" actId="6549"/>
          <ac:spMkLst>
            <pc:docMk/>
            <pc:sldMk cId="566521264" sldId="383"/>
            <ac:spMk id="11" creationId="{2F49DB3D-7569-41CE-98E6-0D040C938EC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39" creationId="{BE12C57E-DDA6-448D-86BC-F1DC21EC5D54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0" creationId="{9341836B-E0D9-4AAE-A183-22EFDBEB5A9F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1" creationId="{FA0E5E16-BED6-4786-BA12-4B9DA00E5C6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2" creationId="{2BDD2FD2-D736-4432-A9D6-16A0A1C7E0A0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3" creationId="{393F3D5B-8095-49E6-98D3-E24267C25B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4" creationId="{43CA52CD-5E1B-4300-A6A1-8E0FB8D87ABE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5" creationId="{20A8A9A3-5B0C-4B19-B70F-63963F3E6E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6" creationId="{40535323-FE78-4A6C-BA8C-0B802F73AE17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7" creationId="{DD5D9754-A87E-43AF-A4C5-5CF4B1571F89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8" creationId="{7A62C207-1358-4540-BAF7-886B262642A4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9" creationId="{D247224A-B980-4279-B627-9DE525993057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0" creationId="{3DF80006-189B-46B5-B51D-3D8BBBB8A175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1" creationId="{4B6BE63E-0123-4F18-8E59-967505038D69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2" creationId="{0BA79CE8-F960-47A9-AC4D-67BD17CA8306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3" creationId="{124F43EC-9CF1-44BF-9E3E-4BF33DCA13C3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4" creationId="{1DC6C060-CEA6-4E72-A09E-83151C02FBFB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5" creationId="{0173FB4F-2768-4C0B-9D08-4D1348DEB512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6" creationId="{0EBFA46C-0E8B-4078-B998-CFCF1C15E333}"/>
          </ac:spMkLst>
        </pc:spChg>
        <pc:spChg chg="mod">
          <ac:chgData name="janghoon jun" userId="056a5883350c2f5e" providerId="LiveId" clId="{74AFAB52-6487-4651-9B79-2F181DBD8D0A}" dt="2026-04-29T01:29:47.884" v="1057" actId="20577"/>
          <ac:spMkLst>
            <pc:docMk/>
            <pc:sldMk cId="566521264" sldId="383"/>
            <ac:spMk id="61" creationId="{F8B5CF73-5AD1-47BB-9047-4C29B1832002}"/>
          </ac:spMkLst>
        </pc:spChg>
        <pc:grpChg chg="add mod">
          <ac:chgData name="janghoon jun" userId="056a5883350c2f5e" providerId="LiveId" clId="{74AFAB52-6487-4651-9B79-2F181DBD8D0A}" dt="2026-04-29T04:53:10.821" v="1144" actId="1076"/>
          <ac:grpSpMkLst>
            <pc:docMk/>
            <pc:sldMk cId="566521264" sldId="383"/>
            <ac:grpSpMk id="6" creationId="{134B4283-B221-6F97-DFAF-C89D8539DEF5}"/>
          </ac:grpSpMkLst>
        </pc:grpChg>
        <pc:graphicFrameChg chg="mod modGraphic">
          <ac:chgData name="janghoon jun" userId="056a5883350c2f5e" providerId="LiveId" clId="{74AFAB52-6487-4651-9B79-2F181DBD8D0A}" dt="2026-04-30T00:42:07.497" v="1851" actId="2711"/>
          <ac:graphicFrameMkLst>
            <pc:docMk/>
            <pc:sldMk cId="566521264" sldId="383"/>
            <ac:graphicFrameMk id="58" creationId="{482DE016-3F1C-4650-8969-98555872D4F0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53:43.308" v="2083" actId="20577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30T00:53:43.308" v="2083" actId="20577"/>
          <ac:spMkLst>
            <pc:docMk/>
            <pc:sldMk cId="1785302506" sldId="384"/>
            <ac:spMk id="3" creationId="{A84C152F-6AC6-4EBB-8679-327588602FD5}"/>
          </ac:spMkLst>
        </pc:spChg>
        <pc:spChg chg="mod">
          <ac:chgData name="janghoon jun" userId="056a5883350c2f5e" providerId="LiveId" clId="{74AFAB52-6487-4651-9B79-2F181DBD8D0A}" dt="2026-04-30T00:21:05.964" v="1750" actId="255"/>
          <ac:spMkLst>
            <pc:docMk/>
            <pc:sldMk cId="1785302506" sldId="384"/>
            <ac:spMk id="7" creationId="{D618DD6A-655F-02B1-E450-20C581D2F763}"/>
          </ac:spMkLst>
        </pc:spChg>
        <pc:graphicFrameChg chg="del">
          <ac:chgData name="janghoon jun" userId="056a5883350c2f5e" providerId="LiveId" clId="{74AFAB52-6487-4651-9B79-2F181DBD8D0A}" dt="2026-04-30T00:17:18.354" v="1698" actId="47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17:21.902" v="1699" actId="14734"/>
          <ac:graphicFrameMkLst>
            <pc:docMk/>
            <pc:sldMk cId="1785302506" sldId="384"/>
            <ac:graphicFrameMk id="6" creationId="{94DCFC33-C28C-2700-774F-9A442D3EB2B6}"/>
          </ac:graphicFrameMkLst>
        </pc:graphicFrameChg>
      </pc:sldChg>
      <pc:sldChg chg="del">
        <pc:chgData name="janghoon jun" userId="056a5883350c2f5e" providerId="LiveId" clId="{74AFAB52-6487-4651-9B79-2F181DBD8D0A}" dt="2026-04-29T05:12:52.217" v="1425" actId="47"/>
        <pc:sldMkLst>
          <pc:docMk/>
          <pc:sldMk cId="351167328" sldId="390"/>
        </pc:sldMkLst>
      </pc:sldChg>
      <pc:sldChg chg="addSp modSp del">
        <pc:chgData name="janghoon jun" userId="056a5883350c2f5e" providerId="LiveId" clId="{74AFAB52-6487-4651-9B79-2F181DBD8D0A}" dt="2026-04-29T05:12:55.518" v="1426" actId="47"/>
        <pc:sldMkLst>
          <pc:docMk/>
          <pc:sldMk cId="1047168083" sldId="391"/>
        </pc:sldMkLst>
      </pc:sldChg>
      <pc:sldChg chg="addSp modSp mod ord">
        <pc:chgData name="janghoon jun" userId="056a5883350c2f5e" providerId="LiveId" clId="{74AFAB52-6487-4651-9B79-2F181DBD8D0A}" dt="2026-04-30T01:12:41.137" v="2624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9T05:08:03.869" v="1302" actId="20577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mod">
        <pc:chgData name="janghoon jun" userId="056a5883350c2f5e" providerId="LiveId" clId="{74AFAB52-6487-4651-9B79-2F181DBD8D0A}" dt="2026-04-30T01:49:05.467" v="3131" actId="20577"/>
        <pc:sldMkLst>
          <pc:docMk/>
          <pc:sldMk cId="422661794" sldId="399"/>
        </pc:sldMkLst>
        <pc:spChg chg="mod">
          <ac:chgData name="janghoon jun" userId="056a5883350c2f5e" providerId="LiveId" clId="{74AFAB52-6487-4651-9B79-2F181DBD8D0A}" dt="2026-04-30T01:32:41.761" v="2733" actId="20577"/>
          <ac:spMkLst>
            <pc:docMk/>
            <pc:sldMk cId="422661794" sldId="399"/>
            <ac:spMk id="2" creationId="{9AF0C8C8-C4B1-4336-9468-E6803A595282}"/>
          </ac:spMkLst>
        </pc:spChg>
        <pc:spChg chg="mod">
          <ac:chgData name="janghoon jun" userId="056a5883350c2f5e" providerId="LiveId" clId="{74AFAB52-6487-4651-9B79-2F181DBD8D0A}" dt="2026-04-30T01:49:05.467" v="3131" actId="20577"/>
          <ac:spMkLst>
            <pc:docMk/>
            <pc:sldMk cId="422661794" sldId="399"/>
            <ac:spMk id="3" creationId="{A84C152F-6AC6-4EBB-8679-327588602FD5}"/>
          </ac:spMkLst>
        </pc:spChg>
      </pc:sldChg>
      <pc:sldChg chg="modSp del mod ord">
        <pc:chgData name="janghoon jun" userId="056a5883350c2f5e" providerId="LiveId" clId="{74AFAB52-6487-4651-9B79-2F181DBD8D0A}" dt="2026-04-29T04:53:12.821" v="1145" actId="47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9T04:52:38.493" v="1134" actId="21"/>
          <ac:spMkLst>
            <pc:docMk/>
            <pc:sldMk cId="1327445754" sldId="403"/>
            <ac:spMk id="11" creationId="{2F49DB3D-7569-41CE-98E6-0D040C938EC9}"/>
          </ac:spMkLst>
        </pc:spChg>
      </pc:sldChg>
      <pc:sldChg chg="addSp delSp modSp mod ord">
        <pc:chgData name="janghoon jun" userId="056a5883350c2f5e" providerId="LiveId" clId="{74AFAB52-6487-4651-9B79-2F181DBD8D0A}" dt="2026-04-29T04:57:34.087" v="1197" actId="1035"/>
        <pc:sldMkLst>
          <pc:docMk/>
          <pc:sldMk cId="79559792" sldId="404"/>
        </pc:sldMkLst>
        <pc:picChg chg="add mod ord">
          <ac:chgData name="janghoon jun" userId="056a5883350c2f5e" providerId="LiveId" clId="{74AFAB52-6487-4651-9B79-2F181DBD8D0A}" dt="2026-04-29T04:53:55.259" v="1151" actId="167"/>
          <ac:picMkLst>
            <pc:docMk/>
            <pc:sldMk cId="79559792" sldId="404"/>
            <ac:picMk id="3" creationId="{D80867D5-EA38-95C1-DE7E-5B101673B098}"/>
          </ac:picMkLst>
        </pc:picChg>
        <pc:picChg chg="add del">
          <ac:chgData name="janghoon jun" userId="056a5883350c2f5e" providerId="LiveId" clId="{74AFAB52-6487-4651-9B79-2F181DBD8D0A}" dt="2026-04-29T01:39:14.961" v="1124" actId="478"/>
          <ac:picMkLst>
            <pc:docMk/>
            <pc:sldMk cId="79559792" sldId="404"/>
            <ac:picMk id="5" creationId="{0D09B646-F084-4AEA-BEEF-1A6E6900AD82}"/>
          </ac:picMkLst>
        </pc:picChg>
        <pc:picChg chg="add mod ord">
          <ac:chgData name="janghoon jun" userId="056a5883350c2f5e" providerId="LiveId" clId="{74AFAB52-6487-4651-9B79-2F181DBD8D0A}" dt="2026-04-29T04:57:34.087" v="1197" actId="1035"/>
          <ac:picMkLst>
            <pc:docMk/>
            <pc:sldMk cId="79559792" sldId="404"/>
            <ac:picMk id="5" creationId="{832C7808-8D4F-C5F2-EA44-1E8125FD959A}"/>
          </ac:picMkLst>
        </pc:picChg>
        <pc:picChg chg="add del">
          <ac:chgData name="janghoon jun" userId="056a5883350c2f5e" providerId="LiveId" clId="{74AFAB52-6487-4651-9B79-2F181DBD8D0A}" dt="2026-04-29T01:39:15.555" v="1125" actId="478"/>
          <ac:picMkLst>
            <pc:docMk/>
            <pc:sldMk cId="79559792" sldId="404"/>
            <ac:picMk id="6" creationId="{E0F76B1F-ACFD-F8B9-7EB7-7F91F47F3EB9}"/>
          </ac:picMkLst>
        </pc:picChg>
        <pc:picChg chg="add del mod ord">
          <ac:chgData name="janghoon jun" userId="056a5883350c2f5e" providerId="LiveId" clId="{74AFAB52-6487-4651-9B79-2F181DBD8D0A}" dt="2026-04-29T04:53:58.868" v="1152" actId="478"/>
          <ac:picMkLst>
            <pc:docMk/>
            <pc:sldMk cId="79559792" sldId="404"/>
            <ac:picMk id="7" creationId="{589A79D3-6C6E-4C9C-5192-74A2A746330D}"/>
          </ac:picMkLst>
        </pc:picChg>
        <pc:picChg chg="del">
          <ac:chgData name="janghoon jun" userId="056a5883350c2f5e" providerId="LiveId" clId="{74AFAB52-6487-4651-9B79-2F181DBD8D0A}" dt="2026-04-29T04:54:39.904" v="1160" actId="478"/>
          <ac:picMkLst>
            <pc:docMk/>
            <pc:sldMk cId="79559792" sldId="404"/>
            <ac:picMk id="8" creationId="{BFB89FDA-A353-493A-B9D5-D8613A24BF28}"/>
          </ac:picMkLst>
        </pc:picChg>
        <pc:picChg chg="add del mod">
          <ac:chgData name="janghoon jun" userId="056a5883350c2f5e" providerId="LiveId" clId="{74AFAB52-6487-4651-9B79-2F181DBD8D0A}" dt="2026-04-29T01:39:44.323" v="1131" actId="478"/>
          <ac:picMkLst>
            <pc:docMk/>
            <pc:sldMk cId="79559792" sldId="404"/>
            <ac:picMk id="10" creationId="{7DA4E8E9-B57F-6CE5-8D2E-7AAD5ABC9D0E}"/>
          </ac:picMkLst>
        </pc:picChg>
      </pc:sldChg>
      <pc:sldChg chg="addSp modSp add del">
        <pc:chgData name="janghoon jun" userId="056a5883350c2f5e" providerId="LiveId" clId="{74AFAB52-6487-4651-9B79-2F181DBD8D0A}" dt="2026-04-29T05:06:36.258" v="1273" actId="47"/>
        <pc:sldMkLst>
          <pc:docMk/>
          <pc:sldMk cId="3676489374" sldId="417"/>
        </pc:sldMkLst>
      </pc:sldChg>
      <pc:sldChg chg="addSp modSp add del">
        <pc:chgData name="janghoon jun" userId="056a5883350c2f5e" providerId="LiveId" clId="{74AFAB52-6487-4651-9B79-2F181DBD8D0A}" dt="2026-04-29T05:12:59.134" v="1427" actId="47"/>
        <pc:sldMkLst>
          <pc:docMk/>
          <pc:sldMk cId="547293721" sldId="419"/>
        </pc:sldMkLst>
      </pc:sldChg>
      <pc:sldChg chg="modSp add mod">
        <pc:chgData name="janghoon jun" userId="056a5883350c2f5e" providerId="LiveId" clId="{74AFAB52-6487-4651-9B79-2F181DBD8D0A}" dt="2026-04-30T00:10:26.920" v="1547" actId="20577"/>
        <pc:sldMkLst>
          <pc:docMk/>
          <pc:sldMk cId="3365920944" sldId="420"/>
        </pc:sldMkLst>
        <pc:spChg chg="mod">
          <ac:chgData name="janghoon jun" userId="056a5883350c2f5e" providerId="LiveId" clId="{74AFAB52-6487-4651-9B79-2F181DBD8D0A}" dt="2026-04-30T00:10:26.920" v="1547" actId="20577"/>
          <ac:spMkLst>
            <pc:docMk/>
            <pc:sldMk cId="3365920944" sldId="420"/>
            <ac:spMk id="2" creationId="{0AA2DBD3-62E5-96A7-3E5F-73205B97DF97}"/>
          </ac:spMkLst>
        </pc:spChg>
      </pc:sldChg>
      <pc:sldChg chg="addSp delSp modSp add mod">
        <pc:chgData name="janghoon jun" userId="056a5883350c2f5e" providerId="LiveId" clId="{74AFAB52-6487-4651-9B79-2F181DBD8D0A}" dt="2026-04-30T00:42:55.542" v="1857" actId="2062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8" creationId="{B2C6FAFE-5A2E-DCD4-F728-0A160BF938E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9" creationId="{86C24931-875C-3989-300F-D88BEF4035F5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0" creationId="{82A01A6E-863E-4AFF-F49A-B40630B6E2BD}"/>
          </ac:spMkLst>
        </pc:spChg>
        <pc:spChg chg="mod">
          <ac:chgData name="janghoon jun" userId="056a5883350c2f5e" providerId="LiveId" clId="{74AFAB52-6487-4651-9B79-2F181DBD8D0A}" dt="2026-04-29T04:55:03.874" v="1164"/>
          <ac:spMkLst>
            <pc:docMk/>
            <pc:sldMk cId="1183344318" sldId="424"/>
            <ac:spMk id="11" creationId="{594F712F-1DB0-B5A0-BE58-7BFD2221BF1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2" creationId="{C6320AB4-C620-3751-F94E-1A5B13A211D9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3" creationId="{57E5F73A-6064-1474-6695-8D4D33781130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4" creationId="{F774B30F-91B8-335E-45E3-29769878AD7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5" creationId="{9FC8664F-C3C0-43E3-A023-1597F0919F2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6" creationId="{C724235D-C6ED-C88A-511C-4D5DAF759BAA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7" creationId="{0BC4B2E7-0901-F577-D184-231021AFF4F7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39" creationId="{74709CDB-3511-EB3A-EB8B-DF963D2B515F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0" creationId="{29DAD80C-8BB0-BD76-4CD8-1E2A19475F0A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1" creationId="{513777AE-C7E1-CE07-B746-19A75A1A8EE1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2" creationId="{9CDA1897-BED6-81E9-B864-D37489699BA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3" creationId="{778CDC44-B827-AE00-4D82-C5AAAF0929B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5" creationId="{32141635-C4C2-7A98-989A-2541DBB4E694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6" creationId="{6C4F65FA-0C59-AD1B-0695-D13B08091D29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7" creationId="{5732E968-2554-EB9D-16F9-8131E5A09DCB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8" creationId="{FA7CA55E-15DC-9D15-13B8-8A14AAC56E54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9" creationId="{11880D5B-0F7C-4470-AA10-C6A33AA4198D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0" creationId="{05208522-6278-D741-9B2F-262FBDEFC690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1" creationId="{7FA5140B-7E90-34EC-DBE2-FFF673BDF000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2" creationId="{3AEEF341-5712-B06D-4E32-C100545D2439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3" creationId="{4D59BBC4-D670-C230-0E3D-6E9A8CC1071C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4" creationId="{7EC843AF-ADFB-C9DF-BB2F-72BE02FB9E0F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5" creationId="{5089480E-2BC3-C771-0EC1-613CBF8B14EA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9T01:31:34.994" v="1063" actId="20577"/>
          <ac:spMkLst>
            <pc:docMk/>
            <pc:sldMk cId="1183344318" sldId="424"/>
            <ac:spMk id="61" creationId="{6D2F29C0-3430-B09B-78DB-3454E73F31E6}"/>
          </ac:spMkLst>
        </pc:spChg>
        <pc:grpChg chg="add mod">
          <ac:chgData name="janghoon jun" userId="056a5883350c2f5e" providerId="LiveId" clId="{74AFAB52-6487-4651-9B79-2F181DBD8D0A}" dt="2026-04-29T04:55:32.947" v="1170" actId="1076"/>
          <ac:grpSpMkLst>
            <pc:docMk/>
            <pc:sldMk cId="1183344318" sldId="424"/>
            <ac:grpSpMk id="6" creationId="{E8D9A72F-68D0-7578-2E09-58FBE8B862FE}"/>
          </ac:grpSpMkLst>
        </pc:grpChg>
        <pc:grpChg chg="add del mod">
          <ac:chgData name="janghoon jun" userId="056a5883350c2f5e" providerId="LiveId" clId="{74AFAB52-6487-4651-9B79-2F181DBD8D0A}" dt="2026-04-29T04:55:36.689" v="1171" actId="478"/>
          <ac:grpSpMkLst>
            <pc:docMk/>
            <pc:sldMk cId="1183344318" sldId="424"/>
            <ac:grpSpMk id="7" creationId="{9B6432B3-8AAE-B46C-7F9B-BF1C31DA4C5A}"/>
          </ac:grpSpMkLst>
        </pc:grpChg>
        <pc:graphicFrameChg chg="mod modGraphic">
          <ac:chgData name="janghoon jun" userId="056a5883350c2f5e" providerId="LiveId" clId="{74AFAB52-6487-4651-9B79-2F181DBD8D0A}" dt="2026-04-30T00:42:55.542" v="1857" actId="2062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modSp add del mod ord">
        <pc:chgData name="janghoon jun" userId="056a5883350c2f5e" providerId="LiveId" clId="{74AFAB52-6487-4651-9B79-2F181DBD8D0A}" dt="2026-04-29T04:56:08.117" v="1172" actId="47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9T04:55:00.102" v="1161" actId="21"/>
          <ac:spMkLst>
            <pc:docMk/>
            <pc:sldMk cId="3567372362" sldId="425"/>
            <ac:spMk id="11" creationId="{4925A88E-9A76-1866-300E-75B3BD583781}"/>
          </ac:spMkLst>
        </pc:spChg>
      </pc:sldChg>
      <pc:sldChg chg="addSp delSp modSp add mod ord">
        <pc:chgData name="janghoon jun" userId="056a5883350c2f5e" providerId="LiveId" clId="{74AFAB52-6487-4651-9B79-2F181DBD8D0A}" dt="2026-04-29T04:57:29.837" v="1195" actId="1036"/>
        <pc:sldMkLst>
          <pc:docMk/>
          <pc:sldMk cId="2035619833" sldId="426"/>
        </pc:sldMkLst>
        <pc:picChg chg="add mod ord">
          <ac:chgData name="janghoon jun" userId="056a5883350c2f5e" providerId="LiveId" clId="{74AFAB52-6487-4651-9B79-2F181DBD8D0A}" dt="2026-04-29T04:56:36.008" v="1178" actId="167"/>
          <ac:picMkLst>
            <pc:docMk/>
            <pc:sldMk cId="2035619833" sldId="426"/>
            <ac:picMk id="3" creationId="{65FE3929-3ACF-4164-1782-1CD0C45B795C}"/>
          </ac:picMkLst>
        </pc:picChg>
        <pc:picChg chg="add mod ord">
          <ac:chgData name="janghoon jun" userId="056a5883350c2f5e" providerId="LiveId" clId="{74AFAB52-6487-4651-9B79-2F181DBD8D0A}" dt="2026-04-29T04:57:29.837" v="1195" actId="1036"/>
          <ac:picMkLst>
            <pc:docMk/>
            <pc:sldMk cId="2035619833" sldId="426"/>
            <ac:picMk id="5" creationId="{AE1BC314-3C9D-B4FC-C010-D9D561C73F2A}"/>
          </ac:picMkLst>
        </pc:picChg>
        <pc:picChg chg="del">
          <ac:chgData name="janghoon jun" userId="056a5883350c2f5e" providerId="LiveId" clId="{74AFAB52-6487-4651-9B79-2F181DBD8D0A}" dt="2026-04-29T04:56:37.399" v="1179" actId="478"/>
          <ac:picMkLst>
            <pc:docMk/>
            <pc:sldMk cId="2035619833" sldId="426"/>
            <ac:picMk id="6" creationId="{BC1F4BBC-90CD-A9A8-90E9-192C692B7D96}"/>
          </ac:picMkLst>
        </pc:picChg>
        <pc:picChg chg="add del">
          <ac:chgData name="janghoon jun" userId="056a5883350c2f5e" providerId="LiveId" clId="{74AFAB52-6487-4651-9B79-2F181DBD8D0A}" dt="2026-04-29T04:57:16.306" v="1187" actId="478"/>
          <ac:picMkLst>
            <pc:docMk/>
            <pc:sldMk cId="2035619833" sldId="426"/>
            <ac:picMk id="7" creationId="{F4CEE441-38AF-6F6C-F259-1C70D50A04DC}"/>
          </ac:picMkLst>
        </pc:picChg>
        <pc:picChg chg="add del">
          <ac:chgData name="janghoon jun" userId="056a5883350c2f5e" providerId="LiveId" clId="{74AFAB52-6487-4651-9B79-2F181DBD8D0A}" dt="2026-04-29T04:56:39.119" v="1180" actId="47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delSp modSp add mod ord">
        <pc:chgData name="janghoon jun" userId="056a5883350c2f5e" providerId="LiveId" clId="{74AFAB52-6487-4651-9B79-2F181DBD8D0A}" dt="2026-04-29T05:07:12.337" v="1279" actId="14100"/>
        <pc:sldMkLst>
          <pc:docMk/>
          <pc:sldMk cId="3896853274" sldId="427"/>
        </pc:sldMkLst>
        <pc:graphicFrameChg chg="del mod">
          <ac:chgData name="janghoon jun" userId="056a5883350c2f5e" providerId="LiveId" clId="{74AFAB52-6487-4651-9B79-2F181DBD8D0A}" dt="2026-04-29T05:06:45.649" v="1274" actId="47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3" creationId="{0F09D61F-4575-4AA0-4EC0-F4ADA2B8559F}"/>
          </ac:picMkLst>
        </pc:pic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5" creationId="{69FA6F37-7768-C4BF-D5F4-6B224F40B4BE}"/>
          </ac:picMkLst>
        </pc:picChg>
        <pc:picChg chg="add del">
          <ac:chgData name="janghoon jun" userId="056a5883350c2f5e" providerId="LiveId" clId="{74AFAB52-6487-4651-9B79-2F181DBD8D0A}" dt="2026-04-29T05:06:46.212" v="1275" actId="478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 del ord modCm">
        <pc:chgData name="janghoon jun" userId="056a5883350c2f5e" providerId="LiveId" clId="{74AFAB52-6487-4651-9B79-2F181DBD8D0A}" dt="2026-04-29T05:07:29.696" v="1280" actId="47"/>
        <pc:sldMkLst>
          <pc:docMk/>
          <pc:sldMk cId="2959586648" sldId="429"/>
        </pc:sldMkLst>
      </pc:sldChg>
      <pc:sldChg chg="addSp modSp add del">
        <pc:chgData name="janghoon jun" userId="056a5883350c2f5e" providerId="LiveId" clId="{74AFAB52-6487-4651-9B79-2F181DBD8D0A}" dt="2026-04-29T05:13:01.931" v="1428" actId="47"/>
        <pc:sldMkLst>
          <pc:docMk/>
          <pc:sldMk cId="2349903612" sldId="430"/>
        </pc:sldMkLst>
      </pc:sldChg>
      <pc:sldChg chg="addSp modSp add del">
        <pc:chgData name="janghoon jun" userId="056a5883350c2f5e" providerId="LiveId" clId="{74AFAB52-6487-4651-9B79-2F181DBD8D0A}" dt="2026-04-29T05:13:04.141" v="1429" actId="47"/>
        <pc:sldMkLst>
          <pc:docMk/>
          <pc:sldMk cId="3899760896" sldId="431"/>
        </pc:sldMkLst>
      </pc:sldChg>
      <pc:sldChg chg="addSp delSp modSp add mod">
        <pc:chgData name="janghoon jun" userId="056a5883350c2f5e" providerId="LiveId" clId="{74AFAB52-6487-4651-9B79-2F181DBD8D0A}" dt="2026-04-30T01:12:51.226" v="2631" actId="6549"/>
        <pc:sldMkLst>
          <pc:docMk/>
          <pc:sldMk cId="4099219520" sldId="438"/>
        </pc:sldMkLst>
        <pc:spChg chg="add del mod">
          <ac:chgData name="janghoon jun" userId="056a5883350c2f5e" providerId="LiveId" clId="{74AFAB52-6487-4651-9B79-2F181DBD8D0A}" dt="2026-04-29T00:56:21.849" v="726" actId="478"/>
          <ac:spMkLst>
            <pc:docMk/>
            <pc:sldMk cId="4099219520" sldId="438"/>
            <ac:spMk id="3" creationId="{E1F33830-6301-294E-965D-34195F4CF66F}"/>
          </ac:spMkLst>
        </pc:spChg>
        <pc:spChg chg="mod">
          <ac:chgData name="janghoon jun" userId="056a5883350c2f5e" providerId="LiveId" clId="{74AFAB52-6487-4651-9B79-2F181DBD8D0A}" dt="2026-04-30T01:12:51.226" v="2631" actId="6549"/>
          <ac:spMkLst>
            <pc:docMk/>
            <pc:sldMk cId="4099219520" sldId="438"/>
            <ac:spMk id="14" creationId="{776DA4E4-00A3-E690-8224-10FF5B020CD9}"/>
          </ac:spMkLst>
        </pc:spChg>
      </pc:sldChg>
      <pc:sldChg chg="addSp delSp modSp add mod">
        <pc:chgData name="janghoon jun" userId="056a5883350c2f5e" providerId="LiveId" clId="{74AFAB52-6487-4651-9B79-2F181DBD8D0A}" dt="2026-04-29T05:11:30.008" v="1404" actId="403"/>
        <pc:sldMkLst>
          <pc:docMk/>
          <pc:sldMk cId="2448059843" sldId="439"/>
        </pc:sldMkLst>
        <pc:spChg chg="add del mod">
          <ac:chgData name="janghoon jun" userId="056a5883350c2f5e" providerId="LiveId" clId="{74AFAB52-6487-4651-9B79-2F181DBD8D0A}" dt="2026-04-29T04:58:23.399" v="1199" actId="478"/>
          <ac:spMkLst>
            <pc:docMk/>
            <pc:sldMk cId="2448059843" sldId="439"/>
            <ac:spMk id="5" creationId="{A68442DD-1B4E-D047-8850-38A5979BA4A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6" creationId="{F522D9CA-DB13-E8D4-A211-D139CF214D05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8" creationId="{6DF69552-3717-1F7A-BF20-B7A3EB3652C3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9" creationId="{1C25C5CD-59C4-9F33-F311-8696BFE0CD8D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10" creationId="{A6A389E8-DA0D-5668-B5B5-85D7D1CEDEA8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2" creationId="{7C4608E4-FF89-612E-FBFF-3E77474EA99D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3" creationId="{ADAFA306-3339-92E0-C35C-9A8634BF50C0}"/>
          </ac:spMkLst>
        </pc:spChg>
        <pc:spChg chg="del">
          <ac:chgData name="janghoon jun" userId="056a5883350c2f5e" providerId="LiveId" clId="{74AFAB52-6487-4651-9B79-2F181DBD8D0A}" dt="2026-04-29T04:58:20.587" v="1198" actId="478"/>
          <ac:spMkLst>
            <pc:docMk/>
            <pc:sldMk cId="2448059843" sldId="439"/>
            <ac:spMk id="14" creationId="{30577F5C-B21D-CABE-BC19-67450CCB75A3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5" creationId="{DF4BAE5E-2CB0-FB8A-D168-38B463ED8A67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8" creationId="{A377C9B6-A7A1-0364-F85D-33EA1C751C8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9" creationId="{305ABC69-8443-3860-EBCE-B25C8E3514A1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0" creationId="{15001893-4CFA-862E-C332-192491807659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1" creationId="{8C0F5990-A1D7-FA1A-5DA8-53EC9153E62E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2" creationId="{BAFA56F1-E95D-E6C7-D1FE-6BE6E209EFDF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23" creationId="{206EECF2-3CF6-4F72-AA40-8064A0124F64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24" creationId="{3A666981-EE36-9701-8DA5-6383D6814977}"/>
          </ac:spMkLst>
        </pc:spChg>
        <pc:spChg chg="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6" creationId="{8842D9D5-20CD-7538-6FE5-794AB94CC6A3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7" creationId="{15E6DE08-3482-EEB1-582C-86F481BD675A}"/>
          </ac:spMkLst>
        </pc:spChg>
        <pc:spChg chg="mod">
          <ac:chgData name="janghoon jun" userId="056a5883350c2f5e" providerId="LiveId" clId="{74AFAB52-6487-4651-9B79-2F181DBD8D0A}" dt="2026-04-29T05:01:21.759" v="1257" actId="20577"/>
          <ac:spMkLst>
            <pc:docMk/>
            <pc:sldMk cId="2448059843" sldId="439"/>
            <ac:spMk id="28" creationId="{DBC08F65-E1EB-9516-C682-68D803279986}"/>
          </ac:spMkLst>
        </pc:spChg>
        <pc:spChg chg="mod">
          <ac:chgData name="janghoon jun" userId="056a5883350c2f5e" providerId="LiveId" clId="{74AFAB52-6487-4651-9B79-2F181DBD8D0A}" dt="2026-04-29T05:01:24.039" v="1259" actId="20577"/>
          <ac:spMkLst>
            <pc:docMk/>
            <pc:sldMk cId="2448059843" sldId="439"/>
            <ac:spMk id="29" creationId="{C59EBE51-E9ED-A4C8-5681-199515BD66E1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30" creationId="{2CD71BF4-9679-B31C-EDFF-5919DF3BE15E}"/>
          </ac:spMkLst>
        </pc:spChg>
        <pc:spChg chg="add mod">
          <ac:chgData name="janghoon jun" userId="056a5883350c2f5e" providerId="LiveId" clId="{74AFAB52-6487-4651-9B79-2F181DBD8D0A}" dt="2026-04-29T05:11:15.259" v="1398" actId="1076"/>
          <ac:spMkLst>
            <pc:docMk/>
            <pc:sldMk cId="2448059843" sldId="439"/>
            <ac:spMk id="32" creationId="{28A39C34-6D03-D4B8-9D65-0DB57021CBF2}"/>
          </ac:spMkLst>
        </pc:spChg>
        <pc:spChg chg="add mod">
          <ac:chgData name="janghoon jun" userId="056a5883350c2f5e" providerId="LiveId" clId="{74AFAB52-6487-4651-9B79-2F181DBD8D0A}" dt="2026-04-29T04:58:46.446" v="1202" actId="14100"/>
          <ac:spMkLst>
            <pc:docMk/>
            <pc:sldMk cId="2448059843" sldId="439"/>
            <ac:spMk id="34" creationId="{91ABCF90-8287-49E7-403E-09E7AEEB9982}"/>
          </ac:spMkLst>
        </pc:spChg>
        <pc:spChg chg="add mod">
          <ac:chgData name="janghoon jun" userId="056a5883350c2f5e" providerId="LiveId" clId="{74AFAB52-6487-4651-9B79-2F181DBD8D0A}" dt="2026-04-29T05:08:47.984" v="1329" actId="1076"/>
          <ac:spMkLst>
            <pc:docMk/>
            <pc:sldMk cId="2448059843" sldId="439"/>
            <ac:spMk id="35" creationId="{20E5F45D-6041-A0EA-E652-8E74C4B7FB17}"/>
          </ac:spMkLst>
        </pc:spChg>
        <pc:spChg chg="add mod">
          <ac:chgData name="janghoon jun" userId="056a5883350c2f5e" providerId="LiveId" clId="{74AFAB52-6487-4651-9B79-2F181DBD8D0A}" dt="2026-04-29T05:08:31.493" v="1327" actId="20577"/>
          <ac:spMkLst>
            <pc:docMk/>
            <pc:sldMk cId="2448059843" sldId="439"/>
            <ac:spMk id="38" creationId="{50D0C90D-3828-BC8C-1164-95B6C1A3CE44}"/>
          </ac:spMkLst>
        </pc:spChg>
        <pc:grpChg chg="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6" creationId="{11B4D52B-15F6-8DA4-2739-8DF1FEB18585}"/>
          </ac:grpSpMkLst>
        </pc:grpChg>
        <pc:grpChg chg="add 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7" creationId="{CFD91A08-AC4C-D477-F737-33C06636B116}"/>
          </ac:grpSpMkLst>
        </pc:grpChg>
        <pc:graphicFrameChg chg="del mod modGraphic">
          <ac:chgData name="janghoon jun" userId="056a5883350c2f5e" providerId="LiveId" clId="{74AFAB52-6487-4651-9B79-2F181DBD8D0A}" dt="2026-04-29T05:09:59.040" v="1339" actId="478"/>
          <ac:graphicFrameMkLst>
            <pc:docMk/>
            <pc:sldMk cId="2448059843" sldId="439"/>
            <ac:graphicFrameMk id="31" creationId="{765346FE-96C0-AEF4-247E-6463725ACB27}"/>
          </ac:graphicFrameMkLst>
        </pc:graphicFrameChg>
        <pc:graphicFrameChg chg="del mod modGraphic">
          <ac:chgData name="janghoon jun" userId="056a5883350c2f5e" providerId="LiveId" clId="{74AFAB52-6487-4651-9B79-2F181DBD8D0A}" dt="2026-04-29T05:10:21.181" v="1352" actId="478"/>
          <ac:graphicFrameMkLst>
            <pc:docMk/>
            <pc:sldMk cId="2448059843" sldId="439"/>
            <ac:graphicFrameMk id="33" creationId="{9311C8D9-654A-D371-D1EE-2AB63DDABA47}"/>
          </ac:graphicFrameMkLst>
        </pc:graphicFrameChg>
        <pc:graphicFrameChg chg="add mod modGraphic">
          <ac:chgData name="janghoon jun" userId="056a5883350c2f5e" providerId="LiveId" clId="{74AFAB52-6487-4651-9B79-2F181DBD8D0A}" dt="2026-04-29T05:11:24.852" v="1402" actId="403"/>
          <ac:graphicFrameMkLst>
            <pc:docMk/>
            <pc:sldMk cId="2448059843" sldId="439"/>
            <ac:graphicFrameMk id="39" creationId="{42FBA0F0-A196-6D6F-2EEE-67705DFC7194}"/>
          </ac:graphicFrameMkLst>
        </pc:graphicFrameChg>
        <pc:graphicFrameChg chg="add mod modGraphic">
          <ac:chgData name="janghoon jun" userId="056a5883350c2f5e" providerId="LiveId" clId="{74AFAB52-6487-4651-9B79-2F181DBD8D0A}" dt="2026-04-29T05:11:30.008" v="1404" actId="403"/>
          <ac:graphicFrameMkLst>
            <pc:docMk/>
            <pc:sldMk cId="2448059843" sldId="439"/>
            <ac:graphicFrameMk id="40" creationId="{63449535-FBF9-C660-62B1-1B9385149142}"/>
          </ac:graphicFrameMkLst>
        </pc:graphicFrameChg>
      </pc:sldChg>
      <pc:sldChg chg="addSp delSp modSp mod ord">
        <pc:chgData name="janghoon jun" userId="056a5883350c2f5e" providerId="LiveId" clId="{74AFAB52-6487-4651-9B79-2F181DBD8D0A}" dt="2026-04-30T00:44:58.823" v="1859"/>
        <pc:sldMkLst>
          <pc:docMk/>
          <pc:sldMk cId="714209222" sldId="440"/>
        </pc:sldMkLst>
        <pc:spChg chg="mod">
          <ac:chgData name="janghoon jun" userId="056a5883350c2f5e" providerId="LiveId" clId="{74AFAB52-6487-4651-9B79-2F181DBD8D0A}" dt="2026-04-30T00:22:00.980" v="1762" actId="20577"/>
          <ac:spMkLst>
            <pc:docMk/>
            <pc:sldMk cId="714209222" sldId="440"/>
            <ac:spMk id="3" creationId="{390BD7E6-EF9B-E36B-1DCD-CED3DA9CCC00}"/>
          </ac:spMkLst>
        </pc:spChg>
        <pc:spChg chg="mod">
          <ac:chgData name="janghoon jun" userId="056a5883350c2f5e" providerId="LiveId" clId="{74AFAB52-6487-4651-9B79-2F181DBD8D0A}" dt="2026-04-30T00:20:53.911" v="1747" actId="207"/>
          <ac:spMkLst>
            <pc:docMk/>
            <pc:sldMk cId="714209222" sldId="440"/>
            <ac:spMk id="10" creationId="{DE399AA7-704D-17FF-4B91-28A54DA61309}"/>
          </ac:spMkLst>
        </pc:spChg>
        <pc:graphicFrameChg chg="add">
          <ac:chgData name="janghoon jun" userId="056a5883350c2f5e" providerId="LiveId" clId="{74AFAB52-6487-4651-9B79-2F181DBD8D0A}" dt="2026-04-30T00:18:03.089" v="1707"/>
          <ac:graphicFrameMkLst>
            <pc:docMk/>
            <pc:sldMk cId="714209222" sldId="440"/>
            <ac:graphicFrameMk id="5" creationId="{1CA3FED3-F37D-6C7B-DA1F-F206C35D57D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0:36.558" v="1744" actId="113"/>
          <ac:graphicFrameMkLst>
            <pc:docMk/>
            <pc:sldMk cId="714209222" sldId="440"/>
            <ac:graphicFrameMk id="6" creationId="{2553B926-1BE2-B289-82FC-C1DD7EA9BF05}"/>
          </ac:graphicFrameMkLst>
        </pc:graphicFrameChg>
        <pc:graphicFrameChg chg="del">
          <ac:chgData name="janghoon jun" userId="056a5883350c2f5e" providerId="LiveId" clId="{74AFAB52-6487-4651-9B79-2F181DBD8D0A}" dt="2026-04-30T00:18:49.621" v="1716" actId="478"/>
          <ac:graphicFrameMkLst>
            <pc:docMk/>
            <pc:sldMk cId="714209222" sldId="440"/>
            <ac:graphicFrameMk id="9" creationId="{581A75F8-BE51-93AE-B17F-0F252D17B917}"/>
          </ac:graphicFrameMkLst>
        </pc:graphicFrameChg>
      </pc:sldChg>
      <pc:sldChg chg="delSp modSp add del mod">
        <pc:chgData name="janghoon jun" userId="056a5883350c2f5e" providerId="LiveId" clId="{74AFAB52-6487-4651-9B79-2F181DBD8D0A}" dt="2026-04-29T05:12:27.070" v="1424" actId="47"/>
        <pc:sldMkLst>
          <pc:docMk/>
          <pc:sldMk cId="1092152876" sldId="440"/>
        </pc:sldMkLst>
        <pc:spChg chg="mod">
          <ac:chgData name="janghoon jun" userId="056a5883350c2f5e" providerId="LiveId" clId="{74AFAB52-6487-4651-9B79-2F181DBD8D0A}" dt="2026-04-29T05:12:22.993" v="1423" actId="20577"/>
          <ac:spMkLst>
            <pc:docMk/>
            <pc:sldMk cId="1092152876" sldId="440"/>
            <ac:spMk id="11" creationId="{125788C7-5721-2014-73BF-3E824A329BFD}"/>
          </ac:spMkLst>
        </pc:spChg>
        <pc:picChg chg="del">
          <ac:chgData name="janghoon jun" userId="056a5883350c2f5e" providerId="LiveId" clId="{74AFAB52-6487-4651-9B79-2F181DBD8D0A}" dt="2026-04-29T05:12:14.144" v="1406" actId="478"/>
          <ac:picMkLst>
            <pc:docMk/>
            <pc:sldMk cId="1092152876" sldId="440"/>
            <ac:picMk id="3" creationId="{CA3DDB14-3FAA-600D-A130-C3277448B36B}"/>
          </ac:picMkLst>
        </pc:picChg>
        <pc:picChg chg="del">
          <ac:chgData name="janghoon jun" userId="056a5883350c2f5e" providerId="LiveId" clId="{74AFAB52-6487-4651-9B79-2F181DBD8D0A}" dt="2026-04-29T05:12:14.601" v="1407" actId="478"/>
          <ac:picMkLst>
            <pc:docMk/>
            <pc:sldMk cId="1092152876" sldId="440"/>
            <ac:picMk id="5" creationId="{CEB3CC55-1D88-761F-51B7-DAAAFA4685F9}"/>
          </ac:picMkLst>
        </pc:picChg>
      </pc:sldChg>
      <pc:sldChg chg="addSp delSp modSp mod">
        <pc:chgData name="janghoon jun" userId="056a5883350c2f5e" providerId="LiveId" clId="{74AFAB52-6487-4651-9B79-2F181DBD8D0A}" dt="2026-04-30T00:21:51.730" v="1760" actId="20577"/>
        <pc:sldMkLst>
          <pc:docMk/>
          <pc:sldMk cId="310154155" sldId="443"/>
        </pc:sldMkLst>
        <pc:spChg chg="mod">
          <ac:chgData name="janghoon jun" userId="056a5883350c2f5e" providerId="LiveId" clId="{74AFAB52-6487-4651-9B79-2F181DBD8D0A}" dt="2026-04-30T00:21:51.730" v="1760" actId="20577"/>
          <ac:spMkLst>
            <pc:docMk/>
            <pc:sldMk cId="310154155" sldId="443"/>
            <ac:spMk id="3" creationId="{0955EA2E-FF17-30D6-5615-AFEC32F2786A}"/>
          </ac:spMkLst>
        </pc:spChg>
        <pc:spChg chg="mod">
          <ac:chgData name="janghoon jun" userId="056a5883350c2f5e" providerId="LiveId" clId="{74AFAB52-6487-4651-9B79-2F181DBD8D0A}" dt="2026-04-30T00:21:22.824" v="1753" actId="255"/>
          <ac:spMkLst>
            <pc:docMk/>
            <pc:sldMk cId="310154155" sldId="443"/>
            <ac:spMk id="7" creationId="{50DDA337-73E2-1A0C-2AB0-F482B4A43D92}"/>
          </ac:spMkLst>
        </pc:spChg>
        <pc:graphicFrameChg chg="del">
          <ac:chgData name="janghoon jun" userId="056a5883350c2f5e" providerId="LiveId" clId="{74AFAB52-6487-4651-9B79-2F181DBD8D0A}" dt="2026-04-30T00:17:58.106" v="1706" actId="478"/>
          <ac:graphicFrameMkLst>
            <pc:docMk/>
            <pc:sldMk cId="310154155" sldId="443"/>
            <ac:graphicFrameMk id="5" creationId="{3C0BB619-9603-9B4B-2A8A-3E53F036A746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1:40.636" v="1758" actId="113"/>
          <ac:graphicFrameMkLst>
            <pc:docMk/>
            <pc:sldMk cId="310154155" sldId="443"/>
            <ac:graphicFrameMk id="6" creationId="{7408A1CA-D336-AF2C-7C8F-F9EBA15EF032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22:40.386" v="1773" actId="255"/>
        <pc:sldMkLst>
          <pc:docMk/>
          <pc:sldMk cId="299417860" sldId="444"/>
        </pc:sldMkLst>
        <pc:spChg chg="mod">
          <ac:chgData name="janghoon jun" userId="056a5883350c2f5e" providerId="LiveId" clId="{74AFAB52-6487-4651-9B79-2F181DBD8D0A}" dt="2026-04-30T00:22:05.324" v="1764" actId="20577"/>
          <ac:spMkLst>
            <pc:docMk/>
            <pc:sldMk cId="299417860" sldId="444"/>
            <ac:spMk id="3" creationId="{4CDB75B5-5FB1-713C-9105-90396123BFF9}"/>
          </ac:spMkLst>
        </pc:spChg>
        <pc:spChg chg="mod">
          <ac:chgData name="janghoon jun" userId="056a5883350c2f5e" providerId="LiveId" clId="{74AFAB52-6487-4651-9B79-2F181DBD8D0A}" dt="2026-04-30T00:22:40.386" v="1773" actId="255"/>
          <ac:spMkLst>
            <pc:docMk/>
            <pc:sldMk cId="299417860" sldId="444"/>
            <ac:spMk id="10" creationId="{0C7A62A1-6AC4-C7BE-BA95-14207B870729}"/>
          </ac:spMkLst>
        </pc:spChg>
        <pc:graphicFrameChg chg="add mod ord modGraphic">
          <ac:chgData name="janghoon jun" userId="056a5883350c2f5e" providerId="LiveId" clId="{74AFAB52-6487-4651-9B79-2F181DBD8D0A}" dt="2026-04-30T00:22:31.746" v="1770" actId="113"/>
          <ac:graphicFrameMkLst>
            <pc:docMk/>
            <pc:sldMk cId="299417860" sldId="444"/>
            <ac:graphicFrameMk id="5" creationId="{F10C9133-6F55-4993-F2DD-EE1A1242684F}"/>
          </ac:graphicFrameMkLst>
        </pc:graphicFrameChg>
        <pc:graphicFrameChg chg="del">
          <ac:chgData name="janghoon jun" userId="056a5883350c2f5e" providerId="LiveId" clId="{74AFAB52-6487-4651-9B79-2F181DBD8D0A}" dt="2026-04-30T00:19:18.824" v="1722" actId="478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  <pc:sldChg chg="addSp delSp modSp add mod ord">
        <pc:chgData name="janghoon jun" userId="056a5883350c2f5e" providerId="LiveId" clId="{74AFAB52-6487-4651-9B79-2F181DBD8D0A}" dt="2026-04-30T01:13:16.745" v="2632" actId="404"/>
        <pc:sldMkLst>
          <pc:docMk/>
          <pc:sldMk cId="1173872595" sldId="445"/>
        </pc:sldMkLst>
        <pc:spChg chg="del">
          <ac:chgData name="janghoon jun" userId="056a5883350c2f5e" providerId="LiveId" clId="{74AFAB52-6487-4651-9B79-2F181DBD8D0A}" dt="2026-04-30T00:03:49.886" v="1453" actId="478"/>
          <ac:spMkLst>
            <pc:docMk/>
            <pc:sldMk cId="1173872595" sldId="445"/>
            <ac:spMk id="7" creationId="{F6942F42-4FC2-45FC-5D07-AA761B32706B}"/>
          </ac:spMkLst>
        </pc:spChg>
        <pc:spChg chg="mod">
          <ac:chgData name="janghoon jun" userId="056a5883350c2f5e" providerId="LiveId" clId="{74AFAB52-6487-4651-9B79-2F181DBD8D0A}" dt="2026-04-30T00:03:46.511" v="1451" actId="20577"/>
          <ac:spMkLst>
            <pc:docMk/>
            <pc:sldMk cId="1173872595" sldId="445"/>
            <ac:spMk id="11" creationId="{A5397248-C9F4-C827-E41B-B2FA3EF821E2}"/>
          </ac:spMkLst>
        </pc:spChg>
        <pc:graphicFrameChg chg="add mod modGraphic">
          <ac:chgData name="janghoon jun" userId="056a5883350c2f5e" providerId="LiveId" clId="{74AFAB52-6487-4651-9B79-2F181DBD8D0A}" dt="2026-04-30T00:36:31.760" v="1806" actId="1036"/>
          <ac:graphicFrameMkLst>
            <pc:docMk/>
            <pc:sldMk cId="1173872595" sldId="445"/>
            <ac:graphicFrameMk id="3" creationId="{9836D049-1183-77F9-8DE6-0E2B7CFCABB4}"/>
          </ac:graphicFrameMkLst>
        </pc:graphicFrameChg>
        <pc:graphicFrameChg chg="del">
          <ac:chgData name="janghoon jun" userId="056a5883350c2f5e" providerId="LiveId" clId="{74AFAB52-6487-4651-9B79-2F181DBD8D0A}" dt="2026-04-30T00:03:48.481" v="1452" actId="478"/>
          <ac:graphicFrameMkLst>
            <pc:docMk/>
            <pc:sldMk cId="1173872595" sldId="445"/>
            <ac:graphicFrameMk id="8" creationId="{5B62076C-864F-A160-988D-85E35E681BC5}"/>
          </ac:graphicFrameMkLst>
        </pc:graphicFrameChg>
        <pc:graphicFrameChg chg="mod modGraphic">
          <ac:chgData name="janghoon jun" userId="056a5883350c2f5e" providerId="LiveId" clId="{74AFAB52-6487-4651-9B79-2F181DBD8D0A}" dt="2026-04-30T01:13:16.745" v="2632" actId="404"/>
          <ac:graphicFrameMkLst>
            <pc:docMk/>
            <pc:sldMk cId="1173872595" sldId="445"/>
            <ac:graphicFrameMk id="9" creationId="{FF409B6C-1299-8DA2-3803-D731263E40B2}"/>
          </ac:graphicFrameMkLst>
        </pc:graphicFrameChg>
        <pc:picChg chg="add mod">
          <ac:chgData name="janghoon jun" userId="056a5883350c2f5e" providerId="LiveId" clId="{74AFAB52-6487-4651-9B79-2F181DBD8D0A}" dt="2026-04-30T00:36:31.760" v="1806" actId="1036"/>
          <ac:picMkLst>
            <pc:docMk/>
            <pc:sldMk cId="1173872595" sldId="445"/>
            <ac:picMk id="6" creationId="{4600E78C-9705-3789-2144-42ECABA0B17F}"/>
          </ac:picMkLst>
        </pc:picChg>
      </pc:sldChg>
      <pc:sldChg chg="add">
        <pc:chgData name="janghoon jun" userId="056a5883350c2f5e" providerId="LiveId" clId="{74AFAB52-6487-4651-9B79-2F181DBD8D0A}" dt="2026-04-30T00:10:06.851" v="1519"/>
        <pc:sldMkLst>
          <pc:docMk/>
          <pc:sldMk cId="1011494890" sldId="446"/>
        </pc:sldMkLst>
      </pc:sldChg>
      <pc:sldChg chg="add del ord">
        <pc:chgData name="janghoon jun" userId="056a5883350c2f5e" providerId="LiveId" clId="{74AFAB52-6487-4651-9B79-2F181DBD8D0A}" dt="2026-04-30T00:10:38.776" v="1551" actId="47"/>
        <pc:sldMkLst>
          <pc:docMk/>
          <pc:sldMk cId="926544205" sldId="447"/>
        </pc:sldMkLst>
      </pc:sldChg>
      <pc:sldChg chg="addSp delSp modSp add mod ord">
        <pc:chgData name="janghoon jun" userId="056a5883350c2f5e" providerId="LiveId" clId="{74AFAB52-6487-4651-9B79-2F181DBD8D0A}" dt="2026-04-30T01:14:00.074" v="2638" actId="404"/>
        <pc:sldMkLst>
          <pc:docMk/>
          <pc:sldMk cId="3714070417" sldId="447"/>
        </pc:sldMkLst>
        <pc:spChg chg="mod">
          <ac:chgData name="janghoon jun" userId="056a5883350c2f5e" providerId="LiveId" clId="{74AFAB52-6487-4651-9B79-2F181DBD8D0A}" dt="2026-04-30T00:15:03.792" v="1673" actId="20577"/>
          <ac:spMkLst>
            <pc:docMk/>
            <pc:sldMk cId="3714070417" sldId="447"/>
            <ac:spMk id="11" creationId="{2C187963-7A49-FE75-24B5-BC08064FA3CB}"/>
          </ac:spMkLst>
        </pc:spChg>
        <pc:graphicFrameChg chg="mod modGraphic">
          <ac:chgData name="janghoon jun" userId="056a5883350c2f5e" providerId="LiveId" clId="{74AFAB52-6487-4651-9B79-2F181DBD8D0A}" dt="2026-04-30T01:14:00.074" v="2638" actId="404"/>
          <ac:graphicFrameMkLst>
            <pc:docMk/>
            <pc:sldMk cId="3714070417" sldId="447"/>
            <ac:graphicFrameMk id="3" creationId="{86CC0959-5CB0-AE80-3D0E-6EBF138089D3}"/>
          </ac:graphicFrameMkLst>
        </pc:graphicFrameChg>
        <pc:graphicFrameChg chg="add mod modGraphic">
          <ac:chgData name="janghoon jun" userId="056a5883350c2f5e" providerId="LiveId" clId="{74AFAB52-6487-4651-9B79-2F181DBD8D0A}" dt="2026-04-30T01:13:59.777" v="2637" actId="404"/>
          <ac:graphicFrameMkLst>
            <pc:docMk/>
            <pc:sldMk cId="3714070417" sldId="447"/>
            <ac:graphicFrameMk id="5" creationId="{FC5D62D1-777B-B096-AF47-AA0131186F24}"/>
          </ac:graphicFrameMkLst>
        </pc:graphicFrameChg>
        <pc:graphicFrameChg chg="del">
          <ac:chgData name="janghoon jun" userId="056a5883350c2f5e" providerId="LiveId" clId="{74AFAB52-6487-4651-9B79-2F181DBD8D0A}" dt="2026-04-30T00:11:06.496" v="1624" actId="478"/>
          <ac:graphicFrameMkLst>
            <pc:docMk/>
            <pc:sldMk cId="3714070417" sldId="447"/>
            <ac:graphicFrameMk id="9" creationId="{F71DA7B9-F9E4-1EED-9AC7-474F7358C119}"/>
          </ac:graphicFrameMkLst>
        </pc:graphicFrameChg>
        <pc:picChg chg="add del mod">
          <ac:chgData name="janghoon jun" userId="056a5883350c2f5e" providerId="LiveId" clId="{74AFAB52-6487-4651-9B79-2F181DBD8D0A}" dt="2026-04-30T00:38:58.543" v="1812" actId="478"/>
          <ac:picMkLst>
            <pc:docMk/>
            <pc:sldMk cId="3714070417" sldId="447"/>
            <ac:picMk id="7" creationId="{C150B62C-3959-88B1-97F3-115676D5EEB9}"/>
          </ac:picMkLst>
        </pc:picChg>
      </pc:sldChg>
      <pc:sldChg chg="modSp add mod">
        <pc:chgData name="janghoon jun" userId="056a5883350c2f5e" providerId="LiveId" clId="{74AFAB52-6487-4651-9B79-2F181DBD8D0A}" dt="2026-04-30T01:14:02.370" v="2640" actId="404"/>
        <pc:sldMkLst>
          <pc:docMk/>
          <pc:sldMk cId="758150741" sldId="448"/>
        </pc:sldMkLst>
        <pc:spChg chg="mod">
          <ac:chgData name="janghoon jun" userId="056a5883350c2f5e" providerId="LiveId" clId="{74AFAB52-6487-4651-9B79-2F181DBD8D0A}" dt="2026-04-30T00:15:14.489" v="1684" actId="20577"/>
          <ac:spMkLst>
            <pc:docMk/>
            <pc:sldMk cId="758150741" sldId="448"/>
            <ac:spMk id="11" creationId="{C0CBD8F0-F695-6084-612A-182BA033EEDB}"/>
          </ac:spMkLst>
        </pc:spChg>
        <pc:graphicFrameChg chg="mod modGraphic">
          <ac:chgData name="janghoon jun" userId="056a5883350c2f5e" providerId="LiveId" clId="{74AFAB52-6487-4651-9B79-2F181DBD8D0A}" dt="2026-04-30T01:14:02.370" v="2640" actId="404"/>
          <ac:graphicFrameMkLst>
            <pc:docMk/>
            <pc:sldMk cId="758150741" sldId="448"/>
            <ac:graphicFrameMk id="3" creationId="{2314823B-A23B-1A1D-93EE-3DE90B6D4D9E}"/>
          </ac:graphicFrameMkLst>
        </pc:graphicFrameChg>
        <pc:graphicFrameChg chg="mod modGraphic">
          <ac:chgData name="janghoon jun" userId="056a5883350c2f5e" providerId="LiveId" clId="{74AFAB52-6487-4651-9B79-2F181DBD8D0A}" dt="2026-04-30T01:14:01.917" v="2639" actId="404"/>
          <ac:graphicFrameMkLst>
            <pc:docMk/>
            <pc:sldMk cId="758150741" sldId="448"/>
            <ac:graphicFrameMk id="5" creationId="{CC2CB5A6-F5DD-FBF1-C92C-D06C15163DC9}"/>
          </ac:graphicFrameMkLst>
        </pc:graphicFrameChg>
      </pc:sldChg>
      <pc:sldChg chg="delSp modSp add mod">
        <pc:chgData name="janghoon jun" userId="056a5883350c2f5e" providerId="LiveId" clId="{74AFAB52-6487-4651-9B79-2F181DBD8D0A}" dt="2026-04-30T00:39:14.137" v="1817" actId="1076"/>
        <pc:sldMkLst>
          <pc:docMk/>
          <pc:sldMk cId="3014854381" sldId="449"/>
        </pc:sldMkLst>
        <pc:graphicFrameChg chg="del">
          <ac:chgData name="janghoon jun" userId="056a5883350c2f5e" providerId="LiveId" clId="{74AFAB52-6487-4651-9B79-2F181DBD8D0A}" dt="2026-04-30T00:39:01.949" v="1814" actId="478"/>
          <ac:graphicFrameMkLst>
            <pc:docMk/>
            <pc:sldMk cId="3014854381" sldId="449"/>
            <ac:graphicFrameMk id="3" creationId="{A3677FFD-2866-CE12-20FB-73002DDC2FDA}"/>
          </ac:graphicFrameMkLst>
        </pc:graphicFrameChg>
        <pc:graphicFrameChg chg="del">
          <ac:chgData name="janghoon jun" userId="056a5883350c2f5e" providerId="LiveId" clId="{74AFAB52-6487-4651-9B79-2F181DBD8D0A}" dt="2026-04-30T00:38:56.260" v="1811" actId="478"/>
          <ac:graphicFrameMkLst>
            <pc:docMk/>
            <pc:sldMk cId="3014854381" sldId="449"/>
            <ac:graphicFrameMk id="5" creationId="{BD404FD1-60F2-2C84-A177-E3B69D2E987B}"/>
          </ac:graphicFrameMkLst>
        </pc:graphicFrameChg>
        <pc:picChg chg="mod">
          <ac:chgData name="janghoon jun" userId="056a5883350c2f5e" providerId="LiveId" clId="{74AFAB52-6487-4651-9B79-2F181DBD8D0A}" dt="2026-04-30T00:39:14.137" v="1817" actId="1076"/>
          <ac:picMkLst>
            <pc:docMk/>
            <pc:sldMk cId="3014854381" sldId="449"/>
            <ac:picMk id="7" creationId="{C9983188-77AE-AF74-A801-610DA0B5FD99}"/>
          </ac:picMkLst>
        </pc:picChg>
      </pc:sldChg>
      <pc:sldChg chg="addSp delSp modSp add mod ord">
        <pc:chgData name="janghoon jun" userId="056a5883350c2f5e" providerId="LiveId" clId="{74AFAB52-6487-4651-9B79-2F181DBD8D0A}" dt="2026-04-30T00:39:54.699" v="1841" actId="478"/>
        <pc:sldMkLst>
          <pc:docMk/>
          <pc:sldMk cId="1944354834" sldId="450"/>
        </pc:sldMkLst>
        <pc:spChg chg="mod">
          <ac:chgData name="janghoon jun" userId="056a5883350c2f5e" providerId="LiveId" clId="{74AFAB52-6487-4651-9B79-2F181DBD8D0A}" dt="2026-04-30T00:39:37.042" v="1836" actId="20577"/>
          <ac:spMkLst>
            <pc:docMk/>
            <pc:sldMk cId="1944354834" sldId="450"/>
            <ac:spMk id="11" creationId="{28F0502B-6362-FF80-9026-F61BE2388919}"/>
          </ac:spMkLst>
        </pc:spChg>
        <pc:picChg chg="add mod ord">
          <ac:chgData name="janghoon jun" userId="056a5883350c2f5e" providerId="LiveId" clId="{74AFAB52-6487-4651-9B79-2F181DBD8D0A}" dt="2026-04-30T00:39:53.043" v="1840" actId="167"/>
          <ac:picMkLst>
            <pc:docMk/>
            <pc:sldMk cId="1944354834" sldId="450"/>
            <ac:picMk id="5" creationId="{FE09C3DB-1D07-5DCE-3DAE-9CBE3E15BD7C}"/>
          </ac:picMkLst>
        </pc:picChg>
        <pc:picChg chg="del">
          <ac:chgData name="janghoon jun" userId="056a5883350c2f5e" providerId="LiveId" clId="{74AFAB52-6487-4651-9B79-2F181DBD8D0A}" dt="2026-04-30T00:39:54.699" v="1841" actId="478"/>
          <ac:picMkLst>
            <pc:docMk/>
            <pc:sldMk cId="1944354834" sldId="450"/>
            <ac:picMk id="7" creationId="{2E0B50CD-D74B-81E6-AC37-D4F6C97A5D8D}"/>
          </ac:picMkLst>
        </pc:picChg>
      </pc:sldChg>
      <pc:sldChg chg="addSp delSp modSp add mod">
        <pc:chgData name="janghoon jun" userId="056a5883350c2f5e" providerId="LiveId" clId="{74AFAB52-6487-4651-9B79-2F181DBD8D0A}" dt="2026-04-30T00:53:39.322" v="2082" actId="20577"/>
        <pc:sldMkLst>
          <pc:docMk/>
          <pc:sldMk cId="2083855119" sldId="451"/>
        </pc:sldMkLst>
        <pc:spChg chg="mod ord">
          <ac:chgData name="janghoon jun" userId="056a5883350c2f5e" providerId="LiveId" clId="{74AFAB52-6487-4651-9B79-2F181DBD8D0A}" dt="2026-04-30T00:53:39.322" v="2082" actId="20577"/>
          <ac:spMkLst>
            <pc:docMk/>
            <pc:sldMk cId="2083855119" sldId="451"/>
            <ac:spMk id="3" creationId="{8CDEC9F7-2246-ED5F-159E-5D0850FD97D6}"/>
          </ac:spMkLst>
        </pc:spChg>
        <pc:spChg chg="add del mod">
          <ac:chgData name="janghoon jun" userId="056a5883350c2f5e" providerId="LiveId" clId="{74AFAB52-6487-4651-9B79-2F181DBD8D0A}" dt="2026-04-30T00:49:02.199" v="2001" actId="478"/>
          <ac:spMkLst>
            <pc:docMk/>
            <pc:sldMk cId="2083855119" sldId="451"/>
            <ac:spMk id="5" creationId="{A4E35DEA-294F-F6D9-85BC-D0CD2A8F772E}"/>
          </ac:spMkLst>
        </pc:spChg>
        <pc:spChg chg="del">
          <ac:chgData name="janghoon jun" userId="056a5883350c2f5e" providerId="LiveId" clId="{74AFAB52-6487-4651-9B79-2F181DBD8D0A}" dt="2026-04-30T00:48:41.839" v="1997" actId="478"/>
          <ac:spMkLst>
            <pc:docMk/>
            <pc:sldMk cId="2083855119" sldId="451"/>
            <ac:spMk id="7" creationId="{3237B6D4-C353-8106-E4FD-EA767E06FF8F}"/>
          </ac:spMkLst>
        </pc:spChg>
        <pc:spChg chg="add del mod">
          <ac:chgData name="janghoon jun" userId="056a5883350c2f5e" providerId="LiveId" clId="{74AFAB52-6487-4651-9B79-2F181DBD8D0A}" dt="2026-04-30T00:49:00.636" v="2000" actId="478"/>
          <ac:spMkLst>
            <pc:docMk/>
            <pc:sldMk cId="2083855119" sldId="451"/>
            <ac:spMk id="9" creationId="{81D6476E-FA13-9F3A-20EC-E90B1693ED34}"/>
          </ac:spMkLst>
        </pc:spChg>
        <pc:graphicFrameChg chg="del">
          <ac:chgData name="janghoon jun" userId="056a5883350c2f5e" providerId="LiveId" clId="{74AFAB52-6487-4651-9B79-2F181DBD8D0A}" dt="2026-04-30T00:48:40.903" v="1996" actId="478"/>
          <ac:graphicFrameMkLst>
            <pc:docMk/>
            <pc:sldMk cId="2083855119" sldId="451"/>
            <ac:graphicFrameMk id="6" creationId="{B3AC2D79-7885-D014-1F3A-104B7322CE9C}"/>
          </ac:graphicFrameMkLst>
        </pc:graphicFrameChg>
        <pc:picChg chg="add mod">
          <ac:chgData name="janghoon jun" userId="056a5883350c2f5e" providerId="LiveId" clId="{74AFAB52-6487-4651-9B79-2F181DBD8D0A}" dt="2026-04-30T00:49:09.996" v="2005" actId="14100"/>
          <ac:picMkLst>
            <pc:docMk/>
            <pc:sldMk cId="2083855119" sldId="451"/>
            <ac:picMk id="8" creationId="{C671C277-89AA-1AC0-6310-66046529B38D}"/>
          </ac:picMkLst>
        </pc:picChg>
        <pc:picChg chg="add mod">
          <ac:chgData name="janghoon jun" userId="056a5883350c2f5e" providerId="LiveId" clId="{74AFAB52-6487-4651-9B79-2F181DBD8D0A}" dt="2026-04-30T00:49:37.059" v="2012" actId="14100"/>
          <ac:picMkLst>
            <pc:docMk/>
            <pc:sldMk cId="2083855119" sldId="451"/>
            <ac:picMk id="10" creationId="{35231708-4493-894B-79D3-89FD4CD77D0A}"/>
          </ac:picMkLst>
        </pc:picChg>
      </pc:sldChg>
      <pc:sldChg chg="addSp delSp modSp add del mod">
        <pc:chgData name="janghoon jun" userId="056a5883350c2f5e" providerId="LiveId" clId="{74AFAB52-6487-4651-9B79-2F181DBD8D0A}" dt="2026-04-30T00:48:01.296" v="1994" actId="47"/>
        <pc:sldMkLst>
          <pc:docMk/>
          <pc:sldMk cId="3170950994" sldId="451"/>
        </pc:sldMkLst>
        <pc:spChg chg="del mod">
          <ac:chgData name="janghoon jun" userId="056a5883350c2f5e" providerId="LiveId" clId="{74AFAB52-6487-4651-9B79-2F181DBD8D0A}" dt="2026-04-30T00:46:07.527" v="1983" actId="478"/>
          <ac:spMkLst>
            <pc:docMk/>
            <pc:sldMk cId="3170950994" sldId="451"/>
            <ac:spMk id="3" creationId="{C0515C57-9706-5C67-F327-AE692B81AAAB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5" creationId="{458E5B27-19A0-AECC-FEE9-69B9ECC01BC2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8" creationId="{52E0D61A-8BF7-FB61-FE44-23AEC8DABFA3}"/>
          </ac:spMkLst>
        </pc:spChg>
        <pc:spChg chg="del">
          <ac:chgData name="janghoon jun" userId="056a5883350c2f5e" providerId="LiveId" clId="{74AFAB52-6487-4651-9B79-2F181DBD8D0A}" dt="2026-04-30T00:45:50.184" v="1980" actId="478"/>
          <ac:spMkLst>
            <pc:docMk/>
            <pc:sldMk cId="3170950994" sldId="451"/>
            <ac:spMk id="10" creationId="{6980B408-2E75-584E-3199-2510480DAF53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1" creationId="{06CF6D3F-7768-ED72-4BC6-9524C62BB579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3" creationId="{FB3ABF13-5969-1B9C-A690-841F05AB9514}"/>
          </ac:spMkLst>
        </pc:spChg>
        <pc:spChg chg="add del mod">
          <ac:chgData name="janghoon jun" userId="056a5883350c2f5e" providerId="LiveId" clId="{74AFAB52-6487-4651-9B79-2F181DBD8D0A}" dt="2026-04-30T00:46:08.494" v="1984" actId="478"/>
          <ac:spMkLst>
            <pc:docMk/>
            <pc:sldMk cId="3170950994" sldId="451"/>
            <ac:spMk id="16" creationId="{49816CCB-4D6B-6296-0E83-17D1F6B7EE6A}"/>
          </ac:spMkLst>
        </pc:spChg>
        <pc:graphicFrameChg chg="del">
          <ac:chgData name="janghoon jun" userId="056a5883350c2f5e" providerId="LiveId" clId="{74AFAB52-6487-4651-9B79-2F181DBD8D0A}" dt="2026-04-30T00:45:51.632" v="1981" actId="478"/>
          <ac:graphicFrameMkLst>
            <pc:docMk/>
            <pc:sldMk cId="3170950994" sldId="451"/>
            <ac:graphicFrameMk id="6" creationId="{56A621DB-0D51-29DE-967E-0AF0CBC1E7B1}"/>
          </ac:graphicFrameMkLst>
        </pc:graphicFrame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7" creationId="{4891B7D5-8D8C-5ED4-B9F1-A61A41057A95}"/>
          </ac:picMkLst>
        </pc:pic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9" creationId="{E8D5A6A2-15F7-265B-BA77-6CA8E94D27F7}"/>
          </ac:picMkLst>
        </pc:picChg>
        <pc:picChg chg="add mod">
          <ac:chgData name="janghoon jun" userId="056a5883350c2f5e" providerId="LiveId" clId="{74AFAB52-6487-4651-9B79-2F181DBD8D0A}" dt="2026-04-30T00:46:22.918" v="1986" actId="1076"/>
          <ac:picMkLst>
            <pc:docMk/>
            <pc:sldMk cId="3170950994" sldId="451"/>
            <ac:picMk id="12" creationId="{46EA115B-23F5-5114-25E9-6DE5EB226262}"/>
          </ac:picMkLst>
        </pc:picChg>
        <pc:picChg chg="add mod">
          <ac:chgData name="janghoon jun" userId="056a5883350c2f5e" providerId="LiveId" clId="{74AFAB52-6487-4651-9B79-2F181DBD8D0A}" dt="2026-04-30T00:46:48.354" v="1989" actId="1076"/>
          <ac:picMkLst>
            <pc:docMk/>
            <pc:sldMk cId="3170950994" sldId="451"/>
            <ac:picMk id="14" creationId="{BF3BE6DB-5E13-0560-C7ED-040BB7F621B8}"/>
          </ac:picMkLst>
        </pc:picChg>
      </pc:sldChg>
      <pc:sldChg chg="addSp delSp modSp add mod">
        <pc:chgData name="janghoon jun" userId="056a5883350c2f5e" providerId="LiveId" clId="{74AFAB52-6487-4651-9B79-2F181DBD8D0A}" dt="2026-04-30T00:53:11.027" v="2067" actId="14100"/>
        <pc:sldMkLst>
          <pc:docMk/>
          <pc:sldMk cId="1599999059" sldId="452"/>
        </pc:sldMkLst>
        <pc:spChg chg="del">
          <ac:chgData name="janghoon jun" userId="056a5883350c2f5e" providerId="LiveId" clId="{74AFAB52-6487-4651-9B79-2F181DBD8D0A}" dt="2026-04-30T00:50:09.323" v="2016" actId="478"/>
          <ac:spMkLst>
            <pc:docMk/>
            <pc:sldMk cId="1599999059" sldId="452"/>
            <ac:spMk id="10" creationId="{615E322B-8AE8-FAE9-20B8-BB2B8C41B63A}"/>
          </ac:spMkLst>
        </pc:spChg>
        <pc:graphicFrameChg chg="del">
          <ac:chgData name="janghoon jun" userId="056a5883350c2f5e" providerId="LiveId" clId="{74AFAB52-6487-4651-9B79-2F181DBD8D0A}" dt="2026-04-30T00:50:08.354" v="2015" actId="478"/>
          <ac:graphicFrameMkLst>
            <pc:docMk/>
            <pc:sldMk cId="1599999059" sldId="452"/>
            <ac:graphicFrameMk id="6" creationId="{F3C7CE2E-C644-42B6-5530-66A28684DD8B}"/>
          </ac:graphicFrameMkLst>
        </pc:graphicFrameChg>
        <pc:picChg chg="add mod">
          <ac:chgData name="janghoon jun" userId="056a5883350c2f5e" providerId="LiveId" clId="{74AFAB52-6487-4651-9B79-2F181DBD8D0A}" dt="2026-04-30T00:50:42.682" v="2025" actId="14100"/>
          <ac:picMkLst>
            <pc:docMk/>
            <pc:sldMk cId="1599999059" sldId="452"/>
            <ac:picMk id="5" creationId="{3D094B75-AA7C-0679-5174-34B7EB1C6B12}"/>
          </ac:picMkLst>
        </pc:picChg>
        <pc:picChg chg="add mod">
          <ac:chgData name="janghoon jun" userId="056a5883350c2f5e" providerId="LiveId" clId="{74AFAB52-6487-4651-9B79-2F181DBD8D0A}" dt="2026-04-30T00:50:33.366" v="2023" actId="14100"/>
          <ac:picMkLst>
            <pc:docMk/>
            <pc:sldMk cId="1599999059" sldId="452"/>
            <ac:picMk id="7" creationId="{D9D4E2D7-C6D1-FF1A-5E19-EBE1C0469415}"/>
          </ac:picMkLst>
        </pc:picChg>
        <pc:picChg chg="add mod">
          <ac:chgData name="janghoon jun" userId="056a5883350c2f5e" providerId="LiveId" clId="{74AFAB52-6487-4651-9B79-2F181DBD8D0A}" dt="2026-04-30T00:53:11.027" v="2067" actId="14100"/>
          <ac:picMkLst>
            <pc:docMk/>
            <pc:sldMk cId="1599999059" sldId="452"/>
            <ac:picMk id="8" creationId="{AA3D9CB8-60E9-DA22-9684-6344A9E5D001}"/>
          </ac:picMkLst>
        </pc:picChg>
      </pc:sldChg>
      <pc:sldChg chg="add del ord">
        <pc:chgData name="janghoon jun" userId="056a5883350c2f5e" providerId="LiveId" clId="{74AFAB52-6487-4651-9B79-2F181DBD8D0A}" dt="2026-04-30T00:48:00.239" v="1993" actId="47"/>
        <pc:sldMkLst>
          <pc:docMk/>
          <pc:sldMk cId="4077117757" sldId="452"/>
        </pc:sldMkLst>
      </pc:sldChg>
      <pc:sldChg chg="addSp delSp modSp add mod ord">
        <pc:chgData name="janghoon jun" userId="056a5883350c2f5e" providerId="LiveId" clId="{74AFAB52-6487-4651-9B79-2F181DBD8D0A}" dt="2026-04-30T00:53:00.677" v="2065" actId="14100"/>
        <pc:sldMkLst>
          <pc:docMk/>
          <pc:sldMk cId="204384169" sldId="453"/>
        </pc:sldMkLst>
        <pc:spChg chg="mod">
          <ac:chgData name="janghoon jun" userId="056a5883350c2f5e" providerId="LiveId" clId="{74AFAB52-6487-4651-9B79-2F181DBD8D0A}" dt="2026-04-30T00:51:47.887" v="2045" actId="20577"/>
          <ac:spMkLst>
            <pc:docMk/>
            <pc:sldMk cId="204384169" sldId="453"/>
            <ac:spMk id="3" creationId="{2E9AC4AF-2D55-F48D-0F0E-5FB8D9B13FEF}"/>
          </ac:spMkLst>
        </pc:spChg>
        <pc:picChg chg="del">
          <ac:chgData name="janghoon jun" userId="056a5883350c2f5e" providerId="LiveId" clId="{74AFAB52-6487-4651-9B79-2F181DBD8D0A}" dt="2026-04-30T00:52:37.196" v="2060" actId="478"/>
          <ac:picMkLst>
            <pc:docMk/>
            <pc:sldMk cId="204384169" sldId="453"/>
            <ac:picMk id="5" creationId="{C0724D73-9641-A2CE-397D-54AD5646A141}"/>
          </ac:picMkLst>
        </pc:picChg>
        <pc:picChg chg="del">
          <ac:chgData name="janghoon jun" userId="056a5883350c2f5e" providerId="LiveId" clId="{74AFAB52-6487-4651-9B79-2F181DBD8D0A}" dt="2026-04-30T00:52:05.887" v="2052" actId="478"/>
          <ac:picMkLst>
            <pc:docMk/>
            <pc:sldMk cId="204384169" sldId="453"/>
            <ac:picMk id="7" creationId="{CFFF8F0B-CD06-AD97-0AF8-C8C419E15D67}"/>
          </ac:picMkLst>
        </pc:picChg>
        <pc:picChg chg="del">
          <ac:chgData name="janghoon jun" userId="056a5883350c2f5e" providerId="LiveId" clId="{74AFAB52-6487-4651-9B79-2F181DBD8D0A}" dt="2026-04-30T00:52:49.825" v="2063" actId="478"/>
          <ac:picMkLst>
            <pc:docMk/>
            <pc:sldMk cId="204384169" sldId="453"/>
            <ac:picMk id="8" creationId="{A435C940-EF35-3D1E-11B3-1468073F62C4}"/>
          </ac:picMkLst>
        </pc:picChg>
        <pc:picChg chg="add mod ord">
          <ac:chgData name="janghoon jun" userId="056a5883350c2f5e" providerId="LiveId" clId="{74AFAB52-6487-4651-9B79-2F181DBD8D0A}" dt="2026-04-30T00:52:03.887" v="2051" actId="167"/>
          <ac:picMkLst>
            <pc:docMk/>
            <pc:sldMk cId="204384169" sldId="453"/>
            <ac:picMk id="9" creationId="{72D27FB0-CEE9-0F6B-9DC5-F7EE7F549AD2}"/>
          </ac:picMkLst>
        </pc:picChg>
        <pc:picChg chg="add mod ord">
          <ac:chgData name="janghoon jun" userId="056a5883350c2f5e" providerId="LiveId" clId="{74AFAB52-6487-4651-9B79-2F181DBD8D0A}" dt="2026-04-30T00:52:35.760" v="2059" actId="167"/>
          <ac:picMkLst>
            <pc:docMk/>
            <pc:sldMk cId="204384169" sldId="453"/>
            <ac:picMk id="11" creationId="{F2A4F272-B4DE-21A8-4A6F-FC45D6CC5DB1}"/>
          </ac:picMkLst>
        </pc:picChg>
        <pc:picChg chg="add mod">
          <ac:chgData name="janghoon jun" userId="056a5883350c2f5e" providerId="LiveId" clId="{74AFAB52-6487-4651-9B79-2F181DBD8D0A}" dt="2026-04-30T00:53:00.677" v="2065" actId="14100"/>
          <ac:picMkLst>
            <pc:docMk/>
            <pc:sldMk cId="204384169" sldId="453"/>
            <ac:picMk id="13" creationId="{71E4197F-A4BC-0C67-0D16-3AD89985B2F4}"/>
          </ac:picMkLst>
        </pc:picChg>
      </pc:sldChg>
      <pc:sldChg chg="addSp delSp modSp add mod ord">
        <pc:chgData name="janghoon jun" userId="056a5883350c2f5e" providerId="LiveId" clId="{74AFAB52-6487-4651-9B79-2F181DBD8D0A}" dt="2026-04-30T00:54:22.826" v="2093" actId="14100"/>
        <pc:sldMkLst>
          <pc:docMk/>
          <pc:sldMk cId="2069850026" sldId="454"/>
        </pc:sldMkLst>
        <pc:spChg chg="mod ord">
          <ac:chgData name="janghoon jun" userId="056a5883350c2f5e" providerId="LiveId" clId="{74AFAB52-6487-4651-9B79-2F181DBD8D0A}" dt="2026-04-30T00:54:08.199" v="2088" actId="166"/>
          <ac:spMkLst>
            <pc:docMk/>
            <pc:sldMk cId="2069850026" sldId="454"/>
            <ac:spMk id="3" creationId="{7E82AF84-369B-8873-99B7-35DF74AF1633}"/>
          </ac:spMkLst>
        </pc:spChg>
        <pc:picChg chg="add mod">
          <ac:chgData name="janghoon jun" userId="056a5883350c2f5e" providerId="LiveId" clId="{74AFAB52-6487-4651-9B79-2F181DBD8D0A}" dt="2026-04-30T00:54:02.811" v="2087" actId="1076"/>
          <ac:picMkLst>
            <pc:docMk/>
            <pc:sldMk cId="2069850026" sldId="454"/>
            <ac:picMk id="6" creationId="{A285CD5D-99D4-2CD0-E53A-65E84FA78FEB}"/>
          </ac:picMkLst>
        </pc:picChg>
        <pc:picChg chg="del">
          <ac:chgData name="janghoon jun" userId="056a5883350c2f5e" providerId="LiveId" clId="{74AFAB52-6487-4651-9B79-2F181DBD8D0A}" dt="2026-04-30T00:53:59.667" v="2086" actId="478"/>
          <ac:picMkLst>
            <pc:docMk/>
            <pc:sldMk cId="2069850026" sldId="454"/>
            <ac:picMk id="8" creationId="{A0BA17FE-3A97-F600-B46B-B629250861DD}"/>
          </ac:picMkLst>
        </pc:picChg>
        <pc:picChg chg="add mod">
          <ac:chgData name="janghoon jun" userId="056a5883350c2f5e" providerId="LiveId" clId="{74AFAB52-6487-4651-9B79-2F181DBD8D0A}" dt="2026-04-30T00:54:22.826" v="2093" actId="14100"/>
          <ac:picMkLst>
            <pc:docMk/>
            <pc:sldMk cId="2069850026" sldId="454"/>
            <ac:picMk id="9" creationId="{620E0C6C-2239-6340-7AF2-46BB5D2EBFB9}"/>
          </ac:picMkLst>
        </pc:picChg>
        <pc:picChg chg="del">
          <ac:chgData name="janghoon jun" userId="056a5883350c2f5e" providerId="LiveId" clId="{74AFAB52-6487-4651-9B79-2F181DBD8D0A}" dt="2026-04-30T00:54:11.824" v="2089" actId="478"/>
          <ac:picMkLst>
            <pc:docMk/>
            <pc:sldMk cId="2069850026" sldId="454"/>
            <ac:picMk id="10" creationId="{CEC0B618-FB27-AC57-F2E1-5DD325F6542A}"/>
          </ac:picMkLst>
        </pc:pic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571333182" sldId="455"/>
        </pc:sldMkLst>
        <pc:spChg chg="mod">
          <ac:chgData name="janghoon jun" userId="056a5883350c2f5e" providerId="LiveId" clId="{74AFAB52-6487-4651-9B79-2F181DBD8D0A}" dt="2026-04-30T01:02:48.825" v="2298" actId="20577"/>
          <ac:spMkLst>
            <pc:docMk/>
            <pc:sldMk cId="2571333182" sldId="455"/>
            <ac:spMk id="2" creationId="{386FCAA3-F291-38D0-C0CE-733A6DB73E14}"/>
          </ac:spMkLst>
        </pc:spChg>
      </pc:sldChg>
      <pc:sldChg chg="addSp delSp modSp add del mod">
        <pc:chgData name="janghoon jun" userId="056a5883350c2f5e" providerId="LiveId" clId="{74AFAB52-6487-4651-9B79-2F181DBD8D0A}" dt="2026-04-30T01:24:00.824" v="2648" actId="47"/>
        <pc:sldMkLst>
          <pc:docMk/>
          <pc:sldMk cId="2429218044" sldId="456"/>
        </pc:sldMkLst>
        <pc:spChg chg="del">
          <ac:chgData name="janghoon jun" userId="056a5883350c2f5e" providerId="LiveId" clId="{74AFAB52-6487-4651-9B79-2F181DBD8D0A}" dt="2026-04-30T00:55:45.761" v="2124" actId="478"/>
          <ac:spMkLst>
            <pc:docMk/>
            <pc:sldMk cId="2429218044" sldId="456"/>
            <ac:spMk id="3" creationId="{E5A22403-CF71-718B-7911-00AFC9A302D1}"/>
          </ac:spMkLst>
        </pc:spChg>
        <pc:spChg chg="del">
          <ac:chgData name="janghoon jun" userId="056a5883350c2f5e" providerId="LiveId" clId="{74AFAB52-6487-4651-9B79-2F181DBD8D0A}" dt="2026-04-30T00:55:43.017" v="2123" actId="478"/>
          <ac:spMkLst>
            <pc:docMk/>
            <pc:sldMk cId="2429218044" sldId="456"/>
            <ac:spMk id="7" creationId="{2B4E660F-4E1D-ADF7-F8CD-4E87288CA7F1}"/>
          </ac:spMkLst>
        </pc:spChg>
        <pc:spChg chg="add del mod">
          <ac:chgData name="janghoon jun" userId="056a5883350c2f5e" providerId="LiveId" clId="{74AFAB52-6487-4651-9B79-2F181DBD8D0A}" dt="2026-04-30T00:57:37.714" v="2129"/>
          <ac:spMkLst>
            <pc:docMk/>
            <pc:sldMk cId="2429218044" sldId="456"/>
            <ac:spMk id="8" creationId="{5A53C277-0D4D-31A1-10DF-D17C699164C0}"/>
          </ac:spMkLst>
        </pc:spChg>
        <pc:spChg chg="add mod">
          <ac:chgData name="janghoon jun" userId="056a5883350c2f5e" providerId="LiveId" clId="{74AFAB52-6487-4651-9B79-2F181DBD8D0A}" dt="2026-04-30T01:02:56.263" v="2308" actId="20577"/>
          <ac:spMkLst>
            <pc:docMk/>
            <pc:sldMk cId="2429218044" sldId="456"/>
            <ac:spMk id="12" creationId="{54D0792D-39F9-BEE8-9C84-0DF2C48B6A15}"/>
          </ac:spMkLst>
        </pc:spChg>
        <pc:spChg chg="add del mod">
          <ac:chgData name="janghoon jun" userId="056a5883350c2f5e" providerId="LiveId" clId="{74AFAB52-6487-4651-9B79-2F181DBD8D0A}" dt="2026-04-30T01:00:16.527" v="2238" actId="478"/>
          <ac:spMkLst>
            <pc:docMk/>
            <pc:sldMk cId="2429218044" sldId="456"/>
            <ac:spMk id="15" creationId="{B5AC90E7-09CD-61F5-697F-E80D56533DF6}"/>
          </ac:spMkLst>
        </pc:spChg>
        <pc:graphicFrameChg chg="del">
          <ac:chgData name="janghoon jun" userId="056a5883350c2f5e" providerId="LiveId" clId="{74AFAB52-6487-4651-9B79-2F181DBD8D0A}" dt="2026-04-30T00:55:41.684" v="2122" actId="478"/>
          <ac:graphicFrameMkLst>
            <pc:docMk/>
            <pc:sldMk cId="2429218044" sldId="456"/>
            <ac:graphicFrameMk id="6" creationId="{385CCBB2-41BD-EE72-2602-699435395CD4}"/>
          </ac:graphicFrameMkLst>
        </pc:graphicFrameChg>
        <pc:graphicFrameChg chg="add del mod modGraphic">
          <ac:chgData name="janghoon jun" userId="056a5883350c2f5e" providerId="LiveId" clId="{74AFAB52-6487-4651-9B79-2F181DBD8D0A}" dt="2026-04-30T01:00:13.575" v="2237" actId="478"/>
          <ac:graphicFrameMkLst>
            <pc:docMk/>
            <pc:sldMk cId="2429218044" sldId="456"/>
            <ac:graphicFrameMk id="11" creationId="{E0F024B0-A3F8-0521-2438-AE14118AA530}"/>
          </ac:graphicFrameMkLst>
        </pc:graphicFrameChg>
        <pc:graphicFrameChg chg="add mod modGraphic">
          <ac:chgData name="janghoon jun" userId="056a5883350c2f5e" providerId="LiveId" clId="{74AFAB52-6487-4651-9B79-2F181DBD8D0A}" dt="2026-04-30T01:01:56.059" v="2274" actId="13219"/>
          <ac:graphicFrameMkLst>
            <pc:docMk/>
            <pc:sldMk cId="2429218044" sldId="456"/>
            <ac:graphicFrameMk id="13" creationId="{93D5CE53-B9FD-8246-7D0F-7EDFDF665966}"/>
          </ac:graphicFrameMkLst>
        </pc:graphicFrameChg>
        <pc:picChg chg="add del mod">
          <ac:chgData name="janghoon jun" userId="056a5883350c2f5e" providerId="LiveId" clId="{74AFAB52-6487-4651-9B79-2F181DBD8D0A}" dt="2026-04-30T00:57:27.738" v="2128" actId="478"/>
          <ac:picMkLst>
            <pc:docMk/>
            <pc:sldMk cId="2429218044" sldId="456"/>
            <ac:picMk id="9" creationId="{8A799C24-A350-E385-6332-7F00C3551B4F}"/>
          </ac:picMkLst>
        </pc:picChg>
        <pc:picChg chg="add del mod">
          <ac:chgData name="janghoon jun" userId="056a5883350c2f5e" providerId="LiveId" clId="{74AFAB52-6487-4651-9B79-2F181DBD8D0A}" dt="2026-04-30T00:57:27.060" v="2127" actId="478"/>
          <ac:picMkLst>
            <pc:docMk/>
            <pc:sldMk cId="2429218044" sldId="456"/>
            <ac:picMk id="10" creationId="{BA9220C5-2A23-D91F-6945-380032F833D2}"/>
          </ac:picMkLst>
        </pc:picChg>
        <pc:picChg chg="add del mod">
          <ac:chgData name="janghoon jun" userId="056a5883350c2f5e" providerId="LiveId" clId="{74AFAB52-6487-4651-9B79-2F181DBD8D0A}" dt="2026-04-30T01:15:12.425" v="2647" actId="478"/>
          <ac:picMkLst>
            <pc:docMk/>
            <pc:sldMk cId="2429218044" sldId="456"/>
            <ac:picMk id="17" creationId="{DF446E91-4918-2344-767A-795C933560C2}"/>
          </ac:picMkLst>
        </pc:picChg>
      </pc:sldChg>
      <pc:sldChg chg="modSp add del mod">
        <pc:chgData name="janghoon jun" userId="056a5883350c2f5e" providerId="LiveId" clId="{74AFAB52-6487-4651-9B79-2F181DBD8D0A}" dt="2026-04-30T01:02:15.404" v="2275" actId="47"/>
        <pc:sldMkLst>
          <pc:docMk/>
          <pc:sldMk cId="400809689" sldId="457"/>
        </pc:sldMkLst>
        <pc:graphicFrameChg chg="modGraphic">
          <ac:chgData name="janghoon jun" userId="056a5883350c2f5e" providerId="LiveId" clId="{74AFAB52-6487-4651-9B79-2F181DBD8D0A}" dt="2026-04-30T00:58:23.449" v="2135" actId="2165"/>
          <ac:graphicFrameMkLst>
            <pc:docMk/>
            <pc:sldMk cId="400809689" sldId="457"/>
            <ac:graphicFrameMk id="11" creationId="{E8BBDF85-FC1A-8FD5-A666-0A28921C0A42}"/>
          </ac:graphicFrameMkLst>
        </pc:graphicFrame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146198532" sldId="458"/>
        </pc:sldMkLst>
        <pc:spChg chg="mod">
          <ac:chgData name="janghoon jun" userId="056a5883350c2f5e" providerId="LiveId" clId="{74AFAB52-6487-4651-9B79-2F181DBD8D0A}" dt="2026-04-30T01:03:02.524" v="2316" actId="20577"/>
          <ac:spMkLst>
            <pc:docMk/>
            <pc:sldMk cId="2146198532" sldId="458"/>
            <ac:spMk id="12" creationId="{B9AAB3D8-054F-22EA-2864-658A52EE01A6}"/>
          </ac:spMkLst>
        </pc:spChg>
        <pc:graphicFrameChg chg="mod modGraphic">
          <ac:chgData name="janghoon jun" userId="056a5883350c2f5e" providerId="LiveId" clId="{74AFAB52-6487-4651-9B79-2F181DBD8D0A}" dt="2026-04-30T01:01:46.262" v="2272" actId="13219"/>
          <ac:graphicFrameMkLst>
            <pc:docMk/>
            <pc:sldMk cId="2146198532" sldId="458"/>
            <ac:graphicFrameMk id="13" creationId="{A5263F6B-9CFB-354D-D9FC-395B555F682E}"/>
          </ac:graphicFrameMkLst>
        </pc:graphicFrameChg>
      </pc:sldChg>
      <pc:sldChg chg="addSp delSp modSp add mod">
        <pc:chgData name="janghoon jun" userId="056a5883350c2f5e" providerId="LiveId" clId="{74AFAB52-6487-4651-9B79-2F181DBD8D0A}" dt="2026-04-30T01:24:28.496" v="2668" actId="6549"/>
        <pc:sldMkLst>
          <pc:docMk/>
          <pc:sldMk cId="4008110466" sldId="459"/>
        </pc:sldMkLst>
        <pc:spChg chg="mod">
          <ac:chgData name="janghoon jun" userId="056a5883350c2f5e" providerId="LiveId" clId="{74AFAB52-6487-4651-9B79-2F181DBD8D0A}" dt="2026-04-30T01:11:57.700" v="2622" actId="20577"/>
          <ac:spMkLst>
            <pc:docMk/>
            <pc:sldMk cId="4008110466" sldId="459"/>
            <ac:spMk id="3" creationId="{920CCC20-1194-4EC8-3558-F6A83B74D8CE}"/>
          </ac:spMkLst>
        </pc:spChg>
        <pc:graphicFrameChg chg="add mod modGraphic">
          <ac:chgData name="janghoon jun" userId="056a5883350c2f5e" providerId="LiveId" clId="{74AFAB52-6487-4651-9B79-2F181DBD8D0A}" dt="2026-04-30T01:11:52.591" v="2618" actId="1076"/>
          <ac:graphicFrameMkLst>
            <pc:docMk/>
            <pc:sldMk cId="4008110466" sldId="459"/>
            <ac:graphicFrameMk id="5" creationId="{5B92593A-3940-4019-1E2D-EA9FA8DE87D9}"/>
          </ac:graphicFrameMkLst>
        </pc:graphicFrameChg>
        <pc:graphicFrameChg chg="add del mod modGraphic">
          <ac:chgData name="janghoon jun" userId="056a5883350c2f5e" providerId="LiveId" clId="{74AFAB52-6487-4651-9B79-2F181DBD8D0A}" dt="2026-04-30T01:24:28.496" v="2668" actId="6549"/>
          <ac:graphicFrameMkLst>
            <pc:docMk/>
            <pc:sldMk cId="4008110466" sldId="459"/>
            <ac:graphicFrameMk id="6" creationId="{C528550A-E24D-45B9-0759-FB177967D337}"/>
          </ac:graphicFrameMkLst>
        </pc:graphicFrameChg>
      </pc:sldChg>
      <pc:sldChg chg="modSp add mod">
        <pc:chgData name="janghoon jun" userId="056a5883350c2f5e" providerId="LiveId" clId="{74AFAB52-6487-4651-9B79-2F181DBD8D0A}" dt="2026-04-30T01:42:34.542" v="2973" actId="20577"/>
        <pc:sldMkLst>
          <pc:docMk/>
          <pc:sldMk cId="2637360850" sldId="460"/>
        </pc:sldMkLst>
        <pc:spChg chg="mod">
          <ac:chgData name="janghoon jun" userId="056a5883350c2f5e" providerId="LiveId" clId="{74AFAB52-6487-4651-9B79-2F181DBD8D0A}" dt="2026-04-30T01:34:06.089" v="2972" actId="20577"/>
          <ac:spMkLst>
            <pc:docMk/>
            <pc:sldMk cId="2637360850" sldId="460"/>
            <ac:spMk id="2" creationId="{13ABBE78-02FA-72F3-4C99-5DF66B430979}"/>
          </ac:spMkLst>
        </pc:spChg>
        <pc:spChg chg="mod">
          <ac:chgData name="janghoon jun" userId="056a5883350c2f5e" providerId="LiveId" clId="{74AFAB52-6487-4651-9B79-2F181DBD8D0A}" dt="2026-04-30T01:42:34.542" v="2973" actId="20577"/>
          <ac:spMkLst>
            <pc:docMk/>
            <pc:sldMk cId="2637360850" sldId="460"/>
            <ac:spMk id="3" creationId="{9CF01FE3-122C-A217-8711-BE44765EB8F5}"/>
          </ac:spMkLst>
        </pc:spChg>
      </pc:sldChg>
      <pc:sldChg chg="modSp add mod">
        <pc:chgData name="janghoon jun" userId="056a5883350c2f5e" providerId="LiveId" clId="{74AFAB52-6487-4651-9B79-2F181DBD8D0A}" dt="2026-04-30T01:43:41.358" v="3053" actId="20577"/>
        <pc:sldMkLst>
          <pc:docMk/>
          <pc:sldMk cId="2986241208" sldId="461"/>
        </pc:sldMkLst>
        <pc:spChg chg="mod">
          <ac:chgData name="janghoon jun" userId="056a5883350c2f5e" providerId="LiveId" clId="{74AFAB52-6487-4651-9B79-2F181DBD8D0A}" dt="2026-04-30T01:43:41.358" v="3053" actId="20577"/>
          <ac:spMkLst>
            <pc:docMk/>
            <pc:sldMk cId="2986241208" sldId="461"/>
            <ac:spMk id="2" creationId="{1724058F-693E-837F-AD14-6990529B0388}"/>
          </ac:spMkLst>
        </pc:spChg>
      </pc:sldChg>
      <pc:sldChg chg="addSp delSp modSp add mod">
        <pc:chgData name="janghoon jun" userId="056a5883350c2f5e" providerId="LiveId" clId="{74AFAB52-6487-4651-9B79-2F181DBD8D0A}" dt="2026-04-30T01:48:08.574" v="3089" actId="1076"/>
        <pc:sldMkLst>
          <pc:docMk/>
          <pc:sldMk cId="1016590315" sldId="462"/>
        </pc:sldMkLst>
        <pc:spChg chg="mod">
          <ac:chgData name="janghoon jun" userId="056a5883350c2f5e" providerId="LiveId" clId="{74AFAB52-6487-4651-9B79-2F181DBD8D0A}" dt="2026-04-30T01:43:33.698" v="3040"/>
          <ac:spMkLst>
            <pc:docMk/>
            <pc:sldMk cId="1016590315" sldId="462"/>
            <ac:spMk id="3" creationId="{A4696106-F74C-85FD-FF81-B8707270C8E1}"/>
          </ac:spMkLst>
        </pc:spChg>
        <pc:spChg chg="del">
          <ac:chgData name="janghoon jun" userId="056a5883350c2f5e" providerId="LiveId" clId="{74AFAB52-6487-4651-9B79-2F181DBD8D0A}" dt="2026-04-30T01:45:35.443" v="3056" actId="478"/>
          <ac:spMkLst>
            <pc:docMk/>
            <pc:sldMk cId="1016590315" sldId="462"/>
            <ac:spMk id="7" creationId="{191EBF2F-268D-8D49-1143-8644360580EB}"/>
          </ac:spMkLst>
        </pc:spChg>
        <pc:grpChg chg="add mod">
          <ac:chgData name="janghoon jun" userId="056a5883350c2f5e" providerId="LiveId" clId="{74AFAB52-6487-4651-9B79-2F181DBD8D0A}" dt="2026-04-30T01:48:08.574" v="3089" actId="1076"/>
          <ac:grpSpMkLst>
            <pc:docMk/>
            <pc:sldMk cId="1016590315" sldId="462"/>
            <ac:grpSpMk id="12" creationId="{768293D4-52FF-DAB4-D495-820F5CF70C45}"/>
          </ac:grpSpMkLst>
        </pc:grpChg>
        <pc:graphicFrameChg chg="del modGraphic">
          <ac:chgData name="janghoon jun" userId="056a5883350c2f5e" providerId="LiveId" clId="{74AFAB52-6487-4651-9B79-2F181DBD8D0A}" dt="2026-04-30T01:45:34.147" v="3055" actId="478"/>
          <ac:graphicFrameMkLst>
            <pc:docMk/>
            <pc:sldMk cId="1016590315" sldId="462"/>
            <ac:graphicFrameMk id="6" creationId="{870D98C4-1437-1CC6-7A64-D8D0F4442D46}"/>
          </ac:graphicFrameMkLst>
        </pc:graphicFrameChg>
        <pc:picChg chg="add mod ord modCrop">
          <ac:chgData name="janghoon jun" userId="056a5883350c2f5e" providerId="LiveId" clId="{74AFAB52-6487-4651-9B79-2F181DBD8D0A}" dt="2026-04-30T01:47:05.012" v="3077" actId="164"/>
          <ac:picMkLst>
            <pc:docMk/>
            <pc:sldMk cId="1016590315" sldId="462"/>
            <ac:picMk id="8" creationId="{7F46A1AB-843A-5874-7FD2-03EC76CEA837}"/>
          </ac:picMkLst>
        </pc:picChg>
        <pc:picChg chg="add del mod">
          <ac:chgData name="janghoon jun" userId="056a5883350c2f5e" providerId="LiveId" clId="{74AFAB52-6487-4651-9B79-2F181DBD8D0A}" dt="2026-04-30T01:45:47.216" v="3061" actId="478"/>
          <ac:picMkLst>
            <pc:docMk/>
            <pc:sldMk cId="1016590315" sldId="462"/>
            <ac:picMk id="10" creationId="{03B9B812-03EF-95E8-F2A0-9460DA5239C6}"/>
          </ac:picMkLst>
        </pc:picChg>
        <pc:picChg chg="add mod modCrop">
          <ac:chgData name="janghoon jun" userId="056a5883350c2f5e" providerId="LiveId" clId="{74AFAB52-6487-4651-9B79-2F181DBD8D0A}" dt="2026-04-30T01:47:55.805" v="3087" actId="1076"/>
          <ac:picMkLst>
            <pc:docMk/>
            <pc:sldMk cId="1016590315" sldId="462"/>
            <ac:picMk id="11" creationId="{E1F1B413-99B2-3201-1F57-72CBDE65F37F}"/>
          </ac:picMkLst>
        </pc:picChg>
      </pc:sldChg>
      <pc:sldChg chg="addSp delSp modSp add mod">
        <pc:chgData name="janghoon jun" userId="056a5883350c2f5e" providerId="LiveId" clId="{74AFAB52-6487-4651-9B79-2F181DBD8D0A}" dt="2026-04-30T01:48:25.339" v="3094" actId="478"/>
        <pc:sldMkLst>
          <pc:docMk/>
          <pc:sldMk cId="4179621832" sldId="463"/>
        </pc:sldMkLst>
        <pc:grpChg chg="add del mod ord">
          <ac:chgData name="janghoon jun" userId="056a5883350c2f5e" providerId="LiveId" clId="{74AFAB52-6487-4651-9B79-2F181DBD8D0A}" dt="2026-04-30T01:48:25.339" v="3094" actId="478"/>
          <ac:grpSpMkLst>
            <pc:docMk/>
            <pc:sldMk cId="4179621832" sldId="463"/>
            <ac:grpSpMk id="5" creationId="{70599D0A-B346-14D1-B241-609670A17FDA}"/>
          </ac:grpSpMkLst>
        </pc:grp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6" creationId="{E76ACF7B-6C8A-C7EB-D978-F080E7647600}"/>
          </ac:picMkLst>
        </pc:pic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7" creationId="{31A7AD88-7D10-52D1-AA7B-441FDFF84B8B}"/>
          </ac:picMkLst>
        </pc:picChg>
        <pc:picChg chg="mod ord modCrop">
          <ac:chgData name="janghoon jun" userId="056a5883350c2f5e" providerId="LiveId" clId="{74AFAB52-6487-4651-9B79-2F181DBD8D0A}" dt="2026-04-30T01:48:23.572" v="3093" actId="167"/>
          <ac:picMkLst>
            <pc:docMk/>
            <pc:sldMk cId="4179621832" sldId="463"/>
            <ac:picMk id="8" creationId="{C36BA2E2-5663-9090-EADD-5C789C641EE6}"/>
          </ac:picMkLst>
        </pc:picChg>
      </pc:sldChg>
    </pc:docChg>
  </pc:docChgLst>
  <pc:docChgLst>
    <pc:chgData name="janghoon jun" userId="056a5883350c2f5e" providerId="LiveId" clId="{EC358B4E-7CCC-4F9E-86DF-ACF8DD1FCFA2}"/>
    <pc:docChg chg="addSld delSld modSld">
      <pc:chgData name="janghoon jun" userId="056a5883350c2f5e" providerId="LiveId" clId="{EC358B4E-7CCC-4F9E-86DF-ACF8DD1FCFA2}" dt="2026-04-29T10:17:24.925" v="27"/>
      <pc:docMkLst>
        <pc:docMk/>
      </pc:docMkLst>
      <pc:sldChg chg="addSp modSp">
        <pc:chgData name="janghoon jun" userId="056a5883350c2f5e" providerId="LiveId" clId="{EC358B4E-7CCC-4F9E-86DF-ACF8DD1FCFA2}" dt="2026-04-29T10:14:15.267" v="19"/>
        <pc:sldMkLst>
          <pc:docMk/>
          <pc:sldMk cId="1785302506" sldId="384"/>
        </pc:sldMkLst>
        <pc:spChg chg="add mod">
          <ac:chgData name="janghoon jun" userId="056a5883350c2f5e" providerId="LiveId" clId="{EC358B4E-7CCC-4F9E-86DF-ACF8DD1FCFA2}" dt="2026-04-29T10:14:15.267" v="19"/>
          <ac:spMkLst>
            <pc:docMk/>
            <pc:sldMk cId="1785302506" sldId="384"/>
            <ac:spMk id="7" creationId="{D618DD6A-655F-02B1-E450-20C581D2F763}"/>
          </ac:spMkLst>
        </pc:spChg>
        <pc:graphicFrameChg chg="add mod">
          <ac:chgData name="janghoon jun" userId="056a5883350c2f5e" providerId="LiveId" clId="{EC358B4E-7CCC-4F9E-86DF-ACF8DD1FCFA2}" dt="2026-04-29T10:13:56.021" v="1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picChg chg="add mod">
          <ac:chgData name="janghoon jun" userId="056a5883350c2f5e" providerId="LiveId" clId="{EC358B4E-7CCC-4F9E-86DF-ACF8DD1FCFA2}" dt="2026-04-29T10:04:12.374" v="2"/>
          <ac:picMkLst>
            <pc:docMk/>
            <pc:sldMk cId="1785302506" sldId="384"/>
            <ac:picMk id="8" creationId="{BABCEC50-478A-14FA-E197-A97B59256A0B}"/>
          </ac:picMkLst>
        </pc:picChg>
      </pc:sldChg>
      <pc:sldChg chg="addSp modSp add">
        <pc:chgData name="janghoon jun" userId="056a5883350c2f5e" providerId="LiveId" clId="{EC358B4E-7CCC-4F9E-86DF-ACF8DD1FCFA2}" dt="2026-04-29T10:16:33.143" v="24"/>
        <pc:sldMkLst>
          <pc:docMk/>
          <pc:sldMk cId="714209222" sldId="440"/>
        </pc:sldMkLst>
        <pc:spChg chg="add mod">
          <ac:chgData name="janghoon jun" userId="056a5883350c2f5e" providerId="LiveId" clId="{EC358B4E-7CCC-4F9E-86DF-ACF8DD1FCFA2}" dt="2026-04-29T10:16:33.143" v="24"/>
          <ac:spMkLst>
            <pc:docMk/>
            <pc:sldMk cId="714209222" sldId="440"/>
            <ac:spMk id="10" creationId="{DE399AA7-704D-17FF-4B91-28A54DA61309}"/>
          </ac:spMkLst>
        </pc:spChg>
        <pc:graphicFrameChg chg="add mod">
          <ac:chgData name="janghoon jun" userId="056a5883350c2f5e" providerId="LiveId" clId="{EC358B4E-7CCC-4F9E-86DF-ACF8DD1FCFA2}" dt="2026-04-29T10:16:22.564" v="23"/>
          <ac:graphicFrameMkLst>
            <pc:docMk/>
            <pc:sldMk cId="714209222" sldId="440"/>
            <ac:graphicFrameMk id="9" creationId="{581A75F8-BE51-93AE-B17F-0F252D17B917}"/>
          </ac:graphicFrameMkLst>
        </pc:graphicFrameChg>
        <pc:picChg chg="add mod">
          <ac:chgData name="janghoon jun" userId="056a5883350c2f5e" providerId="LiveId" clId="{EC358B4E-7CCC-4F9E-86DF-ACF8DD1FCFA2}" dt="2026-04-29T10:04:25.576" v="4"/>
          <ac:picMkLst>
            <pc:docMk/>
            <pc:sldMk cId="714209222" sldId="440"/>
            <ac:picMk id="6" creationId="{50A6D846-F74A-6125-FBC8-89F0C194CDC7}"/>
          </ac:picMkLst>
        </pc:picChg>
        <pc:picChg chg="add mod">
          <ac:chgData name="janghoon jun" userId="056a5883350c2f5e" providerId="LiveId" clId="{EC358B4E-7CCC-4F9E-86DF-ACF8DD1FCFA2}" dt="2026-04-29T10:04:49.811" v="5"/>
          <ac:picMkLst>
            <pc:docMk/>
            <pc:sldMk cId="714209222" sldId="440"/>
            <ac:picMk id="8" creationId="{CC68D1C6-4FC1-2923-181C-C923DCC22909}"/>
          </ac:picMkLst>
        </pc:picChg>
      </pc:sldChg>
      <pc:sldChg chg="addSp modSp add">
        <pc:chgData name="janghoon jun" userId="056a5883350c2f5e" providerId="LiveId" clId="{EC358B4E-7CCC-4F9E-86DF-ACF8DD1FCFA2}" dt="2026-04-29T10:12:20.904" v="15"/>
        <pc:sldMkLst>
          <pc:docMk/>
          <pc:sldMk cId="1169445496" sldId="441"/>
        </pc:sldMkLst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5" creationId="{8CEBE4F0-D925-0C93-ED15-6375928CF00E}"/>
          </ac:picMkLst>
        </pc:picChg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6" creationId="{486DB92F-5292-11EE-0F84-7C5890098855}"/>
          </ac:picMkLst>
        </pc:picChg>
        <pc:picChg chg="add">
          <ac:chgData name="janghoon jun" userId="056a5883350c2f5e" providerId="LiveId" clId="{EC358B4E-7CCC-4F9E-86DF-ACF8DD1FCFA2}" dt="2026-04-29T10:12:02.310" v="14"/>
          <ac:picMkLst>
            <pc:docMk/>
            <pc:sldMk cId="1169445496" sldId="441"/>
            <ac:picMk id="8" creationId="{ABD205B6-E2A0-40D2-EC9D-A0F4A0718928}"/>
          </ac:picMkLst>
        </pc:picChg>
        <pc:picChg chg="add">
          <ac:chgData name="janghoon jun" userId="056a5883350c2f5e" providerId="LiveId" clId="{EC358B4E-7CCC-4F9E-86DF-ACF8DD1FCFA2}" dt="2026-04-29T10:12:20.904" v="15"/>
          <ac:picMkLst>
            <pc:docMk/>
            <pc:sldMk cId="1169445496" sldId="441"/>
            <ac:picMk id="12" creationId="{40A8DEF5-8F69-BD06-C19E-A884432F95AC}"/>
          </ac:picMkLst>
        </pc:picChg>
      </pc:sldChg>
      <pc:sldChg chg="addSp modSp add">
        <pc:chgData name="janghoon jun" userId="056a5883350c2f5e" providerId="LiveId" clId="{EC358B4E-7CCC-4F9E-86DF-ACF8DD1FCFA2}" dt="2026-04-29T10:08:15.189" v="13"/>
        <pc:sldMkLst>
          <pc:docMk/>
          <pc:sldMk cId="1130439883" sldId="442"/>
        </pc:sldMkLst>
        <pc:picChg chg="add mod">
          <ac:chgData name="janghoon jun" userId="056a5883350c2f5e" providerId="LiveId" clId="{EC358B4E-7CCC-4F9E-86DF-ACF8DD1FCFA2}" dt="2026-04-29T10:08:15.189" v="13"/>
          <ac:picMkLst>
            <pc:docMk/>
            <pc:sldMk cId="1130439883" sldId="442"/>
            <ac:picMk id="6" creationId="{B15D203E-E717-FA1D-7C15-CC0901CB1DD9}"/>
          </ac:picMkLst>
        </pc:picChg>
      </pc:sldChg>
      <pc:sldChg chg="modSp add">
        <pc:chgData name="janghoon jun" userId="056a5883350c2f5e" providerId="LiveId" clId="{EC358B4E-7CCC-4F9E-86DF-ACF8DD1FCFA2}" dt="2026-04-29T10:15:30.473" v="22"/>
        <pc:sldMkLst>
          <pc:docMk/>
          <pc:sldMk cId="310154155" sldId="443"/>
        </pc:sldMkLst>
        <pc:spChg chg="mod">
          <ac:chgData name="janghoon jun" userId="056a5883350c2f5e" providerId="LiveId" clId="{EC358B4E-7CCC-4F9E-86DF-ACF8DD1FCFA2}" dt="2026-04-29T10:15:20.066" v="21"/>
          <ac:spMkLst>
            <pc:docMk/>
            <pc:sldMk cId="310154155" sldId="443"/>
            <ac:spMk id="7" creationId="{50DDA337-73E2-1A0C-2AB0-F482B4A43D92}"/>
          </ac:spMkLst>
        </pc:spChg>
        <pc:graphicFrameChg chg="mod">
          <ac:chgData name="janghoon jun" userId="056a5883350c2f5e" providerId="LiveId" clId="{EC358B4E-7CCC-4F9E-86DF-ACF8DD1FCFA2}" dt="2026-04-29T10:15:30.473" v="22"/>
          <ac:graphicFrameMkLst>
            <pc:docMk/>
            <pc:sldMk cId="310154155" sldId="443"/>
            <ac:graphicFrameMk id="5" creationId="{3C0BB619-9603-9B4B-2A8A-3E53F036A746}"/>
          </ac:graphicFrameMkLst>
        </pc:graphicFrameChg>
      </pc:sldChg>
      <pc:sldChg chg="add del">
        <pc:chgData name="janghoon jun" userId="056a5883350c2f5e" providerId="LiveId" clId="{EC358B4E-7CCC-4F9E-86DF-ACF8DD1FCFA2}" dt="2026-04-29T10:08:08.850" v="12"/>
        <pc:sldMkLst>
          <pc:docMk/>
          <pc:sldMk cId="2197589260" sldId="443"/>
        </pc:sldMkLst>
      </pc:sldChg>
      <pc:sldChg chg="modSp add">
        <pc:chgData name="janghoon jun" userId="056a5883350c2f5e" providerId="LiveId" clId="{EC358B4E-7CCC-4F9E-86DF-ACF8DD1FCFA2}" dt="2026-04-29T10:17:24.925" v="27"/>
        <pc:sldMkLst>
          <pc:docMk/>
          <pc:sldMk cId="299417860" sldId="444"/>
        </pc:sldMkLst>
        <pc:spChg chg="mod">
          <ac:chgData name="janghoon jun" userId="056a5883350c2f5e" providerId="LiveId" clId="{EC358B4E-7CCC-4F9E-86DF-ACF8DD1FCFA2}" dt="2026-04-29T10:17:24.925" v="27"/>
          <ac:spMkLst>
            <pc:docMk/>
            <pc:sldMk cId="299417860" sldId="444"/>
            <ac:spMk id="10" creationId="{0C7A62A1-6AC4-C7BE-BA95-14207B870729}"/>
          </ac:spMkLst>
        </pc:spChg>
        <pc:graphicFrameChg chg="mod">
          <ac:chgData name="janghoon jun" userId="056a5883350c2f5e" providerId="LiveId" clId="{EC358B4E-7CCC-4F9E-86DF-ACF8DD1FCFA2}" dt="2026-04-29T10:17:10.593" v="26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74436-1BEA-4F09-AD5C-9DF87C96BF5A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C9518-700F-4811-95BB-24DAF3FA92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D7746-E8A6-87C6-B715-1FB91DB5D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A3F9B8-3A44-A814-43E2-1E1329646B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4028330-174A-2151-A433-DF50C6375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6CC391-C519-5CEF-8776-627BEE47F7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9715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D8C9C-3F8B-3937-6AA8-03D2653A8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0A45A9-8CD8-072E-70AC-10E77CE72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2FD8BD-BA42-DB65-BA2C-ED143F00B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AB30F8-36A2-F3B4-F6BB-D694717C2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6785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2192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368A7-1646-CF1F-5415-DD6CE9D82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42F370-8292-5BE4-2517-55FA009BCB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8938177-38A6-FE5B-4A1E-23734BEA0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6E119B-9F39-8258-3B9B-F003F7FD33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3491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A359B-97EC-4D36-5E79-FB9DEE58E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CA6C30-D296-2007-585E-F618B9CF1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E7AD54-B6F2-70B1-6428-3889888C7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7A41A9-025F-0D2B-4CBD-4D41400DA3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0941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45166-C522-8589-E1A1-AD5CE05CC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EF26E2-04CA-B887-1416-A24C2B1793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3E9DF9-8950-68CB-A792-C7C59EA042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58DEF2-C7EF-F7AB-15B0-14F266DFAD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2324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642E8-CE03-E287-9576-D48A9BDF0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77CAF0-0A76-D19F-ED5E-D35802F1D3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C25CDE-52C3-1C4A-514A-680F1C8EE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7B3207-0BE6-145B-AD0C-575386460A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568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6150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FFDD7-AA58-5F6F-9CC5-A18A020BC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E5804B4-B77C-0B40-C5B6-095DF44BF8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653E3A-17D0-8956-73AE-502B14E92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BFB56-7660-5CC6-CB9F-33ECFFE467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95842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04CF-A488-1A40-FF16-5335B765F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CBE108-63F1-CFE1-5721-B565D1360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A09878-90F5-F5AF-C1E2-ED3529168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ECD8FE-4D0D-F4EE-4A52-2674B332B8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5228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925B6-41CB-98E4-2AC1-52B4E5C6E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1DC00-F825-D09F-ABCD-1DCB4F970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4C6F590-3066-CF5E-62D8-9B3B04558E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CCDA13-736E-DFB4-3223-311BCD6AE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9233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823C6-C6C8-6B11-EAE7-58CB2FF10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C567CF-8004-EB95-4810-A2DB5A065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EDAAF5-83E1-05E5-3725-F98D653E8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580FFC-D69A-EE19-8653-44A576203E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46684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1976-4E2A-7F7F-F479-0EB7FF4BA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71E6ED-E4A9-20BA-818A-902939134D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61057A-1D48-C718-61F9-5FF1DEB27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FBDC88-7493-1EBA-BEC0-93D54A384A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43961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10577-DB47-79F1-9479-70925EBC3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081F6F-CADB-E3BD-7E18-C3B806418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2C631D-5CB8-2E88-B26D-E5E7D9B5B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5A2087-0BD9-4A20-38AB-A6AFF39C1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0564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45022-4F78-B966-23E9-132FCD2B8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C4DDA7-C0D1-B9DD-CAD2-BBCBC6105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662304D-8E74-7290-85A3-77A016122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16B92F-CE5B-D82D-3CD9-8753410DD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43586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05F5D-354E-CD63-1548-1F7210328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AEF4BDD-3CF4-C84B-6FDC-5AF7EC0AF1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53C66C-FFEB-1489-45C1-8F52FDCFF5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C26E63-C31F-FB01-8AA4-DA203578D9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195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33036-C637-7AE6-5E48-EBF6442B6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6E23BD-3C69-7BFC-CB73-21AA89629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5D0B03-46D9-556D-9309-52DA23452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AE5D0B-599B-3427-5A5C-619F171CE5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633766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D5ED-B50F-A51B-E98C-EE1E4FE5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C9928E-9054-E4C9-8057-E5B277B2C4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37C0F-EB4E-04FE-AE90-EDDA42308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0738BB-4900-A1BA-71FE-443B797ED4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191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2026. 05. 08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Clinic Data :  Age, Sex </a:t>
            </a:r>
            <a:r>
              <a:rPr lang="ko-KR" altLang="en-US" dirty="0"/>
              <a:t>→ </a:t>
            </a:r>
            <a:r>
              <a:rPr lang="en-US" altLang="ko-KR" dirty="0"/>
              <a:t>Age, Sex, BMI</a:t>
            </a:r>
          </a:p>
          <a:p>
            <a:pPr lvl="1"/>
            <a:r>
              <a:rPr lang="en-US" altLang="ko-KR" dirty="0"/>
              <a:t>Output</a:t>
            </a:r>
            <a:r>
              <a:rPr lang="ko-KR" altLang="en-US" dirty="0"/>
              <a:t>을 </a:t>
            </a:r>
            <a:r>
              <a:rPr lang="en-US" altLang="ko-KR" dirty="0"/>
              <a:t>TAMA</a:t>
            </a:r>
            <a:r>
              <a:rPr lang="ko-KR" altLang="en-US" dirty="0"/>
              <a:t>가 아닌 </a:t>
            </a:r>
            <a:r>
              <a:rPr lang="en-US" altLang="ko-KR" dirty="0"/>
              <a:t>SMI</a:t>
            </a:r>
            <a:r>
              <a:rPr lang="ko-KR" altLang="en-US" dirty="0"/>
              <a:t> 사용</a:t>
            </a:r>
            <a:endParaRPr lang="en-US" altLang="ko-KR" dirty="0"/>
          </a:p>
          <a:p>
            <a:r>
              <a:rPr lang="en-US" altLang="ko-KR" dirty="0"/>
              <a:t>AEC Features Extraction : </a:t>
            </a:r>
            <a:r>
              <a:rPr lang="ko-KR" altLang="en-US" dirty="0"/>
              <a:t>수동 → 자동 파이프라인 </a:t>
            </a:r>
            <a:r>
              <a:rPr lang="en-US" altLang="ko-KR" dirty="0"/>
              <a:t>(4</a:t>
            </a:r>
            <a:r>
              <a:rPr lang="ko-KR" altLang="en-US" dirty="0"/>
              <a:t>단계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단계가 불필요하게 세분화되어 있음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데이터 확립 → </a:t>
            </a:r>
            <a:r>
              <a:rPr lang="en-US" altLang="ko-KR" dirty="0"/>
              <a:t>TAMA, BMI, Height, Weight </a:t>
            </a:r>
            <a:r>
              <a:rPr lang="ko-KR" altLang="en-US" dirty="0"/>
              <a:t>등의 데이터로 확인 가능</a:t>
            </a:r>
            <a:endParaRPr lang="en-US" altLang="ko-KR" dirty="0"/>
          </a:p>
          <a:p>
            <a:r>
              <a:rPr lang="en-US" altLang="ko-KR" dirty="0"/>
              <a:t>AEC data Resampling </a:t>
            </a:r>
            <a:r>
              <a:rPr lang="ko-KR" altLang="en-US" dirty="0"/>
              <a:t>→ </a:t>
            </a:r>
            <a:r>
              <a:rPr lang="en-US" altLang="ko-KR" dirty="0"/>
              <a:t>256 point</a:t>
            </a:r>
            <a:r>
              <a:rPr lang="ko-KR" altLang="en-US" dirty="0"/>
              <a:t>로 정규화</a:t>
            </a:r>
            <a:endParaRPr lang="en-US" altLang="ko-KR" dirty="0"/>
          </a:p>
          <a:p>
            <a:pPr lvl="1"/>
            <a:r>
              <a:rPr lang="ko-KR" altLang="en-US" dirty="0"/>
              <a:t>이후 주요 </a:t>
            </a:r>
            <a:r>
              <a:rPr lang="en-US" altLang="ko-KR" dirty="0"/>
              <a:t>feature </a:t>
            </a:r>
            <a:r>
              <a:rPr lang="ko-KR" altLang="en-US" dirty="0"/>
              <a:t>추출 </a:t>
            </a:r>
            <a:r>
              <a:rPr lang="en-US" altLang="ko-KR" dirty="0"/>
              <a:t>(mean, std, range, skewness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이전 연구와 동일한 케이스로 비교 분석</a:t>
            </a:r>
            <a:endParaRPr lang="en-US" altLang="ko-KR" dirty="0"/>
          </a:p>
          <a:p>
            <a:pPr lvl="1" latinLnBrk="0"/>
            <a:r>
              <a:rPr lang="en-US" altLang="ko-KR" dirty="0"/>
              <a:t>Case 1. only Clinic (Age, Sex, BMI) </a:t>
            </a:r>
            <a:endParaRPr lang="ko-KR" altLang="ko-KR" sz="1200" dirty="0"/>
          </a:p>
          <a:p>
            <a:pPr lvl="1" latinLnBrk="0"/>
            <a:r>
              <a:rPr lang="en-US" altLang="ko-KR" dirty="0"/>
              <a:t>Case 2. only AEC-CNN</a:t>
            </a:r>
            <a:endParaRPr lang="ko-KR" altLang="ko-KR" sz="1200" dirty="0"/>
          </a:p>
          <a:p>
            <a:pPr lvl="1" latinLnBrk="0"/>
            <a:r>
              <a:rPr lang="en-US" altLang="ko-KR" dirty="0"/>
              <a:t>Case 3. Clinic + AEC-CNN </a:t>
            </a:r>
            <a:endParaRPr lang="ko-KR" altLang="ko-KR" sz="1200" dirty="0"/>
          </a:p>
          <a:p>
            <a:pPr lvl="1" latinLnBrk="0"/>
            <a:r>
              <a:rPr lang="en-US" altLang="ko-KR" dirty="0"/>
              <a:t>Case 4. Clinic + handcrafted AEC </a:t>
            </a:r>
            <a:endParaRPr lang="ko-KR" altLang="ko-KR" sz="12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1,373</a:t>
            </a:r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373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514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859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764748"/>
              </p:ext>
            </p:extLst>
          </p:nvPr>
        </p:nvGraphicFramePr>
        <p:xfrm>
          <a:off x="76962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42.33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6.23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38.46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41.64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514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51.75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8.71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46.66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52.13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3C3FBA42-D7D9-5A3C-5541-9B4BC6C71D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663447"/>
              </p:ext>
            </p:extLst>
          </p:nvPr>
        </p:nvGraphicFramePr>
        <p:xfrm>
          <a:off x="609600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104.94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15.31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95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514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148.23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26.35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132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8DB5B3-795B-26DD-A8F5-FEF28B1D9D8C}"/>
              </a:ext>
            </a:extLst>
          </p:cNvPr>
          <p:cNvSpPr txBox="1"/>
          <p:nvPr/>
        </p:nvSpPr>
        <p:spPr>
          <a:xfrm>
            <a:off x="76962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분포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1629F2-4908-FD07-E1E0-C2266A397493}"/>
              </a:ext>
            </a:extLst>
          </p:cNvPr>
          <p:cNvSpPr txBox="1"/>
          <p:nvPr/>
        </p:nvSpPr>
        <p:spPr>
          <a:xfrm>
            <a:off x="609600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TAMA </a:t>
            </a:r>
            <a:r>
              <a:rPr lang="ko-KR" altLang="en-US" dirty="0"/>
              <a:t>분포</a:t>
            </a:r>
          </a:p>
        </p:txBody>
      </p:sp>
    </p:spTree>
    <p:extLst>
      <p:ext uri="{BB962C8B-B14F-4D97-AF65-F5344CB8AC3E}">
        <p14:creationId xmlns:p14="http://schemas.microsoft.com/office/powerpoint/2010/main" val="800604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TAMA,</a:t>
            </a:r>
            <a:r>
              <a:rPr lang="ko-KR" altLang="en-US" dirty="0"/>
              <a:t> </a:t>
            </a:r>
            <a:r>
              <a:rPr lang="en-US" altLang="ko-KR" dirty="0"/>
              <a:t>SMI </a:t>
            </a:r>
            <a:r>
              <a:rPr lang="ko-KR" altLang="en-US" dirty="0"/>
              <a:t>하위 </a:t>
            </a:r>
            <a:r>
              <a:rPr lang="en-US" altLang="ko-KR" dirty="0"/>
              <a:t>25% </a:t>
            </a:r>
            <a:r>
              <a:rPr lang="ko-KR" altLang="en-US" dirty="0"/>
              <a:t>데이터 분포</a:t>
            </a:r>
            <a:endParaRPr lang="en-US" altLang="ko-KR" dirty="0"/>
          </a:p>
          <a:p>
            <a:r>
              <a:rPr lang="en-US" altLang="ko-KR" dirty="0"/>
              <a:t>TAMA </a:t>
            </a:r>
            <a:r>
              <a:rPr lang="ko-KR" altLang="en-US" dirty="0"/>
              <a:t>하위 </a:t>
            </a:r>
            <a:r>
              <a:rPr lang="en-US" altLang="ko-KR" dirty="0"/>
              <a:t>25%</a:t>
            </a:r>
            <a:r>
              <a:rPr lang="ko-KR" altLang="en-US" dirty="0"/>
              <a:t>인 데이터 수 </a:t>
            </a:r>
            <a:r>
              <a:rPr lang="en-US" altLang="ko-KR" dirty="0"/>
              <a:t>: 358 / 1,373</a:t>
            </a:r>
          </a:p>
          <a:p>
            <a:pPr lvl="1"/>
            <a:r>
              <a:rPr lang="en-US" altLang="ko-KR" dirty="0"/>
              <a:t>M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136 / 514,</a:t>
            </a:r>
            <a:r>
              <a:rPr lang="ko-KR" altLang="en-US" dirty="0"/>
              <a:t> </a:t>
            </a:r>
            <a:r>
              <a:rPr lang="en-US" altLang="ko-KR" dirty="0"/>
              <a:t>F</a:t>
            </a:r>
            <a:r>
              <a:rPr lang="ko-KR" altLang="en-US" dirty="0"/>
              <a:t> </a:t>
            </a:r>
            <a:r>
              <a:rPr lang="en-US" altLang="ko-KR" dirty="0"/>
              <a:t>;</a:t>
            </a:r>
            <a:r>
              <a:rPr lang="ko-KR" altLang="en-US" dirty="0"/>
              <a:t> </a:t>
            </a:r>
            <a:r>
              <a:rPr lang="en-US" altLang="ko-KR" dirty="0"/>
              <a:t>222 / 859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하위 </a:t>
            </a:r>
            <a:r>
              <a:rPr lang="en-US" altLang="ko-KR" dirty="0"/>
              <a:t>25%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데이터 수 </a:t>
            </a:r>
            <a:r>
              <a:rPr lang="en-US" altLang="ko-KR" dirty="0"/>
              <a:t>: 344 / 1,373</a:t>
            </a:r>
          </a:p>
          <a:p>
            <a:pPr lvl="1"/>
            <a:r>
              <a:rPr lang="en-US" altLang="ko-KR" dirty="0"/>
              <a:t>M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129 / 514,</a:t>
            </a:r>
            <a:r>
              <a:rPr lang="ko-KR" altLang="en-US" dirty="0"/>
              <a:t> </a:t>
            </a:r>
            <a:r>
              <a:rPr lang="en-US" altLang="ko-KR" dirty="0"/>
              <a:t>F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215 / 859</a:t>
            </a:r>
          </a:p>
          <a:p>
            <a:r>
              <a:rPr lang="en-US" altLang="ko-KR" dirty="0"/>
              <a:t>TAMA,</a:t>
            </a:r>
            <a:r>
              <a:rPr lang="ko-KR" altLang="en-US" dirty="0"/>
              <a:t> </a:t>
            </a:r>
            <a:r>
              <a:rPr lang="en-US" altLang="ko-KR" dirty="0"/>
              <a:t>SMI</a:t>
            </a:r>
            <a:r>
              <a:rPr lang="ko-KR" altLang="en-US" dirty="0"/>
              <a:t> 모두 하위 </a:t>
            </a:r>
            <a:r>
              <a:rPr lang="en-US" altLang="ko-KR" dirty="0"/>
              <a:t>25%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데이터 수 </a:t>
            </a:r>
            <a:r>
              <a:rPr lang="en-US" altLang="ko-KR" dirty="0"/>
              <a:t>: 259 / 1,373</a:t>
            </a:r>
          </a:p>
          <a:p>
            <a:pPr lvl="1"/>
            <a:r>
              <a:rPr lang="en-US" altLang="ko-KR" dirty="0"/>
              <a:t>M : 101 / 514, F : 158 / 859</a:t>
            </a:r>
          </a:p>
        </p:txBody>
      </p:sp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D247D-CAF2-A230-7DAD-CE9042ED2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A31E55-E413-C909-EF78-3DF9F45EC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ACA314-4A25-A43A-FAF7-4D9D51B14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E0EF1BB-F807-B1E8-60AC-EA76F512AD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Clinic Data [Age,</a:t>
            </a:r>
            <a:r>
              <a:rPr lang="ko-KR" altLang="en-US" dirty="0"/>
              <a:t> </a:t>
            </a:r>
            <a:r>
              <a:rPr lang="en-US" altLang="ko-KR" dirty="0"/>
              <a:t>Sex,</a:t>
            </a:r>
            <a:r>
              <a:rPr lang="ko-KR" altLang="en-US" dirty="0"/>
              <a:t> </a:t>
            </a:r>
            <a:r>
              <a:rPr lang="en-US" altLang="ko-KR" dirty="0"/>
              <a:t>BMI] </a:t>
            </a:r>
            <a:r>
              <a:rPr lang="ko-KR" altLang="en-US" dirty="0"/>
              <a:t>→ </a:t>
            </a:r>
            <a:r>
              <a:rPr lang="en-US" altLang="ko-KR" dirty="0"/>
              <a:t>TAMA</a:t>
            </a:r>
          </a:p>
          <a:p>
            <a:pPr lvl="1"/>
            <a:r>
              <a:rPr lang="en-US" altLang="ko-KR" dirty="0"/>
              <a:t>Linear Regression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lvl="1"/>
            <a:r>
              <a:rPr lang="en-US" altLang="ko-KR" dirty="0"/>
              <a:t>Logistic Regression</a:t>
            </a:r>
          </a:p>
        </p:txBody>
      </p:sp>
    </p:spTree>
    <p:extLst>
      <p:ext uri="{BB962C8B-B14F-4D97-AF65-F5344CB8AC3E}">
        <p14:creationId xmlns:p14="http://schemas.microsoft.com/office/powerpoint/2010/main" val="18827320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7C6EE-58B4-F1F0-2344-D36AF9982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EF9288-BD3F-C9F9-79AF-FDFB9D033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341EBA-B986-ED03-8AA3-2BCAD2C3B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8469F36-15EA-3E89-85E0-0E4897977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Clinic Data [Age,</a:t>
            </a:r>
            <a:r>
              <a:rPr lang="ko-KR" altLang="en-US" dirty="0"/>
              <a:t> </a:t>
            </a:r>
            <a:r>
              <a:rPr lang="en-US" altLang="ko-KR" dirty="0"/>
              <a:t>Sex,</a:t>
            </a:r>
            <a:r>
              <a:rPr lang="ko-KR" altLang="en-US" dirty="0"/>
              <a:t> </a:t>
            </a:r>
            <a:r>
              <a:rPr lang="en-US" altLang="ko-KR" dirty="0"/>
              <a:t>BMI] </a:t>
            </a:r>
            <a:r>
              <a:rPr lang="ko-KR" altLang="en-US" dirty="0"/>
              <a:t>→ </a:t>
            </a:r>
            <a:r>
              <a:rPr lang="en-US" altLang="ko-KR" dirty="0"/>
              <a:t>SMI</a:t>
            </a:r>
          </a:p>
          <a:p>
            <a:pPr lvl="1"/>
            <a:r>
              <a:rPr lang="en-US" altLang="ko-KR" dirty="0"/>
              <a:t>Linear Regression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lvl="1"/>
            <a:r>
              <a:rPr lang="en-US" altLang="ko-KR" dirty="0"/>
              <a:t>Logistic Regression</a:t>
            </a:r>
          </a:p>
        </p:txBody>
      </p:sp>
    </p:spTree>
    <p:extLst>
      <p:ext uri="{BB962C8B-B14F-4D97-AF65-F5344CB8AC3E}">
        <p14:creationId xmlns:p14="http://schemas.microsoft.com/office/powerpoint/2010/main" val="28641537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CCBB0-676E-4847-9AB2-B740348A580D}"/>
              </a:ext>
            </a:extLst>
          </p:cNvPr>
          <p:cNvSpPr txBox="1"/>
          <p:nvPr/>
        </p:nvSpPr>
        <p:spPr>
          <a:xfrm>
            <a:off x="508000" y="114300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전처리</a:t>
            </a:r>
            <a:endParaRPr b="1" i="0" dirty="0">
              <a:solidFill>
                <a:srgbClr val="1A355E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4" name="Table 6">
            <a:extLst>
              <a:ext uri="{FF2B5EF4-FFF2-40B4-BE49-F238E27FC236}">
                <a16:creationId xmlns:a16="http://schemas.microsoft.com/office/drawing/2014/main" id="{D580AC9F-0DD3-4342-AF67-67F082174207}"/>
              </a:ext>
            </a:extLst>
          </p:cNvPr>
          <p:cNvGraphicFramePr>
            <a:graphicFrameLocks noGrp="1"/>
          </p:cNvGraphicFramePr>
          <p:nvPr/>
        </p:nvGraphicFramePr>
        <p:xfrm>
          <a:off x="50800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처리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Model</a:t>
                      </a: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rgbClr val="1A1A2E"/>
                          </a:solidFill>
                        </a:rPr>
                        <a:t>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One-hot encoding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C77E2BB-1799-4B59-B5B7-2C5CDD2840DA}"/>
              </a:ext>
            </a:extLst>
          </p:cNvPr>
          <p:cNvSpPr txBox="1"/>
          <p:nvPr/>
        </p:nvSpPr>
        <p:spPr>
          <a:xfrm>
            <a:off x="6608492" y="1143000"/>
            <a:ext cx="4773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endParaRPr b="1" i="0" dirty="0">
              <a:solidFill>
                <a:srgbClr val="1A355E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FABE816E-5173-468F-AECB-91929F28626A}"/>
              </a:ext>
            </a:extLst>
          </p:cNvPr>
          <p:cNvSpPr/>
          <p:nvPr/>
        </p:nvSpPr>
        <p:spPr>
          <a:xfrm>
            <a:off x="6647688" y="150876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F8D97-BF6F-4D4B-8C3D-2EE29484D2BB}"/>
              </a:ext>
            </a:extLst>
          </p:cNvPr>
          <p:cNvSpPr txBox="1"/>
          <p:nvPr/>
        </p:nvSpPr>
        <p:spPr>
          <a:xfrm>
            <a:off x="6733774" y="155448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선형</a:t>
            </a:r>
            <a:r>
              <a:rPr sz="1300" b="1" i="0" dirty="0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A6B442-8E7F-4C02-BA3A-AA8F6615BA9E}"/>
              </a:ext>
            </a:extLst>
          </p:cNvPr>
          <p:cNvSpPr txBox="1"/>
          <p:nvPr/>
        </p:nvSpPr>
        <p:spPr>
          <a:xfrm>
            <a:off x="6733774" y="184606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OLS
(Ordinary Least Squares)</a:t>
            </a:r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A15040D-26ED-427B-8A02-B600C767E3C5}"/>
              </a:ext>
            </a:extLst>
          </p:cNvPr>
          <p:cNvSpPr/>
          <p:nvPr/>
        </p:nvSpPr>
        <p:spPr>
          <a:xfrm>
            <a:off x="6647688" y="251460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2E6A60-AD0C-495A-B9BE-D7CCD291496A}"/>
              </a:ext>
            </a:extLst>
          </p:cNvPr>
          <p:cNvSpPr txBox="1"/>
          <p:nvPr/>
        </p:nvSpPr>
        <p:spPr>
          <a:xfrm>
            <a:off x="6733774" y="256032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로지스틱</a:t>
            </a:r>
            <a:r>
              <a:rPr sz="1300" b="1" i="0" dirty="0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5A3F8D-13A4-4355-B19C-9CE28B178117}"/>
              </a:ext>
            </a:extLst>
          </p:cNvPr>
          <p:cNvSpPr txBox="1"/>
          <p:nvPr/>
        </p:nvSpPr>
        <p:spPr>
          <a:xfrm>
            <a:off x="6733774" y="285190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Logit
(BFGS,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maxiter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=1,000)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A4BCF-6B4B-41DF-B085-EE80E6A29BBF}"/>
              </a:ext>
            </a:extLst>
          </p:cNvPr>
          <p:cNvSpPr txBox="1"/>
          <p:nvPr/>
        </p:nvSpPr>
        <p:spPr>
          <a:xfrm>
            <a:off x="508000" y="3566160"/>
            <a:ext cx="11521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r>
              <a:rPr b="1" i="0" dirty="0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검증</a:t>
            </a:r>
            <a:r>
              <a:rPr b="1" i="0" dirty="0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전략</a:t>
            </a:r>
            <a:endParaRPr b="1" i="0" dirty="0">
              <a:solidFill>
                <a:srgbClr val="1A355E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23" name="Table 15">
            <a:extLst>
              <a:ext uri="{FF2B5EF4-FFF2-40B4-BE49-F238E27FC236}">
                <a16:creationId xmlns:a16="http://schemas.microsoft.com/office/drawing/2014/main" id="{784D0E6A-BB73-461D-A2D6-C8B46A2BD3DE}"/>
              </a:ext>
            </a:extLst>
          </p:cNvPr>
          <p:cNvGraphicFramePr>
            <a:graphicFrameLocks noGrp="1"/>
          </p:cNvGraphicFramePr>
          <p:nvPr/>
        </p:nvGraphicFramePr>
        <p:xfrm>
          <a:off x="508000" y="3931920"/>
          <a:ext cx="1117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검증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상세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8622571-6AAB-407B-9DAA-FC7685AA1F20}"/>
              </a:ext>
            </a:extLst>
          </p:cNvPr>
          <p:cNvSpPr txBox="1"/>
          <p:nvPr/>
        </p:nvSpPr>
        <p:spPr>
          <a:xfrm>
            <a:off x="320040" y="5943600"/>
            <a:ext cx="11521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※ </a:t>
            </a:r>
            <a:r>
              <a:rPr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선형·로지스틱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모두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Case 1(Sex</a:t>
            </a:r>
            <a:r>
              <a:rPr lang="en-US"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Age) → Case 2(+AEC) → Case 3(+CT Model</a:t>
            </a:r>
            <a:r>
              <a:rPr lang="en-US" sz="110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en-US"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kVp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) </a:t>
            </a:r>
            <a:r>
              <a:rPr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순으로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점진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투입</a:t>
            </a:r>
            <a:endParaRPr sz="1100" b="0" i="1" dirty="0">
              <a:solidFill>
                <a:srgbClr val="2E75B6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3604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59333-5D10-83CB-AA31-404CAED85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A2DBD3-62E5-96A7-3E5F-73205B97D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BMI </a:t>
            </a:r>
            <a:r>
              <a:rPr lang="ko-KR" altLang="en-US" sz="4000" dirty="0"/>
              <a:t>기여도 분석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4AA3F2-ECC9-8DC2-BE19-247AABEF7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5920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8E032-80A1-2BD5-1738-6C0FFD59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071CB4-AFD1-AFED-FDBF-0C1C13F02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8C294E-00FF-5AF0-05D9-AC6B3F254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C187963-7A49-FE75-24B5-BC08064FA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BMI </a:t>
            </a:r>
            <a:r>
              <a:rPr lang="ko-KR" altLang="en-US" dirty="0"/>
              <a:t>유무에 따른 성능 비교 </a:t>
            </a:r>
            <a:r>
              <a:rPr lang="en-US" altLang="ko-KR" dirty="0"/>
              <a:t>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6CC0959-5CB0-AE80-3D0E-6EBF138089D3}"/>
              </a:ext>
            </a:extLst>
          </p:cNvPr>
          <p:cNvGraphicFramePr>
            <a:graphicFrameLocks noGrp="1"/>
          </p:cNvGraphicFramePr>
          <p:nvPr/>
        </p:nvGraphicFramePr>
        <p:xfrm>
          <a:off x="455222" y="1688275"/>
          <a:ext cx="11281555" cy="26090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4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75073768"/>
                    </a:ext>
                  </a:extLst>
                </a:gridCol>
                <a:gridCol w="1013188">
                  <a:extLst>
                    <a:ext uri="{9D8B030D-6E8A-4147-A177-3AD203B41FA5}">
                      <a16:colId xmlns:a16="http://schemas.microsoft.com/office/drawing/2014/main" val="3998434773"/>
                    </a:ext>
                  </a:extLst>
                </a:gridCol>
                <a:gridCol w="1638818">
                  <a:extLst>
                    <a:ext uri="{9D8B030D-6E8A-4147-A177-3AD203B41FA5}">
                      <a16:colId xmlns:a16="http://schemas.microsoft.com/office/drawing/2014/main" val="3457807918"/>
                    </a:ext>
                  </a:extLst>
                </a:gridCol>
                <a:gridCol w="1446166">
                  <a:extLst>
                    <a:ext uri="{9D8B030D-6E8A-4147-A177-3AD203B41FA5}">
                      <a16:colId xmlns:a16="http://schemas.microsoft.com/office/drawing/2014/main" val="1544939453"/>
                    </a:ext>
                  </a:extLst>
                </a:gridCol>
                <a:gridCol w="1628815">
                  <a:extLst>
                    <a:ext uri="{9D8B030D-6E8A-4147-A177-3AD203B41FA5}">
                      <a16:colId xmlns:a16="http://schemas.microsoft.com/office/drawing/2014/main" val="3303967436"/>
                    </a:ext>
                  </a:extLst>
                </a:gridCol>
                <a:gridCol w="1616649">
                  <a:extLst>
                    <a:ext uri="{9D8B030D-6E8A-4147-A177-3AD203B41FA5}">
                      <a16:colId xmlns:a16="http://schemas.microsoft.com/office/drawing/2014/main" val="1596193348"/>
                    </a:ext>
                  </a:extLst>
                </a:gridCol>
                <a:gridCol w="16301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15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Case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BMI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N feat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Lin R²(±std)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Lin RMSE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Log AUC(±std)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Log Sens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Log Spec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Case 1 (no BMI)</a:t>
                      </a:r>
                      <a:endParaRPr lang="en-US" sz="110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no BMI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0.5430 ± 0.0401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19.91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0.5992 ± 0.0403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0.3886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0.8173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Case 1 (+BMI)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</a:rPr>
                        <a:t>+BMI</a:t>
                      </a:r>
                      <a:endParaRPr lang="en-US" sz="1400">
                        <a:effectLst/>
                      </a:endParaRP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3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0.6620 ± 0.0367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17.12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0.7427 ± 0.0188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0.7647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0.6491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6528694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2 (no BMI)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no BMI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6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0.6300 ± 0.0407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17.91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0.7000 ± 0.0276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0.7741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0.5726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195472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Case 2 (+BMI)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</a:rPr>
                        <a:t>+BMI</a:t>
                      </a:r>
                      <a:endParaRPr lang="en-US" sz="1400">
                        <a:effectLst/>
                      </a:endParaRP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0.6780 ± 0.0357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16.71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0.7510 ± 0.0227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0.7394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0.6883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532009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4 (no BMI)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no BMI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45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0.6210 ± 0.0339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18.13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0.7104 ± 0.0260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0.7834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0.5889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4 (+BMI)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</a:rPr>
                        <a:t>+BMI</a:t>
                      </a:r>
                      <a:endParaRPr 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46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0.6682 ± 0.0318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16.96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0.7400 ± 0.0287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0.7834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0.6319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FC5D62D1-777B-B096-AF47-AA0131186F24}"/>
              </a:ext>
            </a:extLst>
          </p:cNvPr>
          <p:cNvGraphicFramePr>
            <a:graphicFrameLocks noGrp="1"/>
          </p:cNvGraphicFramePr>
          <p:nvPr/>
        </p:nvGraphicFramePr>
        <p:xfrm>
          <a:off x="455222" y="4611584"/>
          <a:ext cx="7675418" cy="125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9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403">
                  <a:extLst>
                    <a:ext uri="{9D8B030D-6E8A-4147-A177-3AD203B41FA5}">
                      <a16:colId xmlns:a16="http://schemas.microsoft.com/office/drawing/2014/main" val="3110612638"/>
                    </a:ext>
                  </a:extLst>
                </a:gridCol>
                <a:gridCol w="1377165">
                  <a:extLst>
                    <a:ext uri="{9D8B030D-6E8A-4147-A177-3AD203B41FA5}">
                      <a16:colId xmlns:a16="http://schemas.microsoft.com/office/drawing/2014/main" val="3068643098"/>
                    </a:ext>
                  </a:extLst>
                </a:gridCol>
                <a:gridCol w="1199284">
                  <a:extLst>
                    <a:ext uri="{9D8B030D-6E8A-4147-A177-3AD203B41FA5}">
                      <a16:colId xmlns:a16="http://schemas.microsoft.com/office/drawing/2014/main" val="1665777330"/>
                    </a:ext>
                  </a:extLst>
                </a:gridCol>
                <a:gridCol w="1199284">
                  <a:extLst>
                    <a:ext uri="{9D8B030D-6E8A-4147-A177-3AD203B41FA5}">
                      <a16:colId xmlns:a16="http://schemas.microsoft.com/office/drawing/2014/main" val="3948507518"/>
                    </a:ext>
                  </a:extLst>
                </a:gridCol>
                <a:gridCol w="16789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Case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 dirty="0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R²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 dirty="0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RMSE (cm²)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AUC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 dirty="0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</a:rPr>
                        <a:t>해석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+0.1190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-2.79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+0.1435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-0.0410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BMI </a:t>
                      </a:r>
                      <a:r>
                        <a:rPr lang="ko-KR" altLang="en-US" sz="1400">
                          <a:effectLst/>
                        </a:rPr>
                        <a:t>보정 유효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C2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+0.0480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-1.20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+0.0510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+0.0806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BMI </a:t>
                      </a:r>
                      <a:r>
                        <a:rPr lang="ko-KR" altLang="en-US" sz="1400">
                          <a:effectLst/>
                        </a:rPr>
                        <a:t>보정 유효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+0.0472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-1.17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+0.0296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+0.0330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BMI </a:t>
                      </a:r>
                      <a:r>
                        <a:rPr lang="ko-KR" altLang="en-US" sz="1400" dirty="0">
                          <a:effectLst/>
                        </a:rPr>
                        <a:t>보정 유효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40704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19834-D765-F834-655F-EFF286658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2F2980-D61F-3A99-31FA-CDFEDCC91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26D1EF-DC95-CBDA-BC54-ACCF7BBF4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8B40FB36-EED3-A518-CFBA-F86F9F2334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BMI </a:t>
            </a:r>
            <a:r>
              <a:rPr lang="ko-KR" altLang="en-US" dirty="0"/>
              <a:t>유무에 따른 성능 비교 </a:t>
            </a:r>
            <a:r>
              <a:rPr lang="en-US" altLang="ko-KR" dirty="0"/>
              <a:t>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9983188-77AE-AF74-A801-610DA0B5FD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1659"/>
            <a:ext cx="12192000" cy="435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854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2BE89-483D-22CF-0B03-0686AFCCB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B477A6-BF02-0B2B-C253-6CFD1963B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CDB12-F8EA-C571-F002-DD98450F6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C0CBD8F0-F695-6084-612A-182BA033EE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BMI </a:t>
            </a:r>
            <a:r>
              <a:rPr lang="ko-KR" altLang="en-US" dirty="0"/>
              <a:t>유무에 따른 성능 비교 </a:t>
            </a:r>
            <a:r>
              <a:rPr lang="en-US" altLang="ko-KR" dirty="0"/>
              <a:t>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2314823B-A23B-1A1D-93EE-3DE90B6D4D9E}"/>
              </a:ext>
            </a:extLst>
          </p:cNvPr>
          <p:cNvGraphicFramePr>
            <a:graphicFrameLocks noGrp="1"/>
          </p:cNvGraphicFramePr>
          <p:nvPr/>
        </p:nvGraphicFramePr>
        <p:xfrm>
          <a:off x="455222" y="1688275"/>
          <a:ext cx="11281555" cy="26090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4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75073768"/>
                    </a:ext>
                  </a:extLst>
                </a:gridCol>
                <a:gridCol w="1013188">
                  <a:extLst>
                    <a:ext uri="{9D8B030D-6E8A-4147-A177-3AD203B41FA5}">
                      <a16:colId xmlns:a16="http://schemas.microsoft.com/office/drawing/2014/main" val="3998434773"/>
                    </a:ext>
                  </a:extLst>
                </a:gridCol>
                <a:gridCol w="1638818">
                  <a:extLst>
                    <a:ext uri="{9D8B030D-6E8A-4147-A177-3AD203B41FA5}">
                      <a16:colId xmlns:a16="http://schemas.microsoft.com/office/drawing/2014/main" val="3457807918"/>
                    </a:ext>
                  </a:extLst>
                </a:gridCol>
                <a:gridCol w="1446166">
                  <a:extLst>
                    <a:ext uri="{9D8B030D-6E8A-4147-A177-3AD203B41FA5}">
                      <a16:colId xmlns:a16="http://schemas.microsoft.com/office/drawing/2014/main" val="1544939453"/>
                    </a:ext>
                  </a:extLst>
                </a:gridCol>
                <a:gridCol w="1628815">
                  <a:extLst>
                    <a:ext uri="{9D8B030D-6E8A-4147-A177-3AD203B41FA5}">
                      <a16:colId xmlns:a16="http://schemas.microsoft.com/office/drawing/2014/main" val="3303967436"/>
                    </a:ext>
                  </a:extLst>
                </a:gridCol>
                <a:gridCol w="1616649">
                  <a:extLst>
                    <a:ext uri="{9D8B030D-6E8A-4147-A177-3AD203B41FA5}">
                      <a16:colId xmlns:a16="http://schemas.microsoft.com/office/drawing/2014/main" val="1596193348"/>
                    </a:ext>
                  </a:extLst>
                </a:gridCol>
                <a:gridCol w="16301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15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Case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BMI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N feat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Lin R²(±std)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Lin RMSE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Log AUC(±std)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Log Sens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Log Spec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Case 1 (no BMI)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no BMI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0.5216 ± 0.0656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21.24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0.6076 ± 0.0299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0.5505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0.6938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1 (+BMI)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</a:rPr>
                        <a:t>+BMI</a:t>
                      </a:r>
                      <a:endParaRPr 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0.6398 ± 0.0629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18.42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0.7513 ± 0.0332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0.7988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0.6073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6528694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2 (no BMI)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no BMI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6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0.5444 ± 0.0587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20.73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0.6441 ± 0.0430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0.6114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0.6552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195472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2 (+BMI)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</a:rPr>
                        <a:t>+BMI</a:t>
                      </a:r>
                      <a:endParaRPr lang="en-US" sz="1400">
                        <a:effectLst/>
                      </a:endParaRP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0.6415 ± 0.0615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18.37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0.7502 ± 0.0362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0.8055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0.6125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532009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4 (no BMI)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no BMI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58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0.5350 ± 0.0693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20.92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0.6784 ± 0.0236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0.6410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0.6740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4 (+BMI)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</a:rPr>
                        <a:t>+BMI</a:t>
                      </a:r>
                      <a:endParaRPr 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59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0.6340 ± 0.0590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18.56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0.7529 ± 0.0321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0.7572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0.6896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CC2CB5A6-F5DD-FBF1-C92C-D06C15163DC9}"/>
              </a:ext>
            </a:extLst>
          </p:cNvPr>
          <p:cNvGraphicFramePr>
            <a:graphicFrameLocks noGrp="1"/>
          </p:cNvGraphicFramePr>
          <p:nvPr/>
        </p:nvGraphicFramePr>
        <p:xfrm>
          <a:off x="455222" y="4611584"/>
          <a:ext cx="7675418" cy="125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9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403">
                  <a:extLst>
                    <a:ext uri="{9D8B030D-6E8A-4147-A177-3AD203B41FA5}">
                      <a16:colId xmlns:a16="http://schemas.microsoft.com/office/drawing/2014/main" val="3110612638"/>
                    </a:ext>
                  </a:extLst>
                </a:gridCol>
                <a:gridCol w="1377165">
                  <a:extLst>
                    <a:ext uri="{9D8B030D-6E8A-4147-A177-3AD203B41FA5}">
                      <a16:colId xmlns:a16="http://schemas.microsoft.com/office/drawing/2014/main" val="3068643098"/>
                    </a:ext>
                  </a:extLst>
                </a:gridCol>
                <a:gridCol w="1199284">
                  <a:extLst>
                    <a:ext uri="{9D8B030D-6E8A-4147-A177-3AD203B41FA5}">
                      <a16:colId xmlns:a16="http://schemas.microsoft.com/office/drawing/2014/main" val="1665777330"/>
                    </a:ext>
                  </a:extLst>
                </a:gridCol>
                <a:gridCol w="1199284">
                  <a:extLst>
                    <a:ext uri="{9D8B030D-6E8A-4147-A177-3AD203B41FA5}">
                      <a16:colId xmlns:a16="http://schemas.microsoft.com/office/drawing/2014/main" val="3948507518"/>
                    </a:ext>
                  </a:extLst>
                </a:gridCol>
                <a:gridCol w="16789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Case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 dirty="0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R²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 dirty="0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RMSE (cm²)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AUC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 dirty="0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</a:rPr>
                        <a:t>해석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+0.1182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-2.82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+0.1437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-0.0047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BMI </a:t>
                      </a:r>
                      <a:r>
                        <a:rPr lang="ko-KR" altLang="en-US" sz="1400">
                          <a:effectLst/>
                        </a:rPr>
                        <a:t>보정 유효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C2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+0.0971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-2.36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+0.1061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+0.0150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BMI </a:t>
                      </a:r>
                      <a:r>
                        <a:rPr lang="ko-KR" altLang="en-US" sz="1400">
                          <a:effectLst/>
                        </a:rPr>
                        <a:t>보정 유효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+0.0990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-2.36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+0.0745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+0.0403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BMI </a:t>
                      </a:r>
                      <a:r>
                        <a:rPr lang="ko-KR" altLang="en-US" sz="1400" dirty="0">
                          <a:effectLst/>
                        </a:rPr>
                        <a:t>보정 유효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8150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D7A36-C441-079A-3D51-01658E9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E09C3DB-1D07-5DCE-3DAE-9CBE3E15BD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1659"/>
            <a:ext cx="12192000" cy="435428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7F4E1A1-4B68-6C2B-0905-572F97877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C6A584-FD61-4899-84D4-D328667DF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8F0502B-6362-FF80-9026-F61BE2388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BMI </a:t>
            </a:r>
            <a:r>
              <a:rPr lang="ko-KR" altLang="en-US" dirty="0"/>
              <a:t>유무에 따른 성능 비교 </a:t>
            </a:r>
            <a:r>
              <a:rPr lang="en-US" altLang="ko-KR" dirty="0"/>
              <a:t>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443548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52048-3D54-90BA-4C63-E9E6CBFE0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05F65B-4C7C-5F4C-D369-09DC5557E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Multivariable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9C3DE5-6647-3CC0-BA2B-261B8E16B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720590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15">
            <a:extLst>
              <a:ext uri="{FF2B5EF4-FFF2-40B4-BE49-F238E27FC236}">
                <a16:creationId xmlns:a16="http://schemas.microsoft.com/office/drawing/2014/main" id="{94DCFC33-C28C-2700-774F-9A442D3EB2B6}"/>
              </a:ext>
            </a:extLst>
          </p:cNvPr>
          <p:cNvGraphicFramePr>
            <a:graphicFrameLocks noGrp="1"/>
          </p:cNvGraphicFramePr>
          <p:nvPr/>
        </p:nvGraphicFramePr>
        <p:xfrm>
          <a:off x="695998" y="1714259"/>
          <a:ext cx="1080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7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2772">
                  <a:extLst>
                    <a:ext uri="{9D8B030D-6E8A-4147-A177-3AD203B41FA5}">
                      <a16:colId xmlns:a16="http://schemas.microsoft.com/office/drawing/2014/main" val="32184430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1437228936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1561253987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Case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N feat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R² (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/>
                        </a:rPr>
                        <a:t>mean±std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MAE (cm²)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RMSE (cm²)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1  Clinical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0.662 ± 0.037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12.83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17.12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2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AEC_prev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0.678 ± 0.036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12.53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16.71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07736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3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AEC_new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0.669 ± 0.038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12.59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16.93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4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AEC_prev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Scanner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/</a:t>
                      </a:r>
                      <a:r>
                        <a:rPr lang="en-US"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kVp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46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0.668 ± 0.032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12.77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16.96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5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AEC_new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Scanner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/</a:t>
                      </a:r>
                      <a:r>
                        <a:rPr lang="en-US"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kVp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0.662 ± 0.035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12.74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17.11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(5-fold CV) –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18DD6A-655F-02B1-E450-20C581D2F763}"/>
              </a:ext>
            </a:extLst>
          </p:cNvPr>
          <p:cNvSpPr txBox="1"/>
          <p:nvPr/>
        </p:nvSpPr>
        <p:spPr>
          <a:xfrm>
            <a:off x="741104" y="4018547"/>
            <a:ext cx="107097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0070C0"/>
                </a:solidFill>
              </a:rPr>
              <a:t>AEC </a:t>
            </a:r>
            <a:r>
              <a:rPr lang="ko-KR" altLang="en-US" sz="1400" b="1" dirty="0">
                <a:solidFill>
                  <a:srgbClr val="0070C0"/>
                </a:solidFill>
              </a:rPr>
              <a:t>기여도 </a:t>
            </a:r>
            <a:r>
              <a:rPr lang="en-US" altLang="ko-KR" sz="1400" b="1" dirty="0">
                <a:solidFill>
                  <a:srgbClr val="0070C0"/>
                </a:solidFill>
              </a:rPr>
              <a:t>(</a:t>
            </a:r>
            <a:r>
              <a:rPr lang="ko-KR" altLang="en-US" sz="1400" b="1" dirty="0">
                <a:solidFill>
                  <a:srgbClr val="0070C0"/>
                </a:solidFill>
              </a:rPr>
              <a:t>선형 </a:t>
            </a:r>
            <a:r>
              <a:rPr lang="en-US" altLang="ko-KR" sz="1400" b="1" dirty="0">
                <a:solidFill>
                  <a:srgbClr val="0070C0"/>
                </a:solidFill>
              </a:rPr>
              <a:t>R²):</a:t>
            </a:r>
            <a:r>
              <a:rPr lang="en-US" altLang="ko-KR" sz="1400" dirty="0">
                <a:solidFill>
                  <a:srgbClr val="0070C0"/>
                </a:solidFill>
              </a:rPr>
              <a:t> </a:t>
            </a:r>
            <a:r>
              <a:rPr lang="en-US" altLang="ko-KR" sz="1400" dirty="0" err="1">
                <a:solidFill>
                  <a:srgbClr val="0070C0"/>
                </a:solidFill>
              </a:rPr>
              <a:t>AEC_prev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+0.0160 | </a:t>
            </a:r>
            <a:r>
              <a:rPr lang="en-US" altLang="ko-KR" sz="1400" dirty="0" err="1">
                <a:solidFill>
                  <a:srgbClr val="0070C0"/>
                </a:solidFill>
              </a:rPr>
              <a:t>AEC_new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+0.0074 | </a:t>
            </a:r>
            <a:r>
              <a:rPr lang="ko-KR" altLang="en-US" sz="1400" dirty="0">
                <a:solidFill>
                  <a:srgbClr val="0070C0"/>
                </a:solidFill>
              </a:rPr>
              <a:t>차이 </a:t>
            </a:r>
            <a:r>
              <a:rPr lang="en-US" altLang="ko-KR" sz="1400" dirty="0">
                <a:solidFill>
                  <a:srgbClr val="0070C0"/>
                </a:solidFill>
              </a:rPr>
              <a:t>(new-</a:t>
            </a:r>
            <a:r>
              <a:rPr lang="en-US" altLang="ko-KR" sz="1400" dirty="0" err="1">
                <a:solidFill>
                  <a:srgbClr val="0070C0"/>
                </a:solidFill>
              </a:rPr>
              <a:t>prev</a:t>
            </a:r>
            <a:r>
              <a:rPr lang="en-US" altLang="ko-KR" sz="1400" dirty="0">
                <a:solidFill>
                  <a:srgbClr val="0070C0"/>
                </a:solidFill>
              </a:rPr>
              <a:t>) = -0.0086</a:t>
            </a:r>
            <a:endParaRPr sz="1400" b="1" i="0" dirty="0">
              <a:solidFill>
                <a:srgbClr val="0070C0"/>
              </a:solidFill>
              <a:latin typeface="KoPub돋움체 Medium"/>
            </a:endParaRPr>
          </a:p>
        </p:txBody>
      </p:sp>
    </p:spTree>
    <p:extLst>
      <p:ext uri="{BB962C8B-B14F-4D97-AF65-F5344CB8AC3E}">
        <p14:creationId xmlns:p14="http://schemas.microsoft.com/office/powerpoint/2010/main" val="17853025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7C3C-4653-E1E8-34C3-4DE3700AA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754F0-975C-63A5-9703-08B00C81E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8D4FFE-10CB-4156-612D-F30A1CFED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pic>
        <p:nvPicPr>
          <p:cNvPr id="8" name="Picture 5" descr="01_linear_actual_vs_pred.png">
            <a:extLst>
              <a:ext uri="{FF2B5EF4-FFF2-40B4-BE49-F238E27FC236}">
                <a16:creationId xmlns:a16="http://schemas.microsoft.com/office/drawing/2014/main" id="{C671C277-89AA-1AC0-6310-66046529B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60" y="1454236"/>
            <a:ext cx="11610505" cy="2473330"/>
          </a:xfrm>
          <a:prstGeom prst="rect">
            <a:avLst/>
          </a:prstGeom>
        </p:spPr>
      </p:pic>
      <p:pic>
        <p:nvPicPr>
          <p:cNvPr id="10" name="Picture 7" descr="03_linear_coefficients.png">
            <a:extLst>
              <a:ext uri="{FF2B5EF4-FFF2-40B4-BE49-F238E27FC236}">
                <a16:creationId xmlns:a16="http://schemas.microsoft.com/office/drawing/2014/main" id="{35231708-4493-894B-79D3-89FD4CD77D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" y="3927566"/>
            <a:ext cx="11610505" cy="2473330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DEC9F7-2246-ED5F-159E-5D0850FD9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(5-fold CV) –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838551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BD93E-4F6B-E136-B982-870195650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15">
            <a:extLst>
              <a:ext uri="{FF2B5EF4-FFF2-40B4-BE49-F238E27FC236}">
                <a16:creationId xmlns:a16="http://schemas.microsoft.com/office/drawing/2014/main" id="{2553B926-1BE2-B289-82FC-C1DD7EA9BF05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1658112"/>
          <a:ext cx="1080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7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723">
                  <a:extLst>
                    <a:ext uri="{9D8B030D-6E8A-4147-A177-3AD203B41FA5}">
                      <a16:colId xmlns:a16="http://schemas.microsoft.com/office/drawing/2014/main" val="3218443073"/>
                    </a:ext>
                  </a:extLst>
                </a:gridCol>
                <a:gridCol w="1893683">
                  <a:extLst>
                    <a:ext uri="{9D8B030D-6E8A-4147-A177-3AD203B41FA5}">
                      <a16:colId xmlns:a16="http://schemas.microsoft.com/office/drawing/2014/main" val="1437228936"/>
                    </a:ext>
                  </a:extLst>
                </a:gridCol>
                <a:gridCol w="1893683">
                  <a:extLst>
                    <a:ext uri="{9D8B030D-6E8A-4147-A177-3AD203B41FA5}">
                      <a16:colId xmlns:a16="http://schemas.microsoft.com/office/drawing/2014/main" val="1561253987"/>
                    </a:ext>
                  </a:extLst>
                </a:gridCol>
                <a:gridCol w="1893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Case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AUC (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/>
                        </a:rPr>
                        <a:t>mean±std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Accuracy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Sensitivity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Specificity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Case 1 Clinical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solidFill>
                            <a:srgbClr val="000000"/>
                          </a:solidFill>
                          <a:effectLst/>
                        </a:rPr>
                        <a:t>0.7427 ± 0.0188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0.6762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0.7647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0.6491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Case 2 +AEC_prev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solidFill>
                            <a:srgbClr val="000000"/>
                          </a:solidFill>
                          <a:effectLst/>
                        </a:rPr>
                        <a:t>0.7510 ± 0.0227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0.7004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0.7394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0.6883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07736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Case 3 +AEC_new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solidFill>
                            <a:srgbClr val="000000"/>
                          </a:solidFill>
                          <a:effectLst/>
                        </a:rPr>
                        <a:t>0.7442 ± 0.0280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0.6374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0.8274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0.5794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Case 4 +AEC_prev +Scanner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solidFill>
                            <a:srgbClr val="000000"/>
                          </a:solidFill>
                          <a:effectLst/>
                        </a:rPr>
                        <a:t>0.7400 ± 0.0287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0.6674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0.7834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0.6319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Case 5 +AEC_new +Scanner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solidFill>
                            <a:srgbClr val="000000"/>
                          </a:solidFill>
                          <a:effectLst/>
                        </a:rPr>
                        <a:t>0.7311 ± 0.0291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0.6762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0.7522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0.6529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A6FE18B7-D629-E66E-BFE1-7DC89F0F4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0BD7E6-EF9B-E36B-1DCD-CED3DA9CC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(5-fold CV)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38B3DF-A802-77BB-D637-F6348941F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399AA7-704D-17FF-4B91-28A54DA61309}"/>
              </a:ext>
            </a:extLst>
          </p:cNvPr>
          <p:cNvSpPr txBox="1"/>
          <p:nvPr/>
        </p:nvSpPr>
        <p:spPr>
          <a:xfrm>
            <a:off x="696000" y="3962400"/>
            <a:ext cx="10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0070C0"/>
                </a:solidFill>
              </a:rPr>
              <a:t>AEC </a:t>
            </a:r>
            <a:r>
              <a:rPr lang="ko-KR" altLang="en-US" sz="1400" b="1" dirty="0">
                <a:solidFill>
                  <a:srgbClr val="0070C0"/>
                </a:solidFill>
              </a:rPr>
              <a:t>기여도 </a:t>
            </a:r>
            <a:r>
              <a:rPr lang="en-US" altLang="ko-KR" sz="1400" b="1" dirty="0">
                <a:solidFill>
                  <a:srgbClr val="0070C0"/>
                </a:solidFill>
              </a:rPr>
              <a:t>(AUC):</a:t>
            </a:r>
            <a:r>
              <a:rPr lang="en-US" altLang="ko-KR" sz="1400" dirty="0">
                <a:solidFill>
                  <a:srgbClr val="0070C0"/>
                </a:solidFill>
              </a:rPr>
              <a:t> </a:t>
            </a:r>
            <a:r>
              <a:rPr lang="en-US" altLang="ko-KR" sz="1400" dirty="0" err="1">
                <a:solidFill>
                  <a:srgbClr val="0070C0"/>
                </a:solidFill>
              </a:rPr>
              <a:t>AEC_prev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+0.0083 | </a:t>
            </a:r>
            <a:r>
              <a:rPr lang="en-US" altLang="ko-KR" sz="1400" dirty="0" err="1">
                <a:solidFill>
                  <a:srgbClr val="0070C0"/>
                </a:solidFill>
              </a:rPr>
              <a:t>AEC_new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+0.0015 | </a:t>
            </a:r>
            <a:r>
              <a:rPr lang="ko-KR" altLang="en-US" sz="1400" dirty="0">
                <a:solidFill>
                  <a:srgbClr val="0070C0"/>
                </a:solidFill>
              </a:rPr>
              <a:t>차이 </a:t>
            </a:r>
            <a:r>
              <a:rPr lang="en-US" altLang="ko-KR" sz="1400" dirty="0">
                <a:solidFill>
                  <a:srgbClr val="0070C0"/>
                </a:solidFill>
              </a:rPr>
              <a:t>(new-</a:t>
            </a:r>
            <a:r>
              <a:rPr lang="en-US" altLang="ko-KR" sz="1400" dirty="0" err="1">
                <a:solidFill>
                  <a:srgbClr val="0070C0"/>
                </a:solidFill>
              </a:rPr>
              <a:t>prev</a:t>
            </a:r>
            <a:r>
              <a:rPr lang="en-US" altLang="ko-KR" sz="1400" dirty="0">
                <a:solidFill>
                  <a:srgbClr val="0070C0"/>
                </a:solidFill>
              </a:rPr>
              <a:t>) = -0.0068</a:t>
            </a:r>
            <a:endParaRPr lang="en-US" altLang="ko-KR" sz="1400" b="1" dirty="0">
              <a:solidFill>
                <a:srgbClr val="0070C0"/>
              </a:solidFill>
              <a:latin typeface="KoPub돋움체 Medium"/>
            </a:endParaRPr>
          </a:p>
        </p:txBody>
      </p:sp>
    </p:spTree>
    <p:extLst>
      <p:ext uri="{BB962C8B-B14F-4D97-AF65-F5344CB8AC3E}">
        <p14:creationId xmlns:p14="http://schemas.microsoft.com/office/powerpoint/2010/main" val="7142092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B7EDD-BBED-5745-339F-DE33ECE8D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B8E1BD-5C73-F9E4-0B9E-604BCC625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3DEC87-6666-F73C-8D68-B4B5F464B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(5-fold CV)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84728E-DC65-4208-F163-B0EFE7BD1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pic>
        <p:nvPicPr>
          <p:cNvPr id="5" name="Picture 5" descr="04_logistic_roc.png">
            <a:extLst>
              <a:ext uri="{FF2B5EF4-FFF2-40B4-BE49-F238E27FC236}">
                <a16:creationId xmlns:a16="http://schemas.microsoft.com/office/drawing/2014/main" id="{3D094B75-AA7C-0679-5174-34B7EB1C6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3247" y="1378291"/>
            <a:ext cx="3123595" cy="2660680"/>
          </a:xfrm>
          <a:prstGeom prst="rect">
            <a:avLst/>
          </a:prstGeom>
        </p:spPr>
      </p:pic>
      <p:pic>
        <p:nvPicPr>
          <p:cNvPr id="7" name="Picture 7" descr="06_logistic_confusion.png">
            <a:extLst>
              <a:ext uri="{FF2B5EF4-FFF2-40B4-BE49-F238E27FC236}">
                <a16:creationId xmlns:a16="http://schemas.microsoft.com/office/drawing/2014/main" id="{D9D4E2D7-C6D1-FF1A-5E19-EBE1C04694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05776"/>
            <a:ext cx="8983422" cy="2509024"/>
          </a:xfrm>
          <a:prstGeom prst="rect">
            <a:avLst/>
          </a:prstGeom>
        </p:spPr>
      </p:pic>
      <p:pic>
        <p:nvPicPr>
          <p:cNvPr id="8" name="Picture 9" descr="07_logistic_coefficients.png">
            <a:extLst>
              <a:ext uri="{FF2B5EF4-FFF2-40B4-BE49-F238E27FC236}">
                <a16:creationId xmlns:a16="http://schemas.microsoft.com/office/drawing/2014/main" id="{AA3D9CB8-60E9-DA22-9684-6344A9E5D0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114800"/>
            <a:ext cx="12192000" cy="232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9990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951A8-3835-CCEA-C419-550150CF7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15">
            <a:extLst>
              <a:ext uri="{FF2B5EF4-FFF2-40B4-BE49-F238E27FC236}">
                <a16:creationId xmlns:a16="http://schemas.microsoft.com/office/drawing/2014/main" id="{7408A1CA-D336-AF2C-7C8F-F9EBA15EF032}"/>
              </a:ext>
            </a:extLst>
          </p:cNvPr>
          <p:cNvGraphicFramePr>
            <a:graphicFrameLocks noGrp="1"/>
          </p:cNvGraphicFramePr>
          <p:nvPr/>
        </p:nvGraphicFramePr>
        <p:xfrm>
          <a:off x="695998" y="1714259"/>
          <a:ext cx="1080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7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2772">
                  <a:extLst>
                    <a:ext uri="{9D8B030D-6E8A-4147-A177-3AD203B41FA5}">
                      <a16:colId xmlns:a16="http://schemas.microsoft.com/office/drawing/2014/main" val="32184430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1437228936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1561253987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Case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N feat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R² (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/>
                        </a:rPr>
                        <a:t>mean±std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MAE (cm²)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RMSE (cm²)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Case 1 Clinical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0.640 ± 0.063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13.82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18.42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2 +AEC_prev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7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0.641 ± 0.061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13.83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18.37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07736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3 +AEC_new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14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0.637 ± 0.067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13.81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18.48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4 +AEC_prev +Scanner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59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0.634 ± 0.059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14.00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18.56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5 +AEC_new +Scanner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66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0.638 ± 0.054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13.94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18.48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34640984-1D3E-0DCD-F5D0-6826F2D34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5EA2E-FF17-30D6-5615-AFEC32F27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(5-fold CV)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4E691-CDF2-D3B6-CE48-E6FCBEFA5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DA337-73E2-1A0C-2AB0-F482B4A43D92}"/>
              </a:ext>
            </a:extLst>
          </p:cNvPr>
          <p:cNvSpPr txBox="1"/>
          <p:nvPr/>
        </p:nvSpPr>
        <p:spPr>
          <a:xfrm>
            <a:off x="741104" y="4018547"/>
            <a:ext cx="107097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0070C0"/>
                </a:solidFill>
              </a:rPr>
              <a:t>AEC </a:t>
            </a:r>
            <a:r>
              <a:rPr lang="ko-KR" altLang="en-US" sz="1400" b="1" dirty="0">
                <a:solidFill>
                  <a:srgbClr val="0070C0"/>
                </a:solidFill>
              </a:rPr>
              <a:t>기여도 </a:t>
            </a:r>
            <a:r>
              <a:rPr lang="en-US" altLang="ko-KR" sz="1400" b="1" dirty="0">
                <a:solidFill>
                  <a:srgbClr val="0070C0"/>
                </a:solidFill>
              </a:rPr>
              <a:t>(</a:t>
            </a:r>
            <a:r>
              <a:rPr lang="ko-KR" altLang="en-US" sz="1400" b="1" dirty="0">
                <a:solidFill>
                  <a:srgbClr val="0070C0"/>
                </a:solidFill>
              </a:rPr>
              <a:t>선형 </a:t>
            </a:r>
            <a:r>
              <a:rPr lang="en-US" altLang="ko-KR" sz="1400" b="1" dirty="0">
                <a:solidFill>
                  <a:srgbClr val="0070C0"/>
                </a:solidFill>
              </a:rPr>
              <a:t>R²):</a:t>
            </a:r>
            <a:r>
              <a:rPr lang="en-US" altLang="ko-KR" sz="1400" dirty="0">
                <a:solidFill>
                  <a:srgbClr val="0070C0"/>
                </a:solidFill>
              </a:rPr>
              <a:t> </a:t>
            </a:r>
            <a:r>
              <a:rPr lang="en-US" altLang="ko-KR" sz="1400" dirty="0" err="1">
                <a:solidFill>
                  <a:srgbClr val="0070C0"/>
                </a:solidFill>
              </a:rPr>
              <a:t>AEC_prev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+0.0017 | </a:t>
            </a:r>
            <a:r>
              <a:rPr lang="en-US" altLang="ko-KR" sz="1400" dirty="0" err="1">
                <a:solidFill>
                  <a:srgbClr val="0070C0"/>
                </a:solidFill>
              </a:rPr>
              <a:t>AEC_new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-0.0027 | </a:t>
            </a:r>
            <a:r>
              <a:rPr lang="ko-KR" altLang="en-US" sz="1400" dirty="0">
                <a:solidFill>
                  <a:srgbClr val="0070C0"/>
                </a:solidFill>
              </a:rPr>
              <a:t>차이 </a:t>
            </a:r>
            <a:r>
              <a:rPr lang="en-US" altLang="ko-KR" sz="1400" dirty="0">
                <a:solidFill>
                  <a:srgbClr val="0070C0"/>
                </a:solidFill>
              </a:rPr>
              <a:t>(new-</a:t>
            </a:r>
            <a:r>
              <a:rPr lang="en-US" altLang="ko-KR" sz="1400" dirty="0" err="1">
                <a:solidFill>
                  <a:srgbClr val="0070C0"/>
                </a:solidFill>
              </a:rPr>
              <a:t>prev</a:t>
            </a:r>
            <a:r>
              <a:rPr lang="en-US" altLang="ko-KR" sz="1400" dirty="0">
                <a:solidFill>
                  <a:srgbClr val="0070C0"/>
                </a:solidFill>
              </a:rPr>
              <a:t>) = -0.0044</a:t>
            </a:r>
            <a:endParaRPr lang="ko-KR" altLang="en-US" sz="1400" b="1" dirty="0">
              <a:solidFill>
                <a:srgbClr val="0070C0"/>
              </a:solidFill>
              <a:latin typeface="KoPub돋움체 Medium"/>
            </a:endParaRPr>
          </a:p>
        </p:txBody>
      </p:sp>
    </p:spTree>
    <p:extLst>
      <p:ext uri="{BB962C8B-B14F-4D97-AF65-F5344CB8AC3E}">
        <p14:creationId xmlns:p14="http://schemas.microsoft.com/office/powerpoint/2010/main" val="310154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30B83-930D-CD0D-C43F-86D6C8A7E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47B4C5-A686-79CB-5D8C-0F253E0A6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63CA50-BEBA-716A-0432-E11CC20C8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285CD5D-99D4-2CD0-E53A-65E84FA78F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30963"/>
            <a:ext cx="12192000" cy="2438400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82AF84-369B-8873-99B7-35DF74AF1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(5-fold CV) –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20E0C6C-2239-6340-7AF2-46BB5D2EBF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39687"/>
            <a:ext cx="12192000" cy="2599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8500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B4C4F-88F7-D6CA-C91C-59AD956C7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15">
            <a:extLst>
              <a:ext uri="{FF2B5EF4-FFF2-40B4-BE49-F238E27FC236}">
                <a16:creationId xmlns:a16="http://schemas.microsoft.com/office/drawing/2014/main" id="{F10C9133-6F55-4993-F2DD-EE1A1242684F}"/>
              </a:ext>
            </a:extLst>
          </p:cNvPr>
          <p:cNvGraphicFramePr>
            <a:graphicFrameLocks noGrp="1"/>
          </p:cNvGraphicFramePr>
          <p:nvPr/>
        </p:nvGraphicFramePr>
        <p:xfrm>
          <a:off x="725688" y="1658112"/>
          <a:ext cx="1080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7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723">
                  <a:extLst>
                    <a:ext uri="{9D8B030D-6E8A-4147-A177-3AD203B41FA5}">
                      <a16:colId xmlns:a16="http://schemas.microsoft.com/office/drawing/2014/main" val="3218443073"/>
                    </a:ext>
                  </a:extLst>
                </a:gridCol>
                <a:gridCol w="1893683">
                  <a:extLst>
                    <a:ext uri="{9D8B030D-6E8A-4147-A177-3AD203B41FA5}">
                      <a16:colId xmlns:a16="http://schemas.microsoft.com/office/drawing/2014/main" val="1437228936"/>
                    </a:ext>
                  </a:extLst>
                </a:gridCol>
                <a:gridCol w="1893683">
                  <a:extLst>
                    <a:ext uri="{9D8B030D-6E8A-4147-A177-3AD203B41FA5}">
                      <a16:colId xmlns:a16="http://schemas.microsoft.com/office/drawing/2014/main" val="1561253987"/>
                    </a:ext>
                  </a:extLst>
                </a:gridCol>
                <a:gridCol w="1893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Case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AUC (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/>
                        </a:rPr>
                        <a:t>mean±std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Accuracy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Sensitivity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Specificity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Case 1 Clinical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0.7513 ± 0.0332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0.6541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0.7988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0.6073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2 +AEC_prev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0.7502 ± 0.0362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0.6596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0.8055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0.6125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07736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3 +AEC_new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0.7492 ± 0.0239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0.6762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0.7857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0.6406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4 +AEC_prev +Scanner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0.7529 ± 0.0321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0.7061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0.7572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0.6896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5 +AEC_new +Scanner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0.7493 ± 0.0342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0.7164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0.6987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0.7219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39216515-6012-82DA-121E-E3E018E6C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DB75B5-5FB1-713C-9105-90396123B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(5-fold CV)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47FE5C-85DC-1ABA-B9ED-E967A54D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7A62A1-6AC4-C7BE-BA95-14207B870729}"/>
              </a:ext>
            </a:extLst>
          </p:cNvPr>
          <p:cNvSpPr txBox="1"/>
          <p:nvPr/>
        </p:nvSpPr>
        <p:spPr>
          <a:xfrm>
            <a:off x="696000" y="3962400"/>
            <a:ext cx="10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0070C0"/>
                </a:solidFill>
              </a:rPr>
              <a:t>AEC </a:t>
            </a:r>
            <a:r>
              <a:rPr lang="ko-KR" altLang="en-US" sz="1400" b="1" dirty="0">
                <a:solidFill>
                  <a:srgbClr val="0070C0"/>
                </a:solidFill>
              </a:rPr>
              <a:t>기여도 </a:t>
            </a:r>
            <a:r>
              <a:rPr lang="en-US" altLang="ko-KR" sz="1400" b="1" dirty="0">
                <a:solidFill>
                  <a:srgbClr val="0070C0"/>
                </a:solidFill>
              </a:rPr>
              <a:t>(AUC):</a:t>
            </a:r>
            <a:r>
              <a:rPr lang="en-US" altLang="ko-KR" sz="1400" dirty="0">
                <a:solidFill>
                  <a:srgbClr val="0070C0"/>
                </a:solidFill>
              </a:rPr>
              <a:t> </a:t>
            </a:r>
            <a:r>
              <a:rPr lang="en-US" altLang="ko-KR" sz="1400" dirty="0" err="1">
                <a:solidFill>
                  <a:srgbClr val="0070C0"/>
                </a:solidFill>
              </a:rPr>
              <a:t>AEC_prev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-0.0011 | </a:t>
            </a:r>
            <a:r>
              <a:rPr lang="en-US" altLang="ko-KR" sz="1400" dirty="0" err="1">
                <a:solidFill>
                  <a:srgbClr val="0070C0"/>
                </a:solidFill>
              </a:rPr>
              <a:t>AEC_new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-0.0021 | </a:t>
            </a:r>
            <a:r>
              <a:rPr lang="ko-KR" altLang="en-US" sz="1400" dirty="0">
                <a:solidFill>
                  <a:srgbClr val="0070C0"/>
                </a:solidFill>
              </a:rPr>
              <a:t>차이 </a:t>
            </a:r>
            <a:r>
              <a:rPr lang="en-US" altLang="ko-KR" sz="1400" dirty="0">
                <a:solidFill>
                  <a:srgbClr val="0070C0"/>
                </a:solidFill>
              </a:rPr>
              <a:t>(new-</a:t>
            </a:r>
            <a:r>
              <a:rPr lang="en-US" altLang="ko-KR" sz="1400" dirty="0" err="1">
                <a:solidFill>
                  <a:srgbClr val="0070C0"/>
                </a:solidFill>
              </a:rPr>
              <a:t>prev</a:t>
            </a:r>
            <a:r>
              <a:rPr lang="en-US" altLang="ko-KR" sz="1400" dirty="0">
                <a:solidFill>
                  <a:srgbClr val="0070C0"/>
                </a:solidFill>
              </a:rPr>
              <a:t>) = -0.0010</a:t>
            </a:r>
            <a:endParaRPr lang="en-US" altLang="ko-KR" sz="1400" b="1" dirty="0">
              <a:solidFill>
                <a:srgbClr val="0070C0"/>
              </a:solidFill>
              <a:latin typeface="KoPub돋움체 Medium"/>
            </a:endParaRPr>
          </a:p>
        </p:txBody>
      </p:sp>
    </p:spTree>
    <p:extLst>
      <p:ext uri="{BB962C8B-B14F-4D97-AF65-F5344CB8AC3E}">
        <p14:creationId xmlns:p14="http://schemas.microsoft.com/office/powerpoint/2010/main" val="2994178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27077-E1FD-D83A-6E63-7AF36816F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F2A4F272-B4DE-21A8-4A6F-FC45D6CC5D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3423" y="1378292"/>
            <a:ext cx="3113420" cy="266056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2D27FB0-CEE9-0F6B-9DC5-F7EE7F549A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05776"/>
            <a:ext cx="8983422" cy="250902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EF7A1BF-EA6A-FD51-B153-5384F1C1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9AC4AF-2D55-F48D-0F0E-5FB8D9B13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(5-fold CV)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A9F13-F466-EFD5-AD51-ABEA508E1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1E4197F-A4BC-0C67-0D16-3AD89985B2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14800"/>
            <a:ext cx="12192000" cy="232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8095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6644-A6D9-C744-1A0A-0829CD01E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4058F-693E-837F-AD14-6990529B0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External Verification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EBFF5-7D7B-F945-033C-DDE9B0955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28691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AC4E4-BBA7-5186-4805-767C92EFF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324B18-20E0-C337-5B78-39EE73AF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696106-F74C-85FD-FF81-B8707270C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External Verification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B4286-6361-9A29-A413-C5CB0D0F4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68293D4-52FF-DAB4-D495-820F5CF70C45}"/>
              </a:ext>
            </a:extLst>
          </p:cNvPr>
          <p:cNvGrpSpPr/>
          <p:nvPr/>
        </p:nvGrpSpPr>
        <p:grpSpPr>
          <a:xfrm>
            <a:off x="465964" y="2025964"/>
            <a:ext cx="11260072" cy="3362842"/>
            <a:chOff x="1128724" y="1726209"/>
            <a:chExt cx="9827500" cy="2935001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E1F1B413-99B2-3201-1F57-72CBDE65F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6098"/>
            <a:stretch>
              <a:fillRect/>
            </a:stretch>
          </p:blipFill>
          <p:spPr>
            <a:xfrm>
              <a:off x="1128724" y="4393581"/>
              <a:ext cx="9827500" cy="267629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7F46A1AB-843A-5874-7FD2-03EC76CEA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84" b="55122"/>
            <a:stretch>
              <a:fillRect/>
            </a:stretch>
          </p:blipFill>
          <p:spPr>
            <a:xfrm>
              <a:off x="1128724" y="1726209"/>
              <a:ext cx="9827500" cy="26673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65903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68E05-D044-09CE-C295-67924F572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36BA2E2-5663-9090-EADD-5C789C641E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80"/>
          <a:stretch>
            <a:fillRect/>
          </a:stretch>
        </p:blipFill>
        <p:spPr>
          <a:xfrm>
            <a:off x="508000" y="2025964"/>
            <a:ext cx="11232000" cy="348955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2DA1B66-7739-D858-81A3-453B85972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F49A9-F899-3D64-089A-BD89B0579D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External Verification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918A8-EF1C-8731-0935-B97E60A65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96218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</a:t>
            </a:r>
            <a:r>
              <a:rPr lang="ko-KR" altLang="en-US" dirty="0"/>
              <a:t>를 </a:t>
            </a:r>
            <a:r>
              <a:rPr lang="en-US" altLang="ko-KR" dirty="0"/>
              <a:t>Clinic Data</a:t>
            </a:r>
            <a:r>
              <a:rPr lang="ko-KR" altLang="en-US" dirty="0"/>
              <a:t>에 포함하면 성능이 향상되는 것 확인</a:t>
            </a:r>
            <a:endParaRPr lang="en-US" altLang="ko-KR" dirty="0"/>
          </a:p>
          <a:p>
            <a:r>
              <a:rPr lang="ko-KR" altLang="en-US" dirty="0"/>
              <a:t>하지만</a:t>
            </a:r>
            <a:r>
              <a:rPr lang="en-US" altLang="ko-KR" dirty="0"/>
              <a:t>, AEC</a:t>
            </a:r>
            <a:r>
              <a:rPr lang="ko-KR" altLang="en-US" dirty="0"/>
              <a:t>와 이외의 </a:t>
            </a:r>
            <a:r>
              <a:rPr lang="en-US" altLang="ko-KR" dirty="0"/>
              <a:t>feature</a:t>
            </a:r>
            <a:r>
              <a:rPr lang="ko-KR" altLang="en-US" dirty="0"/>
              <a:t>를 포함했을 때의 차이가 이전보다는 미비함</a:t>
            </a:r>
            <a:endParaRPr lang="en-US" altLang="ko-KR" dirty="0"/>
          </a:p>
          <a:p>
            <a:r>
              <a:rPr lang="ko-KR" altLang="en-US" dirty="0"/>
              <a:t>외부 검증 결과 </a:t>
            </a:r>
            <a:r>
              <a:rPr lang="en-US" altLang="ko-KR" dirty="0"/>
              <a:t>Sensitivity</a:t>
            </a:r>
            <a:r>
              <a:rPr lang="ko-KR" altLang="en-US"/>
              <a:t>가 매우 낮음 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7753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E5EEC-2CEC-6365-9E7D-50563D5EE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F01FE3-122C-A217-8711-BE44765EB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ML </a:t>
            </a:r>
            <a:r>
              <a:rPr lang="ko-KR" altLang="en-US" dirty="0"/>
              <a:t>기반 앙상블 모델 비교 </a:t>
            </a:r>
            <a:r>
              <a:rPr lang="en-US" altLang="ko-KR" dirty="0"/>
              <a:t>(Random Forest,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추후 </a:t>
            </a:r>
            <a:r>
              <a:rPr lang="en-US" altLang="ko-KR" dirty="0"/>
              <a:t>SMI(TAMA/Height</a:t>
            </a:r>
            <a:r>
              <a:rPr lang="en-US" altLang="ko-KR" baseline="30000" dirty="0"/>
              <a:t>2</a:t>
            </a:r>
            <a:r>
              <a:rPr lang="en-US" altLang="ko-KR" dirty="0"/>
              <a:t>)</a:t>
            </a:r>
            <a:r>
              <a:rPr lang="ko-KR" altLang="en-US" dirty="0"/>
              <a:t>도 활용 가능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3ABBE78-02FA-72F3-4C99-5DF66B430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EAE87C-2C19-EF69-E4B0-C48A4BD1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37105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1265</TotalTime>
  <Words>1768</Words>
  <Application>Microsoft Office PowerPoint</Application>
  <PresentationFormat>와이드스크린</PresentationFormat>
  <Paragraphs>538</Paragraphs>
  <Slides>33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8" baseType="lpstr">
      <vt:lpstr>KoPub돋움체 Medium</vt:lpstr>
      <vt:lpstr>맑은 고딕</vt:lpstr>
      <vt:lpstr>Arial</vt:lpstr>
      <vt:lpstr>KoPub돋움체 Bold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BMI 기여도 분석</vt:lpstr>
      <vt:lpstr>3. Detailed progress</vt:lpstr>
      <vt:lpstr>3. Detailed progress</vt:lpstr>
      <vt:lpstr>3. Detailed progress</vt:lpstr>
      <vt:lpstr>3. Detailed progress</vt:lpstr>
      <vt:lpstr>Multivariable Analysis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External Verification</vt:lpstr>
      <vt:lpstr>3. Detailed progress</vt:lpstr>
      <vt:lpstr>3. Detailed progress</vt:lpstr>
      <vt:lpstr>4. Conclusion</vt:lpstr>
      <vt:lpstr>5.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120</cp:revision>
  <dcterms:created xsi:type="dcterms:W3CDTF">2026-04-09T07:05:16Z</dcterms:created>
  <dcterms:modified xsi:type="dcterms:W3CDTF">2026-05-06T11:05:15Z</dcterms:modified>
</cp:coreProperties>
</file>